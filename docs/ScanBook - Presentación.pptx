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embeddedFontLst>
    <p:embeddedFont>
      <p:font typeface="MiSans"/>
      <p:regular r:id="rId17"/>
    </p:embeddedFont>
    <p:embeddedFont>
      <p:font typeface="Noto Sans"/>
      <p:regular r:id="rId18"/>
      <p:bold r:id="rId19"/>
      <p:italic r:id="rId20"/>
      <p:boldItalic r:id="rId21"/>
    </p:embeddedFont>
    <p:embeddedFont>
      <p:font typeface="Sorts Mill Goudy"/>
      <p:regular r:id="rId22"/>
    </p:embeddedFont>
    <p:embeddedFont>
      <p:font typeface="Calibri Light"/>
    </p:embeddedFont>
    <p:embeddedFont>
      <p:font typeface="Noto Sans SC"/>
      <p:regular r:id="rId23"/>
    </p:embeddedFont>
    <p:embeddedFont>
      <p:font typeface="Oranienbaum"/>
      <p:regular r:id="rId24"/>
    </p:embeddedFont>
    <p:embeddedFont>
      <p:font typeface="Quattrocento Sans"/>
      <p:regular r:id="rId2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font" Target="fonts/Font_1_MiSans_Regular.fntdata"/><Relationship Id="rId18" Type="http://schemas.openxmlformats.org/officeDocument/2006/relationships/font" Target="fonts/Font_2_Noto_Sans_Regular.fntdata"/><Relationship Id="rId19" Type="http://schemas.openxmlformats.org/officeDocument/2006/relationships/font" Target="fonts/Font_3_Noto_Sans_Bold.fntdata"/><Relationship Id="rId20" Type="http://schemas.openxmlformats.org/officeDocument/2006/relationships/font" Target="fonts/Font_4_Noto_Sans_Italic.fntdata"/><Relationship Id="rId21" Type="http://schemas.openxmlformats.org/officeDocument/2006/relationships/font" Target="fonts/Font_5_Noto_Sans_BoldItalic.fntdata"/><Relationship Id="rId22" Type="http://schemas.openxmlformats.org/officeDocument/2006/relationships/font" Target="fonts/Font_6_Sorts_Mill_Goudy_Regular.fntdata"/><Relationship Id="rId23" Type="http://schemas.openxmlformats.org/officeDocument/2006/relationships/font" Target="fonts/Font_7_Noto_Sans_SC_Regular.fntdata"/><Relationship Id="rId24" Type="http://schemas.openxmlformats.org/officeDocument/2006/relationships/font" Target="fonts/Font_8_Oranienbaum_Regular.fntdata"/><Relationship Id="rId25" Type="http://schemas.openxmlformats.org/officeDocument/2006/relationships/font" Target="fonts/Font_9_Quattrocento_Sans_Regular.fntdata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desplazar la diapositiva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CA4DB7-A82A-420B-8931-850BCEB8E840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5C8A30A-8F1C-49FA-94F6-D93A69DFD69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21A26F0-56D8-4730-84FD-FB5852078B9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8A0B5E-B3A7-4596-95E3-05EF15F4569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D4836C8-90AC-433B-8D77-2189DC9CEFC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95401E-F706-454F-8AD9-990D062957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23F78D-C31F-454B-85F3-1D22B440B0D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08D5BA-B528-40A6-9427-F67DEC280B2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95A484-875C-4941-976C-CDB30A65D74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16BDDB-2020-42FC-9434-11225623E5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1FE65D9-DFE7-4B71-8B47-007B498BE80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7E1208-DE08-4CDE-911B-B770054D45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E06B3D-B5C0-4821-9252-34F993AF582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252D7C-1F61-48F8-BE3F-DC7BCFF563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mage 0" descr="https://kimi-img.moonshot.cn/pub/slides/okc/w6fij2ylek6p4/scanbook_assets/cover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380880" y="2009880"/>
            <a:ext cx="7771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80000"/>
              </a:lnSpc>
            </a:pPr>
            <a:r>
              <a:rPr lang="en-US" sz="72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ScanBook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380880" y="3152880"/>
            <a:ext cx="3578760" cy="86760"/>
          </a:xfrm>
          <a:custGeom>
            <a:avLst/>
            <a:gdLst>
              <a:gd name="textAreaLeft" fmla="*/ 0 w 3578760"/>
              <a:gd name="textAreaRight" fmla="*/ 3579480 w 3578760"/>
              <a:gd name="textAreaTop" fmla="*/ 0 h 86760"/>
              <a:gd name="textAreaBottom" fmla="*/ 87480 h 86760"/>
            </a:gdLst>
            <a:ahLst/>
            <a:cxnLst/>
            <a:rect l="textAreaLeft" t="textAreaTop" r="textAreaRight" b="textAreaBottom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380880" y="3495600"/>
            <a:ext cx="7485840" cy="85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Transforma tu biblioteca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7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en segundos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380880" y="4581360"/>
            <a:ext cx="7409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La forma más inteligente de gestionar tu colección de libros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0" descr="https://kimi-img.moonshot.cn/pub/slides/okc/w6fij2ylek6p4/scanbook_assets/problem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80000"/>
                </a:srgbClr>
              </a:gs>
              <a:gs pos="100000">
                <a:srgbClr val="2D2A26">
                  <a:alpha val="40000"/>
                </a:srgbClr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9993240" y="609480"/>
            <a:ext cx="1799640" cy="418320"/>
          </a:xfrm>
          <a:custGeom>
            <a:avLst/>
            <a:gdLst>
              <a:gd name="textAreaLeft" fmla="*/ 0 w 1799640"/>
              <a:gd name="textAreaRight" fmla="*/ 1800360 w 1799640"/>
              <a:gd name="textAreaTop" fmla="*/ 0 h 418320"/>
              <a:gd name="textAreaBottom" fmla="*/ 419040 h 418320"/>
            </a:gdLst>
            <a:ahLst/>
            <a:cxnLst/>
            <a:rect l="textAreaLeft" t="textAreaTop" r="textAreaRight" b="textAreaBottom"/>
            <a:pathLst>
              <a:path w="1800225" h="419100">
                <a:moveTo>
                  <a:pt x="0" y="0"/>
                </a:moveTo>
                <a:lnTo>
                  <a:pt x="1800225" y="0"/>
                </a:lnTo>
                <a:lnTo>
                  <a:pt x="18002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11793240" y="609480"/>
            <a:ext cx="37440" cy="418320"/>
          </a:xfrm>
          <a:custGeom>
            <a:avLst/>
            <a:gdLst>
              <a:gd name="textAreaLeft" fmla="*/ 0 w 37440"/>
              <a:gd name="textAreaRight" fmla="*/ 38160 w 37440"/>
              <a:gd name="textAreaTop" fmla="*/ 0 h 418320"/>
              <a:gd name="textAreaBottom" fmla="*/ 419040 h 418320"/>
            </a:gdLst>
            <a:ahLst/>
            <a:cxnLst/>
            <a:rect l="textAreaLeft" t="textAreaTop" r="textAreaRight" b="textAreaBottom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0098000" y="685800"/>
            <a:ext cx="14853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30000"/>
              </a:lnSpc>
            </a:pPr>
            <a:r>
              <a:rPr lang="en-US" sz="1350" b="0" u="none" spc="136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EL PROBLEMA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5124600" y="1257480"/>
            <a:ext cx="668592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US" sz="45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¿Te resulta familiar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en-US" sz="45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esta escena?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373880" y="2990880"/>
            <a:ext cx="39236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Ir al trastero, cargar con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montones de libros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11456280" y="3029040"/>
            <a:ext cx="356400" cy="285120"/>
          </a:xfrm>
          <a:custGeom>
            <a:avLst/>
            <a:gdLst>
              <a:gd name="textAreaLeft" fmla="*/ 0 w 356400"/>
              <a:gd name="textAreaRight" fmla="*/ 357120 w 35640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357188" h="285750">
                <a:moveTo>
                  <a:pt x="312706" y="132383"/>
                </a:moveTo>
                <a:cubicBezTo>
                  <a:pt x="318511" y="138968"/>
                  <a:pt x="328501" y="140419"/>
                  <a:pt x="336035" y="135452"/>
                </a:cubicBezTo>
                <a:cubicBezTo>
                  <a:pt x="344239" y="129983"/>
                  <a:pt x="346472" y="118876"/>
                  <a:pt x="341002" y="110672"/>
                </a:cubicBezTo>
                <a:lnTo>
                  <a:pt x="314213" y="70489"/>
                </a:lnTo>
                <a:cubicBezTo>
                  <a:pt x="312651" y="68145"/>
                  <a:pt x="310530" y="66191"/>
                  <a:pt x="308018" y="64796"/>
                </a:cubicBezTo>
                <a:lnTo>
                  <a:pt x="196118" y="2623"/>
                </a:lnTo>
                <a:cubicBezTo>
                  <a:pt x="185347" y="-3349"/>
                  <a:pt x="172231" y="-3349"/>
                  <a:pt x="161404" y="2623"/>
                </a:cubicBezTo>
                <a:lnTo>
                  <a:pt x="49560" y="64740"/>
                </a:lnTo>
                <a:cubicBezTo>
                  <a:pt x="46546" y="66415"/>
                  <a:pt x="44146" y="68870"/>
                  <a:pt x="42528" y="71884"/>
                </a:cubicBezTo>
                <a:lnTo>
                  <a:pt x="15460" y="122058"/>
                </a:lnTo>
                <a:cubicBezTo>
                  <a:pt x="8427" y="135117"/>
                  <a:pt x="13339" y="151358"/>
                  <a:pt x="26398" y="158390"/>
                </a:cubicBezTo>
                <a:lnTo>
                  <a:pt x="44816" y="168269"/>
                </a:lnTo>
                <a:lnTo>
                  <a:pt x="44816" y="198016"/>
                </a:lnTo>
                <a:cubicBezTo>
                  <a:pt x="44816" y="210852"/>
                  <a:pt x="51736" y="222740"/>
                  <a:pt x="62898" y="229102"/>
                </a:cubicBezTo>
                <a:lnTo>
                  <a:pt x="161125" y="284745"/>
                </a:lnTo>
                <a:cubicBezTo>
                  <a:pt x="172064" y="290940"/>
                  <a:pt x="185403" y="290940"/>
                  <a:pt x="196342" y="284745"/>
                </a:cubicBezTo>
                <a:lnTo>
                  <a:pt x="294568" y="229102"/>
                </a:lnTo>
                <a:cubicBezTo>
                  <a:pt x="305786" y="222740"/>
                  <a:pt x="312651" y="210908"/>
                  <a:pt x="312651" y="198016"/>
                </a:cubicBezTo>
                <a:lnTo>
                  <a:pt x="312651" y="132438"/>
                </a:lnTo>
                <a:close/>
                <a:moveTo>
                  <a:pt x="178761" y="126913"/>
                </a:moveTo>
                <a:lnTo>
                  <a:pt x="94990" y="80367"/>
                </a:lnTo>
                <a:lnTo>
                  <a:pt x="178761" y="33821"/>
                </a:lnTo>
                <a:lnTo>
                  <a:pt x="262533" y="80367"/>
                </a:lnTo>
                <a:lnTo>
                  <a:pt x="178761" y="126913"/>
                </a:lnTo>
                <a:close/>
                <a:moveTo>
                  <a:pt x="155600" y="154930"/>
                </a:moveTo>
                <a:lnTo>
                  <a:pt x="143712" y="180715"/>
                </a:lnTo>
                <a:lnTo>
                  <a:pt x="51178" y="131155"/>
                </a:lnTo>
                <a:lnTo>
                  <a:pt x="65354" y="104812"/>
                </a:lnTo>
                <a:lnTo>
                  <a:pt x="155600" y="15493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8294760" y="3505320"/>
            <a:ext cx="30092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Escribir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título y autor</a:t>
            </a: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uno por uno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11491920" y="354348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208452" y="15125"/>
                </a:moveTo>
                <a:cubicBezTo>
                  <a:pt x="216824" y="5525"/>
                  <a:pt x="228935" y="0"/>
                  <a:pt x="241715" y="0"/>
                </a:cubicBezTo>
                <a:cubicBezTo>
                  <a:pt x="266049" y="0"/>
                  <a:pt x="285806" y="19757"/>
                  <a:pt x="285806" y="44090"/>
                </a:cubicBezTo>
                <a:cubicBezTo>
                  <a:pt x="285806" y="56815"/>
                  <a:pt x="280281" y="68982"/>
                  <a:pt x="270681" y="77353"/>
                </a:cubicBezTo>
                <a:lnTo>
                  <a:pt x="158335" y="175133"/>
                </a:lnTo>
                <a:lnTo>
                  <a:pt x="152363" y="169106"/>
                </a:lnTo>
                <a:lnTo>
                  <a:pt x="116644" y="133387"/>
                </a:lnTo>
                <a:lnTo>
                  <a:pt x="110617" y="127415"/>
                </a:lnTo>
                <a:lnTo>
                  <a:pt x="208452" y="15125"/>
                </a:lnTo>
                <a:close/>
                <a:moveTo>
                  <a:pt x="89911" y="144549"/>
                </a:moveTo>
                <a:cubicBezTo>
                  <a:pt x="90413" y="145107"/>
                  <a:pt x="104924" y="159618"/>
                  <a:pt x="133387" y="188082"/>
                </a:cubicBezTo>
                <a:lnTo>
                  <a:pt x="141145" y="195839"/>
                </a:lnTo>
                <a:lnTo>
                  <a:pt x="131601" y="237251"/>
                </a:lnTo>
                <a:cubicBezTo>
                  <a:pt x="129425" y="246794"/>
                  <a:pt x="122169" y="254384"/>
                  <a:pt x="112737" y="257008"/>
                </a:cubicBezTo>
                <a:lnTo>
                  <a:pt x="17971" y="283518"/>
                </a:lnTo>
                <a:lnTo>
                  <a:pt x="69484" y="232004"/>
                </a:lnTo>
                <a:cubicBezTo>
                  <a:pt x="70154" y="232060"/>
                  <a:pt x="70768" y="232116"/>
                  <a:pt x="71438" y="232116"/>
                </a:cubicBezTo>
                <a:cubicBezTo>
                  <a:pt x="81316" y="232116"/>
                  <a:pt x="89297" y="224135"/>
                  <a:pt x="89297" y="214257"/>
                </a:cubicBezTo>
                <a:cubicBezTo>
                  <a:pt x="89297" y="204378"/>
                  <a:pt x="81316" y="196397"/>
                  <a:pt x="71438" y="196397"/>
                </a:cubicBezTo>
                <a:cubicBezTo>
                  <a:pt x="61559" y="196397"/>
                  <a:pt x="53578" y="204378"/>
                  <a:pt x="53578" y="214257"/>
                </a:cubicBezTo>
                <a:cubicBezTo>
                  <a:pt x="53578" y="214926"/>
                  <a:pt x="53634" y="215596"/>
                  <a:pt x="53690" y="216210"/>
                </a:cubicBezTo>
                <a:lnTo>
                  <a:pt x="2177" y="267779"/>
                </a:lnTo>
                <a:lnTo>
                  <a:pt x="28742" y="173013"/>
                </a:lnTo>
                <a:cubicBezTo>
                  <a:pt x="31366" y="163581"/>
                  <a:pt x="38956" y="156325"/>
                  <a:pt x="48499" y="154149"/>
                </a:cubicBezTo>
                <a:lnTo>
                  <a:pt x="89911" y="144549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8432640" y="4019400"/>
            <a:ext cx="286632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Un trabajo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aburrido y laborioso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11491920" y="40575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1920" y="183449"/>
                </a:moveTo>
                <a:cubicBezTo>
                  <a:pt x="104198" y="171171"/>
                  <a:pt x="122002" y="160734"/>
                  <a:pt x="142875" y="160734"/>
                </a:cubicBezTo>
                <a:cubicBezTo>
                  <a:pt x="163748" y="160734"/>
                  <a:pt x="181552" y="171171"/>
                  <a:pt x="193830" y="183449"/>
                </a:cubicBezTo>
                <a:cubicBezTo>
                  <a:pt x="200025" y="189644"/>
                  <a:pt x="205048" y="196509"/>
                  <a:pt x="208564" y="203206"/>
                </a:cubicBezTo>
                <a:cubicBezTo>
                  <a:pt x="212024" y="209736"/>
                  <a:pt x="214313" y="216824"/>
                  <a:pt x="214313" y="223242"/>
                </a:cubicBezTo>
                <a:cubicBezTo>
                  <a:pt x="214313" y="226144"/>
                  <a:pt x="212861" y="228935"/>
                  <a:pt x="210462" y="230609"/>
                </a:cubicBezTo>
                <a:cubicBezTo>
                  <a:pt x="208062" y="232283"/>
                  <a:pt x="204992" y="232674"/>
                  <a:pt x="202257" y="231614"/>
                </a:cubicBezTo>
                <a:lnTo>
                  <a:pt x="190816" y="227316"/>
                </a:lnTo>
                <a:cubicBezTo>
                  <a:pt x="175803" y="221679"/>
                  <a:pt x="159841" y="218777"/>
                  <a:pt x="143768" y="218777"/>
                </a:cubicBezTo>
                <a:lnTo>
                  <a:pt x="141982" y="218777"/>
                </a:lnTo>
                <a:cubicBezTo>
                  <a:pt x="125909" y="218777"/>
                  <a:pt x="110003" y="221679"/>
                  <a:pt x="94934" y="227316"/>
                </a:cubicBezTo>
                <a:lnTo>
                  <a:pt x="83493" y="231614"/>
                </a:lnTo>
                <a:cubicBezTo>
                  <a:pt x="80758" y="232618"/>
                  <a:pt x="77688" y="232283"/>
                  <a:pt x="75288" y="230609"/>
                </a:cubicBezTo>
                <a:cubicBezTo>
                  <a:pt x="72889" y="228935"/>
                  <a:pt x="71438" y="226144"/>
                  <a:pt x="71438" y="223242"/>
                </a:cubicBezTo>
                <a:cubicBezTo>
                  <a:pt x="71438" y="216768"/>
                  <a:pt x="73782" y="209736"/>
                  <a:pt x="77186" y="203206"/>
                </a:cubicBezTo>
                <a:cubicBezTo>
                  <a:pt x="80702" y="196509"/>
                  <a:pt x="85725" y="189644"/>
                  <a:pt x="91920" y="183449"/>
                </a:cubicBezTo>
                <a:close/>
                <a:moveTo>
                  <a:pt x="68424" y="88850"/>
                </a:moveTo>
                <a:cubicBezTo>
                  <a:pt x="70935" y="85055"/>
                  <a:pt x="75847" y="83716"/>
                  <a:pt x="79921" y="85781"/>
                </a:cubicBezTo>
                <a:lnTo>
                  <a:pt x="124346" y="108105"/>
                </a:lnTo>
                <a:cubicBezTo>
                  <a:pt x="127360" y="109612"/>
                  <a:pt x="129257" y="112681"/>
                  <a:pt x="129257" y="116086"/>
                </a:cubicBezTo>
                <a:cubicBezTo>
                  <a:pt x="129257" y="119490"/>
                  <a:pt x="127360" y="122560"/>
                  <a:pt x="124346" y="124067"/>
                </a:cubicBezTo>
                <a:lnTo>
                  <a:pt x="79921" y="146391"/>
                </a:lnTo>
                <a:cubicBezTo>
                  <a:pt x="75847" y="148400"/>
                  <a:pt x="70935" y="147117"/>
                  <a:pt x="68424" y="143321"/>
                </a:cubicBezTo>
                <a:cubicBezTo>
                  <a:pt x="65912" y="139526"/>
                  <a:pt x="66694" y="134448"/>
                  <a:pt x="70154" y="131545"/>
                </a:cubicBezTo>
                <a:lnTo>
                  <a:pt x="88739" y="116086"/>
                </a:lnTo>
                <a:lnTo>
                  <a:pt x="70210" y="100626"/>
                </a:lnTo>
                <a:cubicBezTo>
                  <a:pt x="66749" y="97724"/>
                  <a:pt x="65968" y="92646"/>
                  <a:pt x="68480" y="88850"/>
                </a:cubicBezTo>
                <a:close/>
                <a:moveTo>
                  <a:pt x="215540" y="100626"/>
                </a:moveTo>
                <a:lnTo>
                  <a:pt x="197011" y="116086"/>
                </a:lnTo>
                <a:lnTo>
                  <a:pt x="215540" y="131545"/>
                </a:lnTo>
                <a:cubicBezTo>
                  <a:pt x="219001" y="134448"/>
                  <a:pt x="219782" y="139526"/>
                  <a:pt x="217270" y="143321"/>
                </a:cubicBezTo>
                <a:cubicBezTo>
                  <a:pt x="214759" y="147117"/>
                  <a:pt x="209848" y="148456"/>
                  <a:pt x="205773" y="146391"/>
                </a:cubicBezTo>
                <a:lnTo>
                  <a:pt x="161348" y="124067"/>
                </a:lnTo>
                <a:cubicBezTo>
                  <a:pt x="158335" y="122560"/>
                  <a:pt x="156437" y="119490"/>
                  <a:pt x="156437" y="116086"/>
                </a:cubicBezTo>
                <a:cubicBezTo>
                  <a:pt x="156437" y="112681"/>
                  <a:pt x="158335" y="109612"/>
                  <a:pt x="161348" y="108105"/>
                </a:cubicBezTo>
                <a:lnTo>
                  <a:pt x="205773" y="85781"/>
                </a:lnTo>
                <a:cubicBezTo>
                  <a:pt x="209848" y="83772"/>
                  <a:pt x="214759" y="85055"/>
                  <a:pt x="217270" y="88850"/>
                </a:cubicBezTo>
                <a:cubicBezTo>
                  <a:pt x="219782" y="92646"/>
                  <a:pt x="219001" y="97724"/>
                  <a:pt x="215540" y="10062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7648560" y="4533840"/>
            <a:ext cx="365688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Prefieres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dejarlo y tomar un café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11473920" y="4572000"/>
            <a:ext cx="320760" cy="285120"/>
          </a:xfrm>
          <a:custGeom>
            <a:avLst/>
            <a:gdLst>
              <a:gd name="textAreaLeft" fmla="*/ 0 w 320760"/>
              <a:gd name="textAreaRight" fmla="*/ 321480 w 32076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321469" h="285750">
                <a:moveTo>
                  <a:pt x="35719" y="35719"/>
                </a:moveTo>
                <a:cubicBezTo>
                  <a:pt x="35719" y="25840"/>
                  <a:pt x="43700" y="17859"/>
                  <a:pt x="53578" y="17859"/>
                </a:cubicBezTo>
                <a:lnTo>
                  <a:pt x="250031" y="17859"/>
                </a:lnTo>
                <a:cubicBezTo>
                  <a:pt x="289489" y="17859"/>
                  <a:pt x="321469" y="49839"/>
                  <a:pt x="321469" y="89297"/>
                </a:cubicBezTo>
                <a:cubicBezTo>
                  <a:pt x="321469" y="128755"/>
                  <a:pt x="289489" y="160734"/>
                  <a:pt x="250031" y="160734"/>
                </a:cubicBezTo>
                <a:cubicBezTo>
                  <a:pt x="250031" y="190314"/>
                  <a:pt x="226033" y="214313"/>
                  <a:pt x="196453" y="214313"/>
                </a:cubicBezTo>
                <a:lnTo>
                  <a:pt x="89297" y="214313"/>
                </a:lnTo>
                <a:cubicBezTo>
                  <a:pt x="59717" y="214313"/>
                  <a:pt x="35719" y="190314"/>
                  <a:pt x="35719" y="160734"/>
                </a:cubicBezTo>
                <a:lnTo>
                  <a:pt x="35719" y="35719"/>
                </a:lnTo>
                <a:close/>
                <a:moveTo>
                  <a:pt x="285750" y="89297"/>
                </a:moveTo>
                <a:cubicBezTo>
                  <a:pt x="285750" y="69596"/>
                  <a:pt x="269732" y="53578"/>
                  <a:pt x="250031" y="53578"/>
                </a:cubicBezTo>
                <a:lnTo>
                  <a:pt x="250031" y="125016"/>
                </a:lnTo>
                <a:cubicBezTo>
                  <a:pt x="269732" y="125016"/>
                  <a:pt x="285750" y="108998"/>
                  <a:pt x="285750" y="89297"/>
                </a:cubicBezTo>
                <a:close/>
                <a:moveTo>
                  <a:pt x="35719" y="250031"/>
                </a:moveTo>
                <a:lnTo>
                  <a:pt x="250031" y="250031"/>
                </a:lnTo>
                <a:cubicBezTo>
                  <a:pt x="259910" y="250031"/>
                  <a:pt x="267891" y="258012"/>
                  <a:pt x="267891" y="267891"/>
                </a:cubicBezTo>
                <a:cubicBezTo>
                  <a:pt x="267891" y="277769"/>
                  <a:pt x="259910" y="285750"/>
                  <a:pt x="250031" y="285750"/>
                </a:cubicBezTo>
                <a:lnTo>
                  <a:pt x="35719" y="285750"/>
                </a:lnTo>
                <a:cubicBezTo>
                  <a:pt x="25840" y="285750"/>
                  <a:pt x="17859" y="277769"/>
                  <a:pt x="17859" y="267891"/>
                </a:cubicBezTo>
                <a:cubicBezTo>
                  <a:pt x="17859" y="258012"/>
                  <a:pt x="25840" y="250031"/>
                  <a:pt x="35719" y="2500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5410080" y="5248440"/>
            <a:ext cx="6400080" cy="18360"/>
          </a:xfrm>
          <a:custGeom>
            <a:avLst/>
            <a:gdLst>
              <a:gd name="textAreaLeft" fmla="*/ 0 w 6400080"/>
              <a:gd name="textAreaRight" fmla="*/ 6400800 w 6400080"/>
              <a:gd name="textAreaTop" fmla="*/ 0 h 18360"/>
              <a:gd name="textAreaBottom" fmla="*/ 19080 h 18360"/>
            </a:gdLst>
            <a:ahLst/>
            <a:cxnLst/>
            <a:rect l="textAreaLeft" t="textAreaTop" r="textAreaRight" b="textAreaBottom"/>
            <a:pathLst>
              <a:path w="6400800" h="19050">
                <a:moveTo>
                  <a:pt x="0" y="0"/>
                </a:moveTo>
                <a:lnTo>
                  <a:pt x="6400800" y="0"/>
                </a:lnTo>
                <a:lnTo>
                  <a:pt x="64008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267160" y="5562720"/>
            <a:ext cx="654300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en-US" sz="2250" b="0" u="none" strike="noStrike">
                <a:solidFill>
                  <a:srgbClr val="D8A25A"/>
                </a:solidFill>
                <a:effectLst/>
                <a:uFillTx/>
                <a:latin typeface="Sorts Mill Goudy"/>
                <a:ea typeface="Sorts Mill Goudy"/>
              </a:rPr>
              <a:t>"En este mundo de inmediatez, catalogar libros manualmente es una tortura"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0" descr="https://kimi-img.moonshot.cn/pub/slides/okc/w6fij2ylek6p4/scanbook_assets/solution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80000"/>
                </a:srgbClr>
              </a:gs>
              <a:gs pos="100000">
                <a:srgbClr val="2D2A26">
                  <a:alpha val="4000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399960" y="247680"/>
            <a:ext cx="1742400" cy="418320"/>
          </a:xfrm>
          <a:custGeom>
            <a:avLst/>
            <a:gdLst>
              <a:gd name="textAreaLeft" fmla="*/ 0 w 1742400"/>
              <a:gd name="textAreaRight" fmla="*/ 1743120 w 1742400"/>
              <a:gd name="textAreaTop" fmla="*/ 0 h 418320"/>
              <a:gd name="textAreaBottom" fmla="*/ 419040 h 418320"/>
            </a:gdLst>
            <a:ahLst/>
            <a:cxnLst/>
            <a:rect l="textAreaLeft" t="textAreaTop" r="textAreaRight" b="textAreaBottom"/>
            <a:pathLst>
              <a:path w="1743075" h="419100">
                <a:moveTo>
                  <a:pt x="0" y="0"/>
                </a:moveTo>
                <a:lnTo>
                  <a:pt x="1743075" y="0"/>
                </a:lnTo>
                <a:lnTo>
                  <a:pt x="17430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"/>
          <p:cNvSpPr/>
          <p:nvPr/>
        </p:nvSpPr>
        <p:spPr>
          <a:xfrm>
            <a:off x="399960" y="247680"/>
            <a:ext cx="37440" cy="418320"/>
          </a:xfrm>
          <a:custGeom>
            <a:avLst/>
            <a:gdLst>
              <a:gd name="textAreaLeft" fmla="*/ 0 w 37440"/>
              <a:gd name="textAreaRight" fmla="*/ 38160 w 37440"/>
              <a:gd name="textAreaTop" fmla="*/ 0 h 418320"/>
              <a:gd name="textAreaBottom" fmla="*/ 419040 h 418320"/>
            </a:gdLst>
            <a:ahLst/>
            <a:cxnLst/>
            <a:rect l="textAreaLeft" t="textAreaTop" r="textAreaRight" b="textAreaBottom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609480" y="324000"/>
            <a:ext cx="14281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0" u="none" spc="136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LA SOLUCIÓN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80880" y="895320"/>
            <a:ext cx="7600320" cy="142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45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ScanBook: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5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Tu salvación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380880" y="262908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527400" y="2790720"/>
            <a:ext cx="320760" cy="285120"/>
          </a:xfrm>
          <a:custGeom>
            <a:avLst/>
            <a:gdLst>
              <a:gd name="textAreaLeft" fmla="*/ 0 w 320760"/>
              <a:gd name="textAreaRight" fmla="*/ 321480 w 32076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321469" h="285750">
                <a:moveTo>
                  <a:pt x="37226" y="214313"/>
                </a:moveTo>
                <a:lnTo>
                  <a:pt x="60945" y="190593"/>
                </a:lnTo>
                <a:cubicBezTo>
                  <a:pt x="74340" y="177198"/>
                  <a:pt x="92534" y="169664"/>
                  <a:pt x="111454" y="169664"/>
                </a:cubicBezTo>
                <a:lnTo>
                  <a:pt x="196453" y="169664"/>
                </a:lnTo>
                <a:cubicBezTo>
                  <a:pt x="206332" y="169664"/>
                  <a:pt x="214313" y="177645"/>
                  <a:pt x="214313" y="187523"/>
                </a:cubicBezTo>
                <a:cubicBezTo>
                  <a:pt x="214313" y="197402"/>
                  <a:pt x="206332" y="205383"/>
                  <a:pt x="196453" y="205383"/>
                </a:cubicBezTo>
                <a:lnTo>
                  <a:pt x="156270" y="205383"/>
                </a:lnTo>
                <a:cubicBezTo>
                  <a:pt x="148847" y="205383"/>
                  <a:pt x="142875" y="211355"/>
                  <a:pt x="142875" y="218777"/>
                </a:cubicBezTo>
                <a:cubicBezTo>
                  <a:pt x="142875" y="226200"/>
                  <a:pt x="148847" y="232172"/>
                  <a:pt x="156270" y="232172"/>
                </a:cubicBezTo>
                <a:lnTo>
                  <a:pt x="219112" y="232172"/>
                </a:lnTo>
                <a:lnTo>
                  <a:pt x="285917" y="182947"/>
                </a:lnTo>
                <a:cubicBezTo>
                  <a:pt x="295852" y="175636"/>
                  <a:pt x="309804" y="177757"/>
                  <a:pt x="317116" y="187691"/>
                </a:cubicBezTo>
                <a:cubicBezTo>
                  <a:pt x="324427" y="197625"/>
                  <a:pt x="322306" y="211578"/>
                  <a:pt x="312372" y="218889"/>
                </a:cubicBezTo>
                <a:lnTo>
                  <a:pt x="241715" y="270960"/>
                </a:lnTo>
                <a:cubicBezTo>
                  <a:pt x="228656" y="280560"/>
                  <a:pt x="212917" y="285750"/>
                  <a:pt x="196676" y="285750"/>
                </a:cubicBezTo>
                <a:lnTo>
                  <a:pt x="17859" y="285750"/>
                </a:lnTo>
                <a:cubicBezTo>
                  <a:pt x="7981" y="285750"/>
                  <a:pt x="0" y="277769"/>
                  <a:pt x="0" y="267891"/>
                </a:cubicBezTo>
                <a:lnTo>
                  <a:pt x="0" y="232172"/>
                </a:lnTo>
                <a:cubicBezTo>
                  <a:pt x="0" y="222293"/>
                  <a:pt x="7981" y="214313"/>
                  <a:pt x="17859" y="214313"/>
                </a:cubicBezTo>
                <a:lnTo>
                  <a:pt x="37226" y="214313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1181160" y="2629080"/>
            <a:ext cx="43236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D8A25A"/>
                </a:solidFill>
                <a:effectLst/>
                <a:uFillTx/>
                <a:latin typeface="Noto Sans SC"/>
                <a:ea typeface="Noto Sans SC"/>
              </a:rPr>
              <a:t>Coge un libro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1181160" y="3009960"/>
            <a:ext cx="4304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Directamente de la estantería, con una sola mano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380880" y="350532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581040" y="3666960"/>
            <a:ext cx="213480" cy="285120"/>
          </a:xfrm>
          <a:custGeom>
            <a:avLst/>
            <a:gdLst>
              <a:gd name="textAreaLeft" fmla="*/ 0 w 213480"/>
              <a:gd name="textAreaRight" fmla="*/ 214200 w 213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1181160" y="3505320"/>
            <a:ext cx="3447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D8A25A"/>
                </a:solidFill>
                <a:effectLst/>
                <a:uFillTx/>
                <a:latin typeface="Noto Sans SC"/>
                <a:ea typeface="Noto Sans SC"/>
              </a:rPr>
              <a:t>Escanea el ISBN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1181160" y="3886200"/>
            <a:ext cx="3428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Con tu móvil, de forma rápida y sencilla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380880" y="438156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545400" y="45435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1181160" y="4381560"/>
            <a:ext cx="5161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D8A25A"/>
                </a:solidFill>
                <a:effectLst/>
                <a:uFillTx/>
                <a:latin typeface="Noto Sans SC"/>
                <a:ea typeface="Noto Sans SC"/>
              </a:rPr>
              <a:t>¡Listo!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1181160" y="4762440"/>
            <a:ext cx="51429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ISBN, título, autor y portada almacenados automáticamente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399960" y="5410080"/>
            <a:ext cx="7295400" cy="1199520"/>
          </a:xfrm>
          <a:custGeom>
            <a:avLst/>
            <a:gdLst>
              <a:gd name="textAreaLeft" fmla="*/ 0 w 7295400"/>
              <a:gd name="textAreaRight" fmla="*/ 7296120 w 7295400"/>
              <a:gd name="textAreaTop" fmla="*/ 0 h 1199520"/>
              <a:gd name="textAreaBottom" fmla="*/ 1200240 h 1199520"/>
            </a:gdLst>
            <a:ahLst/>
            <a:cxnLst/>
            <a:rect l="textAreaLeft" t="textAreaTop" r="textAreaRight" b="textAreaBottom"/>
            <a:pathLst>
              <a:path w="7296150" h="1200150">
                <a:moveTo>
                  <a:pt x="0" y="0"/>
                </a:moveTo>
                <a:lnTo>
                  <a:pt x="7296150" y="0"/>
                </a:lnTo>
                <a:lnTo>
                  <a:pt x="72961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8"/>
          <p:cNvSpPr/>
          <p:nvPr/>
        </p:nvSpPr>
        <p:spPr>
          <a:xfrm>
            <a:off x="399960" y="5410080"/>
            <a:ext cx="37440" cy="1199520"/>
          </a:xfrm>
          <a:custGeom>
            <a:avLst/>
            <a:gdLst>
              <a:gd name="textAreaLeft" fmla="*/ 0 w 37440"/>
              <a:gd name="textAreaRight" fmla="*/ 38160 w 37440"/>
              <a:gd name="textAreaTop" fmla="*/ 0 h 1199520"/>
              <a:gd name="textAreaBottom" fmla="*/ 1200240 h 1199520"/>
            </a:gdLst>
            <a:ahLst/>
            <a:cxnLst/>
            <a:rect l="textAreaLeft" t="textAreaTop" r="textAreaRight" b="textAreaBottom"/>
            <a:pathLst>
              <a:path w="38100" h="1200150">
                <a:moveTo>
                  <a:pt x="0" y="0"/>
                </a:moveTo>
                <a:lnTo>
                  <a:pt x="38100" y="0"/>
                </a:lnTo>
                <a:lnTo>
                  <a:pt x="3810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647640" y="5638680"/>
            <a:ext cx="693360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80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Vuelves a colocar el libro en su sitio y estás listo para el siguiente.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Sorts Mill Goudy"/>
                <a:ea typeface="Sorts Mill Goudy"/>
              </a:rPr>
              <a:t>Solo han pasado unos segundos.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3430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CÓMO FUNCIONA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266760" y="685800"/>
            <a:ext cx="11657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80000"/>
              </a:lnSpc>
            </a:pPr>
            <a:r>
              <a:rPr lang="en-US" sz="36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Así de Fácil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5486400" y="1295280"/>
            <a:ext cx="1218600" cy="37440"/>
          </a:xfrm>
          <a:custGeom>
            <a:avLst/>
            <a:gdLst>
              <a:gd name="textAreaLeft" fmla="*/ 0 w 1218600"/>
              <a:gd name="textAreaRight" fmla="*/ 1219320 w 12186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1082160" y="1562040"/>
            <a:ext cx="761400" cy="761400"/>
          </a:xfrm>
          <a:custGeom>
            <a:avLst/>
            <a:gdLst>
              <a:gd name="textAreaLeft" fmla="*/ 0 w 761400"/>
              <a:gd name="textAreaRight" fmla="*/ 762120 w 76140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01520" dir="2700000" dist="49893" kx="0" ky="0" rotWithShape="0" sx="100000" sy="100000">
              <a:srgbClr val="FFFFFF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1291680" y="1771560"/>
            <a:ext cx="342360" cy="342360"/>
          </a:xfrm>
          <a:custGeom>
            <a:avLst/>
            <a:gdLst>
              <a:gd name="textAreaLeft" fmla="*/ 0 w 342360"/>
              <a:gd name="textAreaRight" fmla="*/ 343080 w 34236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2900" h="342900">
                <a:moveTo>
                  <a:pt x="186050" y="5760"/>
                </a:moveTo>
                <a:cubicBezTo>
                  <a:pt x="177812" y="-1875"/>
                  <a:pt x="165088" y="-1875"/>
                  <a:pt x="156917" y="5760"/>
                </a:cubicBezTo>
                <a:lnTo>
                  <a:pt x="6898" y="145063"/>
                </a:lnTo>
                <a:cubicBezTo>
                  <a:pt x="469" y="151090"/>
                  <a:pt x="-1674" y="160400"/>
                  <a:pt x="1540" y="168570"/>
                </a:cubicBezTo>
                <a:cubicBezTo>
                  <a:pt x="4755" y="176741"/>
                  <a:pt x="12591" y="182166"/>
                  <a:pt x="21431" y="182166"/>
                </a:cubicBezTo>
                <a:lnTo>
                  <a:pt x="32147" y="182166"/>
                </a:lnTo>
                <a:lnTo>
                  <a:pt x="32147" y="300038"/>
                </a:lnTo>
                <a:cubicBezTo>
                  <a:pt x="32147" y="323679"/>
                  <a:pt x="51368" y="342900"/>
                  <a:pt x="75009" y="342900"/>
                </a:cubicBezTo>
                <a:lnTo>
                  <a:pt x="267891" y="342900"/>
                </a:lnTo>
                <a:cubicBezTo>
                  <a:pt x="291532" y="342900"/>
                  <a:pt x="310753" y="323679"/>
                  <a:pt x="310753" y="300038"/>
                </a:cubicBezTo>
                <a:lnTo>
                  <a:pt x="310753" y="182166"/>
                </a:lnTo>
                <a:lnTo>
                  <a:pt x="321469" y="182166"/>
                </a:lnTo>
                <a:cubicBezTo>
                  <a:pt x="330309" y="182166"/>
                  <a:pt x="338212" y="176741"/>
                  <a:pt x="341427" y="168570"/>
                </a:cubicBezTo>
                <a:cubicBezTo>
                  <a:pt x="344641" y="160400"/>
                  <a:pt x="342498" y="151023"/>
                  <a:pt x="336069" y="145063"/>
                </a:cubicBezTo>
                <a:lnTo>
                  <a:pt x="186050" y="5760"/>
                </a:lnTo>
                <a:close/>
                <a:moveTo>
                  <a:pt x="160734" y="214313"/>
                </a:moveTo>
                <a:lnTo>
                  <a:pt x="182166" y="214313"/>
                </a:lnTo>
                <a:cubicBezTo>
                  <a:pt x="199913" y="214313"/>
                  <a:pt x="214313" y="228712"/>
                  <a:pt x="214313" y="246459"/>
                </a:cubicBezTo>
                <a:lnTo>
                  <a:pt x="214313" y="310753"/>
                </a:lnTo>
                <a:lnTo>
                  <a:pt x="128588" y="310753"/>
                </a:lnTo>
                <a:lnTo>
                  <a:pt x="128588" y="246459"/>
                </a:lnTo>
                <a:cubicBezTo>
                  <a:pt x="128588" y="228712"/>
                  <a:pt x="142987" y="214313"/>
                  <a:pt x="160734" y="214313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380880" y="2495520"/>
            <a:ext cx="2161440" cy="352368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523680"/>
              <a:gd name="textAreaBottom" fmla="*/ 3524400 h 3523680"/>
            </a:gdLst>
            <a:ahLst/>
            <a:cxnLst/>
            <a:rect l="textAreaLeft" t="textAreaTop" r="textAreaRight" b="textAreaBottom"/>
            <a:pathLst>
              <a:path w="2162175" h="35242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448055"/>
                </a:lnTo>
                <a:cubicBezTo>
                  <a:pt x="2162175" y="3490136"/>
                  <a:pt x="2128061" y="3524250"/>
                  <a:pt x="2085980" y="3524250"/>
                </a:cubicBezTo>
                <a:lnTo>
                  <a:pt x="76195" y="3524250"/>
                </a:lnTo>
                <a:cubicBezTo>
                  <a:pt x="34114" y="3524250"/>
                  <a:pt x="0" y="3490136"/>
                  <a:pt x="0" y="34480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80880" y="2495520"/>
            <a:ext cx="2161440" cy="3744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47840" y="2666880"/>
            <a:ext cx="2028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1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485640" y="3124080"/>
            <a:ext cx="1951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Principal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495360" y="3505320"/>
            <a:ext cx="1932840" cy="19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Tu colección personal con búsqueda en tiempo real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533520" y="5557680"/>
            <a:ext cx="1856520" cy="8640"/>
          </a:xfrm>
          <a:custGeom>
            <a:avLst/>
            <a:gdLst>
              <a:gd name="textAreaLeft" fmla="*/ 0 w 1856520"/>
              <a:gd name="textAreaRight" fmla="*/ 1857240 w 185652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857375" h="952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949320" y="5710320"/>
            <a:ext cx="132480" cy="132480"/>
          </a:xfrm>
          <a:custGeom>
            <a:avLst/>
            <a:gdLst>
              <a:gd name="textAreaLeft" fmla="*/ 0 w 132480"/>
              <a:gd name="textAreaRight" fmla="*/ 133200 w 13248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33350" h="133350">
                <a:moveTo>
                  <a:pt x="10418" y="12502"/>
                </a:moveTo>
                <a:cubicBezTo>
                  <a:pt x="6954" y="12502"/>
                  <a:pt x="4167" y="15288"/>
                  <a:pt x="4167" y="18752"/>
                </a:cubicBezTo>
                <a:lnTo>
                  <a:pt x="4167" y="31254"/>
                </a:lnTo>
                <a:cubicBezTo>
                  <a:pt x="4167" y="34718"/>
                  <a:pt x="6954" y="37505"/>
                  <a:pt x="10418" y="37505"/>
                </a:cubicBezTo>
                <a:lnTo>
                  <a:pt x="22920" y="37505"/>
                </a:lnTo>
                <a:cubicBezTo>
                  <a:pt x="26384" y="37505"/>
                  <a:pt x="29170" y="34718"/>
                  <a:pt x="29170" y="31254"/>
                </a:cubicBezTo>
                <a:lnTo>
                  <a:pt x="29170" y="18752"/>
                </a:lnTo>
                <a:cubicBezTo>
                  <a:pt x="29170" y="15288"/>
                  <a:pt x="26384" y="12502"/>
                  <a:pt x="22920" y="12502"/>
                </a:cubicBezTo>
                <a:lnTo>
                  <a:pt x="10418" y="12502"/>
                </a:lnTo>
                <a:close/>
                <a:moveTo>
                  <a:pt x="50006" y="16669"/>
                </a:moveTo>
                <a:cubicBezTo>
                  <a:pt x="45396" y="16669"/>
                  <a:pt x="41672" y="20393"/>
                  <a:pt x="41672" y="25003"/>
                </a:cubicBezTo>
                <a:cubicBezTo>
                  <a:pt x="41672" y="29613"/>
                  <a:pt x="45396" y="33337"/>
                  <a:pt x="50006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50006" y="16669"/>
                </a:lnTo>
                <a:close/>
                <a:moveTo>
                  <a:pt x="50006" y="58341"/>
                </a:moveTo>
                <a:cubicBezTo>
                  <a:pt x="45396" y="58341"/>
                  <a:pt x="41672" y="62065"/>
                  <a:pt x="41672" y="66675"/>
                </a:cubicBezTo>
                <a:cubicBezTo>
                  <a:pt x="41672" y="71285"/>
                  <a:pt x="45396" y="75009"/>
                  <a:pt x="50006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50006" y="58341"/>
                </a:lnTo>
                <a:close/>
                <a:moveTo>
                  <a:pt x="50006" y="100013"/>
                </a:moveTo>
                <a:cubicBezTo>
                  <a:pt x="45396" y="100013"/>
                  <a:pt x="41672" y="103737"/>
                  <a:pt x="41672" y="108347"/>
                </a:cubicBezTo>
                <a:cubicBezTo>
                  <a:pt x="41672" y="112957"/>
                  <a:pt x="45396" y="116681"/>
                  <a:pt x="50006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50006" y="100013"/>
                </a:lnTo>
                <a:close/>
                <a:moveTo>
                  <a:pt x="4167" y="60424"/>
                </a:moveTo>
                <a:lnTo>
                  <a:pt x="4167" y="72926"/>
                </a:lnTo>
                <a:cubicBezTo>
                  <a:pt x="4167" y="76390"/>
                  <a:pt x="6954" y="79177"/>
                  <a:pt x="10418" y="79177"/>
                </a:cubicBezTo>
                <a:lnTo>
                  <a:pt x="22920" y="79177"/>
                </a:lnTo>
                <a:cubicBezTo>
                  <a:pt x="26384" y="79177"/>
                  <a:pt x="29170" y="76390"/>
                  <a:pt x="29170" y="72926"/>
                </a:cubicBezTo>
                <a:lnTo>
                  <a:pt x="29170" y="60424"/>
                </a:lnTo>
                <a:cubicBezTo>
                  <a:pt x="29170" y="56960"/>
                  <a:pt x="26384" y="54173"/>
                  <a:pt x="22920" y="54173"/>
                </a:cubicBezTo>
                <a:lnTo>
                  <a:pt x="10418" y="54173"/>
                </a:lnTo>
                <a:cubicBezTo>
                  <a:pt x="6954" y="54173"/>
                  <a:pt x="4167" y="56960"/>
                  <a:pt x="4167" y="60424"/>
                </a:cubicBezTo>
                <a:close/>
                <a:moveTo>
                  <a:pt x="10418" y="95845"/>
                </a:moveTo>
                <a:cubicBezTo>
                  <a:pt x="6954" y="95845"/>
                  <a:pt x="4167" y="98632"/>
                  <a:pt x="4167" y="102096"/>
                </a:cubicBezTo>
                <a:lnTo>
                  <a:pt x="4167" y="114598"/>
                </a:lnTo>
                <a:cubicBezTo>
                  <a:pt x="4167" y="118062"/>
                  <a:pt x="6954" y="120848"/>
                  <a:pt x="10418" y="120848"/>
                </a:cubicBezTo>
                <a:lnTo>
                  <a:pt x="22920" y="120848"/>
                </a:lnTo>
                <a:cubicBezTo>
                  <a:pt x="26384" y="120848"/>
                  <a:pt x="29170" y="118062"/>
                  <a:pt x="29170" y="114598"/>
                </a:cubicBezTo>
                <a:lnTo>
                  <a:pt x="29170" y="102096"/>
                </a:lnTo>
                <a:cubicBezTo>
                  <a:pt x="29170" y="98632"/>
                  <a:pt x="26384" y="95845"/>
                  <a:pt x="22920" y="95845"/>
                </a:cubicBezTo>
                <a:lnTo>
                  <a:pt x="10418" y="95845"/>
                </a:lnTo>
                <a:close/>
              </a:path>
            </a:pathLst>
          </a:custGeom>
          <a:solidFill>
            <a:srgbClr val="A89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728640" y="5676840"/>
            <a:ext cx="16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Lista de libros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3398400" y="1562040"/>
            <a:ext cx="761400" cy="761400"/>
          </a:xfrm>
          <a:custGeom>
            <a:avLst/>
            <a:gdLst>
              <a:gd name="textAreaLeft" fmla="*/ 0 w 761400"/>
              <a:gd name="textAreaRight" fmla="*/ 762120 w 76140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01520" dir="2700000" dist="49893" kx="0" ky="0" rotWithShape="0" sx="100000" sy="100000">
              <a:srgbClr val="FFFFFF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3607920" y="1771560"/>
            <a:ext cx="342360" cy="342360"/>
          </a:xfrm>
          <a:custGeom>
            <a:avLst/>
            <a:gdLst>
              <a:gd name="textAreaLeft" fmla="*/ 0 w 342360"/>
              <a:gd name="textAreaRight" fmla="*/ 343080 w 34236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2900" h="342900">
                <a:moveTo>
                  <a:pt x="99856" y="43398"/>
                </a:moveTo>
                <a:lnTo>
                  <a:pt x="92891" y="64294"/>
                </a:lnTo>
                <a:lnTo>
                  <a:pt x="42863" y="64294"/>
                </a:lnTo>
                <a:cubicBezTo>
                  <a:pt x="19221" y="64294"/>
                  <a:pt x="0" y="83515"/>
                  <a:pt x="0" y="107156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300038" y="321469"/>
                </a:lnTo>
                <a:cubicBezTo>
                  <a:pt x="323679" y="321469"/>
                  <a:pt x="342900" y="302248"/>
                  <a:pt x="342900" y="278606"/>
                </a:cubicBezTo>
                <a:lnTo>
                  <a:pt x="342900" y="107156"/>
                </a:lnTo>
                <a:cubicBezTo>
                  <a:pt x="342900" y="83515"/>
                  <a:pt x="323679" y="64294"/>
                  <a:pt x="300038" y="64294"/>
                </a:cubicBezTo>
                <a:lnTo>
                  <a:pt x="250009" y="64294"/>
                </a:lnTo>
                <a:lnTo>
                  <a:pt x="243044" y="43398"/>
                </a:lnTo>
                <a:cubicBezTo>
                  <a:pt x="238691" y="30272"/>
                  <a:pt x="226435" y="21431"/>
                  <a:pt x="212571" y="21431"/>
                </a:cubicBezTo>
                <a:lnTo>
                  <a:pt x="130329" y="21431"/>
                </a:lnTo>
                <a:cubicBezTo>
                  <a:pt x="116465" y="21431"/>
                  <a:pt x="104209" y="30272"/>
                  <a:pt x="99856" y="43398"/>
                </a:cubicBezTo>
                <a:close/>
                <a:moveTo>
                  <a:pt x="171450" y="128588"/>
                </a:moveTo>
                <a:cubicBezTo>
                  <a:pt x="206935" y="128588"/>
                  <a:pt x="235744" y="157397"/>
                  <a:pt x="235744" y="192881"/>
                </a:cubicBezTo>
                <a:cubicBezTo>
                  <a:pt x="235744" y="228366"/>
                  <a:pt x="206935" y="257175"/>
                  <a:pt x="171450" y="257175"/>
                </a:cubicBezTo>
                <a:cubicBezTo>
                  <a:pt x="135965" y="257175"/>
                  <a:pt x="107156" y="228366"/>
                  <a:pt x="107156" y="192881"/>
                </a:cubicBezTo>
                <a:cubicBezTo>
                  <a:pt x="107156" y="157397"/>
                  <a:pt x="135965" y="128588"/>
                  <a:pt x="171450" y="128588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2697480" y="2495520"/>
            <a:ext cx="2161440" cy="352368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523680"/>
              <a:gd name="textAreaBottom" fmla="*/ 3524400 h 3523680"/>
            </a:gdLst>
            <a:ahLst/>
            <a:cxnLst/>
            <a:rect l="textAreaLeft" t="textAreaTop" r="textAreaRight" b="textAreaBottom"/>
            <a:pathLst>
              <a:path w="2162175" h="35242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448055"/>
                </a:lnTo>
                <a:cubicBezTo>
                  <a:pt x="2162175" y="3490136"/>
                  <a:pt x="2128061" y="3524250"/>
                  <a:pt x="2085980" y="3524250"/>
                </a:cubicBezTo>
                <a:lnTo>
                  <a:pt x="76195" y="3524250"/>
                </a:lnTo>
                <a:cubicBezTo>
                  <a:pt x="34114" y="3524250"/>
                  <a:pt x="0" y="3490136"/>
                  <a:pt x="0" y="34480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2697480" y="2495520"/>
            <a:ext cx="2161440" cy="3744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2764080" y="2666880"/>
            <a:ext cx="2028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2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2802240" y="3124080"/>
            <a:ext cx="1951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Escanear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2811600" y="3505320"/>
            <a:ext cx="1932840" cy="19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Abre la cámara y detecta el ISBN automáticamente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2849760" y="5557680"/>
            <a:ext cx="1856520" cy="8640"/>
          </a:xfrm>
          <a:custGeom>
            <a:avLst/>
            <a:gdLst>
              <a:gd name="textAreaLeft" fmla="*/ 0 w 1856520"/>
              <a:gd name="textAreaRight" fmla="*/ 1857240 w 185652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857375" h="952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1"/>
          <p:cNvSpPr/>
          <p:nvPr/>
        </p:nvSpPr>
        <p:spPr>
          <a:xfrm>
            <a:off x="3414960" y="57103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A89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3045240" y="5676840"/>
            <a:ext cx="16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ML Kit IA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3"/>
          <p:cNvSpPr/>
          <p:nvPr/>
        </p:nvSpPr>
        <p:spPr>
          <a:xfrm>
            <a:off x="5715000" y="1562040"/>
            <a:ext cx="761400" cy="761400"/>
          </a:xfrm>
          <a:custGeom>
            <a:avLst/>
            <a:gdLst>
              <a:gd name="textAreaLeft" fmla="*/ 0 w 761400"/>
              <a:gd name="textAreaRight" fmla="*/ 762120 w 76140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01520" dir="2700000" dist="49893" kx="0" ky="0" rotWithShape="0" sx="100000" sy="100000">
              <a:srgbClr val="FFFFFF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4"/>
          <p:cNvSpPr/>
          <p:nvPr/>
        </p:nvSpPr>
        <p:spPr>
          <a:xfrm>
            <a:off x="5924520" y="1771560"/>
            <a:ext cx="342360" cy="342360"/>
          </a:xfrm>
          <a:custGeom>
            <a:avLst/>
            <a:gdLst>
              <a:gd name="textAreaLeft" fmla="*/ 0 w 342360"/>
              <a:gd name="textAreaRight" fmla="*/ 343080 w 34236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2900" h="342900">
                <a:moveTo>
                  <a:pt x="278606" y="139303"/>
                </a:moveTo>
                <a:cubicBezTo>
                  <a:pt x="278606" y="170044"/>
                  <a:pt x="268627" y="198440"/>
                  <a:pt x="251817" y="221479"/>
                </a:cubicBezTo>
                <a:lnTo>
                  <a:pt x="336605" y="306333"/>
                </a:lnTo>
                <a:cubicBezTo>
                  <a:pt x="344976" y="314705"/>
                  <a:pt x="344976" y="328300"/>
                  <a:pt x="336605" y="336672"/>
                </a:cubicBezTo>
                <a:cubicBezTo>
                  <a:pt x="328233" y="345043"/>
                  <a:pt x="314638" y="345043"/>
                  <a:pt x="306266" y="336672"/>
                </a:cubicBezTo>
                <a:lnTo>
                  <a:pt x="221479" y="251817"/>
                </a:lnTo>
                <a:cubicBezTo>
                  <a:pt x="198440" y="268627"/>
                  <a:pt x="170044" y="278606"/>
                  <a:pt x="139303" y="278606"/>
                </a:cubicBezTo>
                <a:cubicBezTo>
                  <a:pt x="62352" y="278606"/>
                  <a:pt x="0" y="216255"/>
                  <a:pt x="0" y="139303"/>
                </a:cubicBezTo>
                <a:cubicBezTo>
                  <a:pt x="0" y="62352"/>
                  <a:pt x="62352" y="0"/>
                  <a:pt x="139303" y="0"/>
                </a:cubicBezTo>
                <a:cubicBezTo>
                  <a:pt x="216255" y="0"/>
                  <a:pt x="278606" y="62352"/>
                  <a:pt x="278606" y="139303"/>
                </a:cubicBezTo>
                <a:close/>
                <a:moveTo>
                  <a:pt x="139303" y="235744"/>
                </a:moveTo>
                <a:cubicBezTo>
                  <a:pt x="192530" y="235744"/>
                  <a:pt x="235744" y="192530"/>
                  <a:pt x="235744" y="139303"/>
                </a:cubicBezTo>
                <a:cubicBezTo>
                  <a:pt x="235744" y="86076"/>
                  <a:pt x="192530" y="42863"/>
                  <a:pt x="139303" y="42863"/>
                </a:cubicBezTo>
                <a:cubicBezTo>
                  <a:pt x="86076" y="42863"/>
                  <a:pt x="42863" y="86076"/>
                  <a:pt x="42863" y="139303"/>
                </a:cubicBezTo>
                <a:cubicBezTo>
                  <a:pt x="42863" y="192530"/>
                  <a:pt x="86076" y="235744"/>
                  <a:pt x="139303" y="235744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5"/>
          <p:cNvSpPr/>
          <p:nvPr/>
        </p:nvSpPr>
        <p:spPr>
          <a:xfrm>
            <a:off x="5014080" y="2495520"/>
            <a:ext cx="2161440" cy="352368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523680"/>
              <a:gd name="textAreaBottom" fmla="*/ 3524400 h 3523680"/>
            </a:gdLst>
            <a:ahLst/>
            <a:cxnLst/>
            <a:rect l="textAreaLeft" t="textAreaTop" r="textAreaRight" b="textAreaBottom"/>
            <a:pathLst>
              <a:path w="2162175" h="35242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448055"/>
                </a:lnTo>
                <a:cubicBezTo>
                  <a:pt x="2162175" y="3490136"/>
                  <a:pt x="2128061" y="3524250"/>
                  <a:pt x="2085980" y="3524250"/>
                </a:cubicBezTo>
                <a:lnTo>
                  <a:pt x="76195" y="3524250"/>
                </a:lnTo>
                <a:cubicBezTo>
                  <a:pt x="34114" y="3524250"/>
                  <a:pt x="0" y="3490136"/>
                  <a:pt x="0" y="34480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6"/>
          <p:cNvSpPr/>
          <p:nvPr/>
        </p:nvSpPr>
        <p:spPr>
          <a:xfrm>
            <a:off x="5014080" y="2495520"/>
            <a:ext cx="2161440" cy="3744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5080680" y="2666880"/>
            <a:ext cx="2028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3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5118840" y="3124080"/>
            <a:ext cx="1951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Resultado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9"/>
          <p:cNvSpPr/>
          <p:nvPr/>
        </p:nvSpPr>
        <p:spPr>
          <a:xfrm>
            <a:off x="5128200" y="3505320"/>
            <a:ext cx="1932840" cy="19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Muestra datos del libro o detecta duplicados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0"/>
          <p:cNvSpPr/>
          <p:nvPr/>
        </p:nvSpPr>
        <p:spPr>
          <a:xfrm>
            <a:off x="5166360" y="5557680"/>
            <a:ext cx="1856520" cy="8640"/>
          </a:xfrm>
          <a:custGeom>
            <a:avLst/>
            <a:gdLst>
              <a:gd name="textAreaLeft" fmla="*/ 0 w 1856520"/>
              <a:gd name="textAreaRight" fmla="*/ 1857240 w 185652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857375" h="952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1"/>
          <p:cNvSpPr/>
          <p:nvPr/>
        </p:nvSpPr>
        <p:spPr>
          <a:xfrm>
            <a:off x="5690520" y="57103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00013" y="133350"/>
                </a:moveTo>
                <a:lnTo>
                  <a:pt x="25003" y="133350"/>
                </a:lnTo>
                <a:cubicBezTo>
                  <a:pt x="11199" y="133350"/>
                  <a:pt x="0" y="122151"/>
                  <a:pt x="0" y="108347"/>
                </a:cubicBezTo>
                <a:lnTo>
                  <a:pt x="0" y="25003"/>
                </a:lnTo>
                <a:cubicBezTo>
                  <a:pt x="0" y="11199"/>
                  <a:pt x="11199" y="0"/>
                  <a:pt x="25003" y="0"/>
                </a:cubicBezTo>
                <a:lnTo>
                  <a:pt x="104180" y="0"/>
                </a:lnTo>
                <a:cubicBezTo>
                  <a:pt x="111082" y="0"/>
                  <a:pt x="116681" y="5600"/>
                  <a:pt x="116681" y="12502"/>
                </a:cubicBezTo>
                <a:lnTo>
                  <a:pt x="116681" y="87511"/>
                </a:lnTo>
                <a:cubicBezTo>
                  <a:pt x="116681" y="92954"/>
                  <a:pt x="113191" y="97590"/>
                  <a:pt x="108347" y="99309"/>
                </a:cubicBezTo>
                <a:lnTo>
                  <a:pt x="108347" y="116681"/>
                </a:lnTo>
                <a:cubicBezTo>
                  <a:pt x="112957" y="116681"/>
                  <a:pt x="116681" y="120406"/>
                  <a:pt x="116681" y="125016"/>
                </a:cubicBezTo>
                <a:cubicBezTo>
                  <a:pt x="116681" y="129626"/>
                  <a:pt x="112957" y="133350"/>
                  <a:pt x="108347" y="133350"/>
                </a:cubicBezTo>
                <a:lnTo>
                  <a:pt x="100013" y="133350"/>
                </a:lnTo>
                <a:close/>
                <a:moveTo>
                  <a:pt x="25003" y="100013"/>
                </a:moveTo>
                <a:cubicBezTo>
                  <a:pt x="20393" y="100013"/>
                  <a:pt x="16669" y="103737"/>
                  <a:pt x="16669" y="108347"/>
                </a:cubicBezTo>
                <a:cubicBezTo>
                  <a:pt x="16669" y="112957"/>
                  <a:pt x="20393" y="116681"/>
                  <a:pt x="25003" y="116681"/>
                </a:cubicBezTo>
                <a:lnTo>
                  <a:pt x="91678" y="116681"/>
                </a:lnTo>
                <a:lnTo>
                  <a:pt x="91678" y="100013"/>
                </a:lnTo>
                <a:lnTo>
                  <a:pt x="25003" y="100013"/>
                </a:lnTo>
                <a:close/>
                <a:moveTo>
                  <a:pt x="33337" y="39588"/>
                </a:moveTo>
                <a:cubicBezTo>
                  <a:pt x="33337" y="43052"/>
                  <a:pt x="36124" y="45839"/>
                  <a:pt x="39588" y="45839"/>
                </a:cubicBezTo>
                <a:lnTo>
                  <a:pt x="85427" y="45839"/>
                </a:lnTo>
                <a:cubicBezTo>
                  <a:pt x="88891" y="45839"/>
                  <a:pt x="91678" y="43052"/>
                  <a:pt x="91678" y="39588"/>
                </a:cubicBezTo>
                <a:cubicBezTo>
                  <a:pt x="91678" y="36124"/>
                  <a:pt x="88891" y="33337"/>
                  <a:pt x="85427" y="33337"/>
                </a:cubicBezTo>
                <a:lnTo>
                  <a:pt x="39588" y="33337"/>
                </a:lnTo>
                <a:cubicBezTo>
                  <a:pt x="36124" y="33337"/>
                  <a:pt x="33337" y="36124"/>
                  <a:pt x="33337" y="39588"/>
                </a:cubicBezTo>
                <a:close/>
                <a:moveTo>
                  <a:pt x="39588" y="58341"/>
                </a:moveTo>
                <a:cubicBezTo>
                  <a:pt x="36124" y="58341"/>
                  <a:pt x="33337" y="61127"/>
                  <a:pt x="33337" y="64591"/>
                </a:cubicBezTo>
                <a:cubicBezTo>
                  <a:pt x="33337" y="68055"/>
                  <a:pt x="36124" y="70842"/>
                  <a:pt x="39588" y="70842"/>
                </a:cubicBezTo>
                <a:lnTo>
                  <a:pt x="85427" y="70842"/>
                </a:lnTo>
                <a:cubicBezTo>
                  <a:pt x="88891" y="70842"/>
                  <a:pt x="91678" y="68055"/>
                  <a:pt x="91678" y="64591"/>
                </a:cubicBezTo>
                <a:cubicBezTo>
                  <a:pt x="91678" y="61127"/>
                  <a:pt x="88891" y="58341"/>
                  <a:pt x="85427" y="58341"/>
                </a:cubicBezTo>
                <a:lnTo>
                  <a:pt x="39588" y="58341"/>
                </a:lnTo>
                <a:close/>
              </a:path>
            </a:pathLst>
          </a:custGeom>
          <a:solidFill>
            <a:srgbClr val="A89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2"/>
          <p:cNvSpPr/>
          <p:nvPr/>
        </p:nvSpPr>
        <p:spPr>
          <a:xfrm>
            <a:off x="5361480" y="5676840"/>
            <a:ext cx="16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Metadatos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3"/>
          <p:cNvSpPr/>
          <p:nvPr/>
        </p:nvSpPr>
        <p:spPr>
          <a:xfrm>
            <a:off x="8031600" y="1562040"/>
            <a:ext cx="761400" cy="761400"/>
          </a:xfrm>
          <a:custGeom>
            <a:avLst/>
            <a:gdLst>
              <a:gd name="textAreaLeft" fmla="*/ 0 w 761400"/>
              <a:gd name="textAreaRight" fmla="*/ 762120 w 76140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01520" dir="2700000" dist="49893" kx="0" ky="0" rotWithShape="0" sx="100000" sy="100000">
              <a:srgbClr val="FFFFFF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4"/>
          <p:cNvSpPr/>
          <p:nvPr/>
        </p:nvSpPr>
        <p:spPr>
          <a:xfrm>
            <a:off x="8241120" y="1771560"/>
            <a:ext cx="342360" cy="342360"/>
          </a:xfrm>
          <a:custGeom>
            <a:avLst/>
            <a:gdLst>
              <a:gd name="textAreaLeft" fmla="*/ 0 w 342360"/>
              <a:gd name="textAreaRight" fmla="*/ 343080 w 34236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2900" h="342900">
                <a:moveTo>
                  <a:pt x="315843" y="14533"/>
                </a:moveTo>
                <a:cubicBezTo>
                  <a:pt x="301176" y="-134"/>
                  <a:pt x="277468" y="-134"/>
                  <a:pt x="262801" y="14533"/>
                </a:cubicBezTo>
                <a:lnTo>
                  <a:pt x="246459" y="30874"/>
                </a:lnTo>
                <a:lnTo>
                  <a:pt x="312026" y="96441"/>
                </a:lnTo>
                <a:lnTo>
                  <a:pt x="328367" y="80099"/>
                </a:lnTo>
                <a:cubicBezTo>
                  <a:pt x="343034" y="65432"/>
                  <a:pt x="343034" y="41724"/>
                  <a:pt x="328367" y="27057"/>
                </a:cubicBezTo>
                <a:lnTo>
                  <a:pt x="315843" y="14533"/>
                </a:lnTo>
                <a:close/>
                <a:moveTo>
                  <a:pt x="115461" y="161873"/>
                </a:moveTo>
                <a:cubicBezTo>
                  <a:pt x="111376" y="165958"/>
                  <a:pt x="108228" y="170981"/>
                  <a:pt x="106420" y="176540"/>
                </a:cubicBezTo>
                <a:lnTo>
                  <a:pt x="86596" y="236012"/>
                </a:lnTo>
                <a:cubicBezTo>
                  <a:pt x="84653" y="241771"/>
                  <a:pt x="86194" y="248134"/>
                  <a:pt x="90480" y="252487"/>
                </a:cubicBezTo>
                <a:cubicBezTo>
                  <a:pt x="94766" y="256840"/>
                  <a:pt x="101129" y="258314"/>
                  <a:pt x="106955" y="256371"/>
                </a:cubicBezTo>
                <a:lnTo>
                  <a:pt x="166427" y="236547"/>
                </a:lnTo>
                <a:cubicBezTo>
                  <a:pt x="171919" y="234739"/>
                  <a:pt x="176942" y="231591"/>
                  <a:pt x="181094" y="227506"/>
                </a:cubicBezTo>
                <a:lnTo>
                  <a:pt x="289322" y="119144"/>
                </a:lnTo>
                <a:lnTo>
                  <a:pt x="223756" y="53578"/>
                </a:lnTo>
                <a:lnTo>
                  <a:pt x="115461" y="161873"/>
                </a:lnTo>
                <a:close/>
                <a:moveTo>
                  <a:pt x="64294" y="42863"/>
                </a:moveTo>
                <a:cubicBezTo>
                  <a:pt x="28798" y="42863"/>
                  <a:pt x="0" y="71661"/>
                  <a:pt x="0" y="107156"/>
                </a:cubicBezTo>
                <a:lnTo>
                  <a:pt x="0" y="278606"/>
                </a:lnTo>
                <a:cubicBezTo>
                  <a:pt x="0" y="314102"/>
                  <a:pt x="28798" y="342900"/>
                  <a:pt x="64294" y="342900"/>
                </a:cubicBezTo>
                <a:lnTo>
                  <a:pt x="235744" y="342900"/>
                </a:lnTo>
                <a:cubicBezTo>
                  <a:pt x="271239" y="342900"/>
                  <a:pt x="300038" y="314102"/>
                  <a:pt x="300038" y="278606"/>
                </a:cubicBezTo>
                <a:lnTo>
                  <a:pt x="300038" y="214313"/>
                </a:lnTo>
                <a:cubicBezTo>
                  <a:pt x="300038" y="202458"/>
                  <a:pt x="290460" y="192881"/>
                  <a:pt x="278606" y="192881"/>
                </a:cubicBezTo>
                <a:cubicBezTo>
                  <a:pt x="266752" y="192881"/>
                  <a:pt x="257175" y="202458"/>
                  <a:pt x="257175" y="214313"/>
                </a:cubicBezTo>
                <a:lnTo>
                  <a:pt x="257175" y="278606"/>
                </a:lnTo>
                <a:cubicBezTo>
                  <a:pt x="257175" y="290460"/>
                  <a:pt x="247598" y="300038"/>
                  <a:pt x="235744" y="300038"/>
                </a:cubicBezTo>
                <a:lnTo>
                  <a:pt x="64294" y="300038"/>
                </a:lnTo>
                <a:cubicBezTo>
                  <a:pt x="52440" y="300038"/>
                  <a:pt x="42863" y="290460"/>
                  <a:pt x="42863" y="278606"/>
                </a:cubicBezTo>
                <a:lnTo>
                  <a:pt x="42863" y="107156"/>
                </a:lnTo>
                <a:cubicBezTo>
                  <a:pt x="42863" y="95302"/>
                  <a:pt x="52440" y="85725"/>
                  <a:pt x="64294" y="85725"/>
                </a:cubicBezTo>
                <a:lnTo>
                  <a:pt x="128588" y="85725"/>
                </a:lnTo>
                <a:cubicBezTo>
                  <a:pt x="140442" y="85725"/>
                  <a:pt x="150019" y="76148"/>
                  <a:pt x="150019" y="64294"/>
                </a:cubicBezTo>
                <a:cubicBezTo>
                  <a:pt x="150019" y="52440"/>
                  <a:pt x="140442" y="42863"/>
                  <a:pt x="128588" y="42863"/>
                </a:cubicBezTo>
                <a:lnTo>
                  <a:pt x="64294" y="42863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5"/>
          <p:cNvSpPr/>
          <p:nvPr/>
        </p:nvSpPr>
        <p:spPr>
          <a:xfrm>
            <a:off x="7330320" y="2495520"/>
            <a:ext cx="2161440" cy="352368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523680"/>
              <a:gd name="textAreaBottom" fmla="*/ 3524400 h 3523680"/>
            </a:gdLst>
            <a:ahLst/>
            <a:cxnLst/>
            <a:rect l="textAreaLeft" t="textAreaTop" r="textAreaRight" b="textAreaBottom"/>
            <a:pathLst>
              <a:path w="2162175" h="35242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448055"/>
                </a:lnTo>
                <a:cubicBezTo>
                  <a:pt x="2162175" y="3490136"/>
                  <a:pt x="2128061" y="3524250"/>
                  <a:pt x="2085980" y="3524250"/>
                </a:cubicBezTo>
                <a:lnTo>
                  <a:pt x="76195" y="3524250"/>
                </a:lnTo>
                <a:cubicBezTo>
                  <a:pt x="34114" y="3524250"/>
                  <a:pt x="0" y="3490136"/>
                  <a:pt x="0" y="34480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6"/>
          <p:cNvSpPr/>
          <p:nvPr/>
        </p:nvSpPr>
        <p:spPr>
          <a:xfrm>
            <a:off x="7330320" y="2495520"/>
            <a:ext cx="2161440" cy="3744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7"/>
          <p:cNvSpPr/>
          <p:nvPr/>
        </p:nvSpPr>
        <p:spPr>
          <a:xfrm>
            <a:off x="7396920" y="2666880"/>
            <a:ext cx="2028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4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8"/>
          <p:cNvSpPr/>
          <p:nvPr/>
        </p:nvSpPr>
        <p:spPr>
          <a:xfrm>
            <a:off x="7435080" y="3124080"/>
            <a:ext cx="1951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Editar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9"/>
          <p:cNvSpPr/>
          <p:nvPr/>
        </p:nvSpPr>
        <p:spPr>
          <a:xfrm>
            <a:off x="7444800" y="3505320"/>
            <a:ext cx="1932840" cy="19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Modifica o completa los datos si es necesario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0"/>
          <p:cNvSpPr/>
          <p:nvPr/>
        </p:nvSpPr>
        <p:spPr>
          <a:xfrm>
            <a:off x="7482960" y="5557680"/>
            <a:ext cx="1856520" cy="8640"/>
          </a:xfrm>
          <a:custGeom>
            <a:avLst/>
            <a:gdLst>
              <a:gd name="textAreaLeft" fmla="*/ 0 w 1856520"/>
              <a:gd name="textAreaRight" fmla="*/ 1857240 w 185652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857375" h="952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41"/>
          <p:cNvSpPr/>
          <p:nvPr/>
        </p:nvSpPr>
        <p:spPr>
          <a:xfrm>
            <a:off x="7972560" y="5710320"/>
            <a:ext cx="132480" cy="132480"/>
          </a:xfrm>
          <a:custGeom>
            <a:avLst/>
            <a:gdLst>
              <a:gd name="textAreaLeft" fmla="*/ 0 w 132480"/>
              <a:gd name="textAreaRight" fmla="*/ 133200 w 13248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33350" h="133350">
                <a:moveTo>
                  <a:pt x="0" y="108347"/>
                </a:moveTo>
                <a:lnTo>
                  <a:pt x="0" y="54173"/>
                </a:lnTo>
                <a:lnTo>
                  <a:pt x="35473" y="54173"/>
                </a:lnTo>
                <a:cubicBezTo>
                  <a:pt x="38989" y="48912"/>
                  <a:pt x="43808" y="44589"/>
                  <a:pt x="49459" y="41672"/>
                </a:cubicBezTo>
                <a:lnTo>
                  <a:pt x="0" y="41672"/>
                </a:lnTo>
                <a:lnTo>
                  <a:pt x="0" y="32738"/>
                </a:lnTo>
                <a:cubicBezTo>
                  <a:pt x="0" y="23545"/>
                  <a:pt x="7475" y="16070"/>
                  <a:pt x="16669" y="16070"/>
                </a:cubicBezTo>
                <a:lnTo>
                  <a:pt x="16695" y="16070"/>
                </a:lnTo>
                <a:cubicBezTo>
                  <a:pt x="17007" y="11746"/>
                  <a:pt x="20602" y="8334"/>
                  <a:pt x="25003" y="8334"/>
                </a:cubicBezTo>
                <a:lnTo>
                  <a:pt x="33337" y="8334"/>
                </a:lnTo>
                <a:cubicBezTo>
                  <a:pt x="37739" y="8334"/>
                  <a:pt x="41333" y="11746"/>
                  <a:pt x="41646" y="16070"/>
                </a:cubicBezTo>
                <a:lnTo>
                  <a:pt x="50006" y="16070"/>
                </a:lnTo>
                <a:lnTo>
                  <a:pt x="63341" y="9871"/>
                </a:lnTo>
                <a:cubicBezTo>
                  <a:pt x="65529" y="8855"/>
                  <a:pt x="67925" y="8308"/>
                  <a:pt x="70347" y="8308"/>
                </a:cubicBezTo>
                <a:lnTo>
                  <a:pt x="116681" y="8334"/>
                </a:lnTo>
                <a:cubicBezTo>
                  <a:pt x="125875" y="8334"/>
                  <a:pt x="133350" y="15809"/>
                  <a:pt x="133350" y="25003"/>
                </a:cubicBezTo>
                <a:lnTo>
                  <a:pt x="133350" y="41672"/>
                </a:lnTo>
                <a:lnTo>
                  <a:pt x="83865" y="41672"/>
                </a:lnTo>
                <a:cubicBezTo>
                  <a:pt x="89516" y="44589"/>
                  <a:pt x="94335" y="48912"/>
                  <a:pt x="97851" y="54173"/>
                </a:cubicBezTo>
                <a:lnTo>
                  <a:pt x="133324" y="54173"/>
                </a:lnTo>
                <a:lnTo>
                  <a:pt x="133324" y="108347"/>
                </a:lnTo>
                <a:cubicBezTo>
                  <a:pt x="133324" y="117541"/>
                  <a:pt x="125849" y="125016"/>
                  <a:pt x="116655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close/>
                <a:moveTo>
                  <a:pt x="66675" y="50006"/>
                </a:moveTo>
                <a:cubicBezTo>
                  <a:pt x="57545" y="49712"/>
                  <a:pt x="48980" y="54414"/>
                  <a:pt x="44328" y="62275"/>
                </a:cubicBezTo>
                <a:cubicBezTo>
                  <a:pt x="39676" y="70137"/>
                  <a:pt x="39676" y="79908"/>
                  <a:pt x="44328" y="87769"/>
                </a:cubicBezTo>
                <a:cubicBezTo>
                  <a:pt x="48980" y="95631"/>
                  <a:pt x="57545" y="100333"/>
                  <a:pt x="66675" y="100039"/>
                </a:cubicBezTo>
                <a:cubicBezTo>
                  <a:pt x="75805" y="100333"/>
                  <a:pt x="84370" y="95631"/>
                  <a:pt x="89022" y="87769"/>
                </a:cubicBezTo>
                <a:cubicBezTo>
                  <a:pt x="93674" y="79908"/>
                  <a:pt x="93674" y="70137"/>
                  <a:pt x="89022" y="62275"/>
                </a:cubicBezTo>
                <a:cubicBezTo>
                  <a:pt x="84370" y="54414"/>
                  <a:pt x="75805" y="49712"/>
                  <a:pt x="66675" y="50006"/>
                </a:cubicBezTo>
                <a:close/>
              </a:path>
            </a:pathLst>
          </a:custGeom>
          <a:solidFill>
            <a:srgbClr val="A89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2"/>
          <p:cNvSpPr/>
          <p:nvPr/>
        </p:nvSpPr>
        <p:spPr>
          <a:xfrm>
            <a:off x="7678080" y="5676840"/>
            <a:ext cx="16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Foto propia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3"/>
          <p:cNvSpPr/>
          <p:nvPr/>
        </p:nvSpPr>
        <p:spPr>
          <a:xfrm>
            <a:off x="10347840" y="1562040"/>
            <a:ext cx="761400" cy="761400"/>
          </a:xfrm>
          <a:custGeom>
            <a:avLst/>
            <a:gdLst>
              <a:gd name="textAreaLeft" fmla="*/ 0 w 761400"/>
              <a:gd name="textAreaRight" fmla="*/ 762120 w 76140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01520" dir="2700000" dist="49893" kx="0" ky="0" rotWithShape="0" sx="100000" sy="100000">
              <a:srgbClr val="FFFFFF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4"/>
          <p:cNvSpPr/>
          <p:nvPr/>
        </p:nvSpPr>
        <p:spPr>
          <a:xfrm>
            <a:off x="10578960" y="1771560"/>
            <a:ext cx="299160" cy="342360"/>
          </a:xfrm>
          <a:custGeom>
            <a:avLst/>
            <a:gdLst>
              <a:gd name="textAreaLeft" fmla="*/ 0 w 299160"/>
              <a:gd name="textAreaRight" fmla="*/ 299880 w 29916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00038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78606"/>
                </a:lnTo>
                <a:cubicBezTo>
                  <a:pt x="0" y="302248"/>
                  <a:pt x="19221" y="321469"/>
                  <a:pt x="42863" y="321469"/>
                </a:cubicBezTo>
                <a:lnTo>
                  <a:pt x="257175" y="321469"/>
                </a:lnTo>
                <a:cubicBezTo>
                  <a:pt x="280816" y="321469"/>
                  <a:pt x="300038" y="302248"/>
                  <a:pt x="300038" y="278606"/>
                </a:cubicBezTo>
                <a:lnTo>
                  <a:pt x="300038" y="116064"/>
                </a:lnTo>
                <a:cubicBezTo>
                  <a:pt x="300038" y="104678"/>
                  <a:pt x="295550" y="93762"/>
                  <a:pt x="287514" y="85725"/>
                </a:cubicBezTo>
                <a:lnTo>
                  <a:pt x="235744" y="33955"/>
                </a:lnTo>
                <a:cubicBezTo>
                  <a:pt x="227707" y="25918"/>
                  <a:pt x="216790" y="21431"/>
                  <a:pt x="205405" y="21431"/>
                </a:cubicBezTo>
                <a:lnTo>
                  <a:pt x="42863" y="21431"/>
                </a:lnTo>
                <a:close/>
                <a:moveTo>
                  <a:pt x="64294" y="85725"/>
                </a:moveTo>
                <a:cubicBezTo>
                  <a:pt x="64294" y="73871"/>
                  <a:pt x="73871" y="64294"/>
                  <a:pt x="85725" y="64294"/>
                </a:cubicBezTo>
                <a:lnTo>
                  <a:pt x="192881" y="64294"/>
                </a:lnTo>
                <a:cubicBezTo>
                  <a:pt x="204735" y="64294"/>
                  <a:pt x="214313" y="73871"/>
                  <a:pt x="214313" y="85725"/>
                </a:cubicBezTo>
                <a:lnTo>
                  <a:pt x="214313" y="128588"/>
                </a:lnTo>
                <a:cubicBezTo>
                  <a:pt x="214313" y="140442"/>
                  <a:pt x="204735" y="150019"/>
                  <a:pt x="192881" y="150019"/>
                </a:cubicBezTo>
                <a:lnTo>
                  <a:pt x="85725" y="150019"/>
                </a:lnTo>
                <a:cubicBezTo>
                  <a:pt x="73871" y="150019"/>
                  <a:pt x="64294" y="140442"/>
                  <a:pt x="64294" y="128588"/>
                </a:cubicBezTo>
                <a:lnTo>
                  <a:pt x="64294" y="85725"/>
                </a:lnTo>
                <a:close/>
                <a:moveTo>
                  <a:pt x="150019" y="192881"/>
                </a:moveTo>
                <a:cubicBezTo>
                  <a:pt x="173675" y="192881"/>
                  <a:pt x="192881" y="212087"/>
                  <a:pt x="192881" y="235744"/>
                </a:cubicBezTo>
                <a:cubicBezTo>
                  <a:pt x="192881" y="259400"/>
                  <a:pt x="173675" y="278606"/>
                  <a:pt x="150019" y="278606"/>
                </a:cubicBezTo>
                <a:cubicBezTo>
                  <a:pt x="126362" y="278606"/>
                  <a:pt x="107156" y="259400"/>
                  <a:pt x="107156" y="235744"/>
                </a:cubicBezTo>
                <a:cubicBezTo>
                  <a:pt x="107156" y="212087"/>
                  <a:pt x="126362" y="192881"/>
                  <a:pt x="150019" y="192881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5"/>
          <p:cNvSpPr/>
          <p:nvPr/>
        </p:nvSpPr>
        <p:spPr>
          <a:xfrm>
            <a:off x="9646920" y="2495520"/>
            <a:ext cx="2161440" cy="352368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523680"/>
              <a:gd name="textAreaBottom" fmla="*/ 3524400 h 3523680"/>
            </a:gdLst>
            <a:ahLst/>
            <a:cxnLst/>
            <a:rect l="textAreaLeft" t="textAreaTop" r="textAreaRight" b="textAreaBottom"/>
            <a:pathLst>
              <a:path w="2162175" h="352425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448055"/>
                </a:lnTo>
                <a:cubicBezTo>
                  <a:pt x="2162175" y="3490136"/>
                  <a:pt x="2128061" y="3524250"/>
                  <a:pt x="2085980" y="3524250"/>
                </a:cubicBezTo>
                <a:lnTo>
                  <a:pt x="76195" y="3524250"/>
                </a:lnTo>
                <a:cubicBezTo>
                  <a:pt x="34114" y="3524250"/>
                  <a:pt x="0" y="3490136"/>
                  <a:pt x="0" y="34480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6"/>
          <p:cNvSpPr/>
          <p:nvPr/>
        </p:nvSpPr>
        <p:spPr>
          <a:xfrm>
            <a:off x="9646920" y="2495520"/>
            <a:ext cx="2161440" cy="37440"/>
          </a:xfrm>
          <a:custGeom>
            <a:avLst/>
            <a:gdLst>
              <a:gd name="textAreaLeft" fmla="*/ 0 w 2161440"/>
              <a:gd name="textAreaRight" fmla="*/ 2162160 w 216144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7"/>
          <p:cNvSpPr/>
          <p:nvPr/>
        </p:nvSpPr>
        <p:spPr>
          <a:xfrm>
            <a:off x="9713520" y="2666880"/>
            <a:ext cx="20282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5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8"/>
          <p:cNvSpPr/>
          <p:nvPr/>
        </p:nvSpPr>
        <p:spPr>
          <a:xfrm>
            <a:off x="9751680" y="3124080"/>
            <a:ext cx="1951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Guardar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9"/>
          <p:cNvSpPr/>
          <p:nvPr/>
        </p:nvSpPr>
        <p:spPr>
          <a:xfrm>
            <a:off x="9761040" y="3505320"/>
            <a:ext cx="1932840" cy="19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Guarda en la base de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0"/>
          <p:cNvSpPr/>
          <p:nvPr/>
        </p:nvSpPr>
        <p:spPr>
          <a:xfrm>
            <a:off x="9799200" y="5557680"/>
            <a:ext cx="1856520" cy="8640"/>
          </a:xfrm>
          <a:custGeom>
            <a:avLst/>
            <a:gdLst>
              <a:gd name="textAreaLeft" fmla="*/ 0 w 1856520"/>
              <a:gd name="textAreaRight" fmla="*/ 1857240 w 1856520"/>
              <a:gd name="textAreaTop" fmla="*/ 0 h 8640"/>
              <a:gd name="textAreaBottom" fmla="*/ 9360 h 8640"/>
            </a:gdLst>
            <a:ahLst/>
            <a:cxnLst/>
            <a:rect l="textAreaLeft" t="textAreaTop" r="textAreaRight" b="textAreaBottom"/>
            <a:pathLst>
              <a:path w="1857375" h="9525">
                <a:moveTo>
                  <a:pt x="0" y="0"/>
                </a:moveTo>
                <a:lnTo>
                  <a:pt x="1857375" y="0"/>
                </a:lnTo>
                <a:lnTo>
                  <a:pt x="1857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1"/>
          <p:cNvSpPr/>
          <p:nvPr/>
        </p:nvSpPr>
        <p:spPr>
          <a:xfrm>
            <a:off x="10453320" y="57103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A89C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2"/>
          <p:cNvSpPr/>
          <p:nvPr/>
        </p:nvSpPr>
        <p:spPr>
          <a:xfrm>
            <a:off x="9994680" y="5676840"/>
            <a:ext cx="16948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¡Listo!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3"/>
          <p:cNvSpPr/>
          <p:nvPr/>
        </p:nvSpPr>
        <p:spPr>
          <a:xfrm>
            <a:off x="3057480" y="6305400"/>
            <a:ext cx="113760" cy="113760"/>
          </a:xfrm>
          <a:custGeom>
            <a:avLst/>
            <a:gdLst>
              <a:gd name="textAreaLeft" fmla="*/ 0 w 113760"/>
              <a:gd name="textAreaRight" fmla="*/ 114480 w 113760"/>
              <a:gd name="textAreaTop" fmla="*/ 0 h 113760"/>
              <a:gd name="textAreaBottom" fmla="*/ 114480 h 11376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4"/>
          <p:cNvSpPr/>
          <p:nvPr/>
        </p:nvSpPr>
        <p:spPr>
          <a:xfrm>
            <a:off x="3286080" y="6248520"/>
            <a:ext cx="2628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Tiempo total:</a:t>
            </a: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 ~10 segundos por libro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5"/>
          <p:cNvSpPr/>
          <p:nvPr/>
        </p:nvSpPr>
        <p:spPr>
          <a:xfrm>
            <a:off x="6144480" y="6305400"/>
            <a:ext cx="113760" cy="113760"/>
          </a:xfrm>
          <a:custGeom>
            <a:avLst/>
            <a:gdLst>
              <a:gd name="textAreaLeft" fmla="*/ 0 w 113760"/>
              <a:gd name="textAreaRight" fmla="*/ 114480 w 113760"/>
              <a:gd name="textAreaTop" fmla="*/ 0 h 113760"/>
              <a:gd name="textAreaBottom" fmla="*/ 114480 h 113760"/>
            </a:gdLst>
            <a:ahLst/>
            <a:cxnLst/>
            <a:rect l="textAreaLeft" t="textAreaTop" r="textAreaRight" b="textAreaBottom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6"/>
          <p:cNvSpPr/>
          <p:nvPr/>
        </p:nvSpPr>
        <p:spPr>
          <a:xfrm>
            <a:off x="6373080" y="6248520"/>
            <a:ext cx="2837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Sin mover libros:</a:t>
            </a: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 Escanea donde estén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GESTIÓN DE COLECCIÓN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Tu colección, siempre contigo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380880" y="1181160"/>
            <a:ext cx="4838760" cy="78480"/>
          </a:xfrm>
          <a:custGeom>
            <a:avLst/>
            <a:gdLst>
              <a:gd name="textAreaLeft" fmla="*/ 0 w 4838760"/>
              <a:gd name="textAreaRight" fmla="*/ 4839480 w 4838760"/>
              <a:gd name="textAreaTop" fmla="*/ 0 h 78480"/>
              <a:gd name="textAreaBottom" fmla="*/ 79200 h 7848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380880" y="1371600"/>
            <a:ext cx="5209560" cy="5104800"/>
          </a:xfrm>
          <a:custGeom>
            <a:avLst/>
            <a:gdLst>
              <a:gd name="textAreaLeft" fmla="*/ 0 w 5209560"/>
              <a:gd name="textAreaRight" fmla="*/ 5210280 w 5209560"/>
              <a:gd name="textAreaTop" fmla="*/ 0 h 5104800"/>
              <a:gd name="textAreaBottom" fmla="*/ 5105520 h 5104800"/>
            </a:gdLst>
            <a:ahLst/>
            <a:cxnLst/>
            <a:rect l="textAreaLeft" t="textAreaTop" r="textAreaRight" b="textAreaBottom"/>
            <a:pathLst>
              <a:path w="5210175" h="5105400">
                <a:moveTo>
                  <a:pt x="114310" y="0"/>
                </a:moveTo>
                <a:lnTo>
                  <a:pt x="5095865" y="0"/>
                </a:lnTo>
                <a:cubicBezTo>
                  <a:pt x="5158997" y="0"/>
                  <a:pt x="5210175" y="51178"/>
                  <a:pt x="5210175" y="114310"/>
                </a:cubicBezTo>
                <a:lnTo>
                  <a:pt x="5210175" y="4991090"/>
                </a:lnTo>
                <a:cubicBezTo>
                  <a:pt x="5210175" y="5054222"/>
                  <a:pt x="5158997" y="5105400"/>
                  <a:pt x="5095865" y="5105400"/>
                </a:cubicBezTo>
                <a:lnTo>
                  <a:pt x="114310" y="5105400"/>
                </a:lnTo>
                <a:cubicBezTo>
                  <a:pt x="51178" y="5105400"/>
                  <a:pt x="0" y="5054222"/>
                  <a:pt x="0" y="4991090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3E3A3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485640" y="152388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Pantalla Principal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542880" y="1914480"/>
            <a:ext cx="4885560" cy="4399920"/>
          </a:xfrm>
          <a:custGeom>
            <a:avLst/>
            <a:gdLst>
              <a:gd name="textAreaLeft" fmla="*/ 0 w 4885560"/>
              <a:gd name="textAreaRight" fmla="*/ 4886280 w 4885560"/>
              <a:gd name="textAreaTop" fmla="*/ 0 h 4399920"/>
              <a:gd name="textAreaBottom" fmla="*/ 4400640 h 4399920"/>
            </a:gdLst>
            <a:ahLst/>
            <a:cxnLst/>
            <a:rect l="textAreaLeft" t="textAreaTop" r="textAreaRight" b="textAreaBottom"/>
            <a:pathLst>
              <a:path w="4886325" h="4400550">
                <a:moveTo>
                  <a:pt x="76218" y="0"/>
                </a:moveTo>
                <a:lnTo>
                  <a:pt x="4810107" y="0"/>
                </a:lnTo>
                <a:cubicBezTo>
                  <a:pt x="4852201" y="0"/>
                  <a:pt x="4886325" y="34124"/>
                  <a:pt x="4886325" y="76218"/>
                </a:cubicBezTo>
                <a:lnTo>
                  <a:pt x="4886325" y="4324332"/>
                </a:lnTo>
                <a:cubicBezTo>
                  <a:pt x="4886325" y="4366426"/>
                  <a:pt x="4852201" y="4400550"/>
                  <a:pt x="4810107" y="4400550"/>
                </a:cubicBezTo>
                <a:lnTo>
                  <a:pt x="76218" y="4400550"/>
                </a:lnTo>
                <a:cubicBezTo>
                  <a:pt x="34124" y="4400550"/>
                  <a:pt x="0" y="4366426"/>
                  <a:pt x="0" y="4324332"/>
                </a:cubicBezTo>
                <a:lnTo>
                  <a:pt x="0" y="76218"/>
                </a:lnTo>
                <a:cubicBezTo>
                  <a:pt x="0" y="34152"/>
                  <a:pt x="34152" y="0"/>
                  <a:pt x="76218" y="0"/>
                </a:cubicBezTo>
                <a:close/>
              </a:path>
            </a:pathLst>
          </a:custGeom>
          <a:solidFill>
            <a:srgbClr val="2D2A26"/>
          </a:solidFill>
          <a:ln w="254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66720" y="2038320"/>
            <a:ext cx="4637880" cy="53280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4638675" h="533400">
                <a:moveTo>
                  <a:pt x="76202" y="0"/>
                </a:moveTo>
                <a:lnTo>
                  <a:pt x="4562473" y="0"/>
                </a:lnTo>
                <a:cubicBezTo>
                  <a:pt x="4604558" y="0"/>
                  <a:pt x="4638675" y="34117"/>
                  <a:pt x="4638675" y="76202"/>
                </a:cubicBezTo>
                <a:lnTo>
                  <a:pt x="4638675" y="457198"/>
                </a:lnTo>
                <a:cubicBezTo>
                  <a:pt x="4638675" y="499283"/>
                  <a:pt x="4604558" y="533400"/>
                  <a:pt x="4562473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800280" y="219060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666720" y="2685960"/>
            <a:ext cx="4637880" cy="83736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837360"/>
              <a:gd name="textAreaBottom" fmla="*/ 838080 h 837360"/>
            </a:gdLst>
            <a:ahLst/>
            <a:cxnLst/>
            <a:rect l="textAreaLeft" t="textAreaTop" r="textAreaRight" b="textAreaBottom"/>
            <a:pathLst>
              <a:path w="4638675" h="838200">
                <a:moveTo>
                  <a:pt x="76201" y="0"/>
                </a:moveTo>
                <a:lnTo>
                  <a:pt x="4562474" y="0"/>
                </a:lnTo>
                <a:cubicBezTo>
                  <a:pt x="4604559" y="0"/>
                  <a:pt x="4638675" y="34116"/>
                  <a:pt x="4638675" y="76201"/>
                </a:cubicBezTo>
                <a:lnTo>
                  <a:pt x="4638675" y="761999"/>
                </a:lnTo>
                <a:cubicBezTo>
                  <a:pt x="4638675" y="804084"/>
                  <a:pt x="4604559" y="838200"/>
                  <a:pt x="45624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E3A36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781200" y="2800440"/>
            <a:ext cx="456480" cy="608760"/>
          </a:xfrm>
          <a:custGeom>
            <a:avLst/>
            <a:gdLst>
              <a:gd name="textAreaLeft" fmla="*/ 0 w 456480"/>
              <a:gd name="textAreaRight" fmla="*/ 457200 w 45648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457200" h="6096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571502"/>
                </a:lnTo>
                <a:cubicBezTo>
                  <a:pt x="457200" y="592543"/>
                  <a:pt x="440143" y="609600"/>
                  <a:pt x="419102" y="609600"/>
                </a:cubicBezTo>
                <a:lnTo>
                  <a:pt x="38098" y="609600"/>
                </a:lnTo>
                <a:cubicBezTo>
                  <a:pt x="17057" y="609600"/>
                  <a:pt x="0" y="592543"/>
                  <a:pt x="0" y="571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926280" y="3009960"/>
            <a:ext cx="165960" cy="189720"/>
          </a:xfrm>
          <a:custGeom>
            <a:avLst/>
            <a:gdLst>
              <a:gd name="textAreaLeft" fmla="*/ 0 w 165960"/>
              <a:gd name="textAreaRight" fmla="*/ 166680 w 16596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1352520" y="2895480"/>
            <a:ext cx="3913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MiSans"/>
                <a:ea typeface="MiSans"/>
              </a:rPr>
              <a:t>Cien años de soledad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352520" y="3124080"/>
            <a:ext cx="3904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Gabriel García Márquez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666720" y="3600360"/>
            <a:ext cx="4637880" cy="83736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837360"/>
              <a:gd name="textAreaBottom" fmla="*/ 838080 h 837360"/>
            </a:gdLst>
            <a:ahLst/>
            <a:cxnLst/>
            <a:rect l="textAreaLeft" t="textAreaTop" r="textAreaRight" b="textAreaBottom"/>
            <a:pathLst>
              <a:path w="4638675" h="838200">
                <a:moveTo>
                  <a:pt x="76201" y="0"/>
                </a:moveTo>
                <a:lnTo>
                  <a:pt x="4562474" y="0"/>
                </a:lnTo>
                <a:cubicBezTo>
                  <a:pt x="4604559" y="0"/>
                  <a:pt x="4638675" y="34116"/>
                  <a:pt x="4638675" y="76201"/>
                </a:cubicBezTo>
                <a:lnTo>
                  <a:pt x="4638675" y="761999"/>
                </a:lnTo>
                <a:cubicBezTo>
                  <a:pt x="4638675" y="804084"/>
                  <a:pt x="4604559" y="838200"/>
                  <a:pt x="45624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E3A36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781200" y="3714840"/>
            <a:ext cx="456480" cy="608760"/>
          </a:xfrm>
          <a:custGeom>
            <a:avLst/>
            <a:gdLst>
              <a:gd name="textAreaLeft" fmla="*/ 0 w 456480"/>
              <a:gd name="textAreaRight" fmla="*/ 457200 w 45648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457200" h="6096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571502"/>
                </a:lnTo>
                <a:cubicBezTo>
                  <a:pt x="457200" y="592543"/>
                  <a:pt x="440143" y="609600"/>
                  <a:pt x="419102" y="609600"/>
                </a:cubicBezTo>
                <a:lnTo>
                  <a:pt x="38098" y="609600"/>
                </a:lnTo>
                <a:cubicBezTo>
                  <a:pt x="17057" y="609600"/>
                  <a:pt x="0" y="592543"/>
                  <a:pt x="0" y="571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926280" y="3924360"/>
            <a:ext cx="165960" cy="189720"/>
          </a:xfrm>
          <a:custGeom>
            <a:avLst/>
            <a:gdLst>
              <a:gd name="textAreaLeft" fmla="*/ 0 w 165960"/>
              <a:gd name="textAreaRight" fmla="*/ 166680 w 16596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352520" y="3809880"/>
            <a:ext cx="3913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MiSans"/>
                <a:ea typeface="MiSans"/>
              </a:rPr>
              <a:t>1984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1352520" y="4038480"/>
            <a:ext cx="3904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George Orwell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666720" y="4514760"/>
            <a:ext cx="4637880" cy="83736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837360"/>
              <a:gd name="textAreaBottom" fmla="*/ 838080 h 837360"/>
            </a:gdLst>
            <a:ahLst/>
            <a:cxnLst/>
            <a:rect l="textAreaLeft" t="textAreaTop" r="textAreaRight" b="textAreaBottom"/>
            <a:pathLst>
              <a:path w="4638675" h="838200">
                <a:moveTo>
                  <a:pt x="76201" y="0"/>
                </a:moveTo>
                <a:lnTo>
                  <a:pt x="4562474" y="0"/>
                </a:lnTo>
                <a:cubicBezTo>
                  <a:pt x="4604559" y="0"/>
                  <a:pt x="4638675" y="34116"/>
                  <a:pt x="4638675" y="76201"/>
                </a:cubicBezTo>
                <a:lnTo>
                  <a:pt x="4638675" y="761999"/>
                </a:lnTo>
                <a:cubicBezTo>
                  <a:pt x="4638675" y="804084"/>
                  <a:pt x="4604559" y="838200"/>
                  <a:pt x="456247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E3A36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781200" y="4629240"/>
            <a:ext cx="456480" cy="608760"/>
          </a:xfrm>
          <a:custGeom>
            <a:avLst/>
            <a:gdLst>
              <a:gd name="textAreaLeft" fmla="*/ 0 w 456480"/>
              <a:gd name="textAreaRight" fmla="*/ 457200 w 45648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457200" h="609600">
                <a:moveTo>
                  <a:pt x="38098" y="0"/>
                </a:moveTo>
                <a:lnTo>
                  <a:pt x="419102" y="0"/>
                </a:lnTo>
                <a:cubicBezTo>
                  <a:pt x="440143" y="0"/>
                  <a:pt x="457200" y="17057"/>
                  <a:pt x="457200" y="38098"/>
                </a:cubicBezTo>
                <a:lnTo>
                  <a:pt x="457200" y="571502"/>
                </a:lnTo>
                <a:cubicBezTo>
                  <a:pt x="457200" y="592543"/>
                  <a:pt x="440143" y="609600"/>
                  <a:pt x="419102" y="609600"/>
                </a:cubicBezTo>
                <a:lnTo>
                  <a:pt x="38098" y="609600"/>
                </a:lnTo>
                <a:cubicBezTo>
                  <a:pt x="17057" y="609600"/>
                  <a:pt x="0" y="592543"/>
                  <a:pt x="0" y="5715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D8A25A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926280" y="4838760"/>
            <a:ext cx="165960" cy="189720"/>
          </a:xfrm>
          <a:custGeom>
            <a:avLst/>
            <a:gdLst>
              <a:gd name="textAreaLeft" fmla="*/ 0 w 165960"/>
              <a:gd name="textAreaRight" fmla="*/ 166680 w 16596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1352520" y="4724280"/>
            <a:ext cx="3913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MiSans"/>
                <a:ea typeface="MiSans"/>
              </a:rPr>
              <a:t>El nombre de la rosa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1352520" y="4952880"/>
            <a:ext cx="39045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Umberto Eco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3"/>
          <p:cNvSpPr/>
          <p:nvPr/>
        </p:nvSpPr>
        <p:spPr>
          <a:xfrm>
            <a:off x="2718360" y="565776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  <a:effectLst>
            <a:outerShdw algn="bl" blurRad="142920" dir="5400000" dist="9540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4"/>
          <p:cNvSpPr/>
          <p:nvPr/>
        </p:nvSpPr>
        <p:spPr>
          <a:xfrm>
            <a:off x="2885040" y="581040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cubicBezTo>
                  <a:pt x="22190" y="214313"/>
                  <a:pt x="28575" y="207928"/>
                  <a:pt x="28575" y="200025"/>
                </a:cubicBezTo>
                <a:lnTo>
                  <a:pt x="28575" y="28575"/>
                </a:lnTo>
                <a:cubicBezTo>
                  <a:pt x="28575" y="20672"/>
                  <a:pt x="22190" y="14288"/>
                  <a:pt x="14288" y="14288"/>
                </a:cubicBezTo>
                <a:close/>
                <a:moveTo>
                  <a:pt x="53578" y="14288"/>
                </a:moveTo>
                <a:cubicBezTo>
                  <a:pt x="47640" y="14288"/>
                  <a:pt x="42863" y="19065"/>
                  <a:pt x="42863" y="25003"/>
                </a:cubicBezTo>
                <a:lnTo>
                  <a:pt x="42863" y="203597"/>
                </a:lnTo>
                <a:cubicBezTo>
                  <a:pt x="42863" y="209535"/>
                  <a:pt x="47640" y="214313"/>
                  <a:pt x="53578" y="214313"/>
                </a:cubicBezTo>
                <a:cubicBezTo>
                  <a:pt x="59516" y="214313"/>
                  <a:pt x="64294" y="209535"/>
                  <a:pt x="64294" y="203597"/>
                </a:cubicBezTo>
                <a:lnTo>
                  <a:pt x="64294" y="25003"/>
                </a:lnTo>
                <a:cubicBezTo>
                  <a:pt x="64294" y="19065"/>
                  <a:pt x="59516" y="14288"/>
                  <a:pt x="53578" y="14288"/>
                </a:cubicBezTo>
                <a:close/>
                <a:moveTo>
                  <a:pt x="85725" y="28575"/>
                </a:moveTo>
                <a:lnTo>
                  <a:pt x="85725" y="200025"/>
                </a:lnTo>
                <a:cubicBezTo>
                  <a:pt x="85725" y="207928"/>
                  <a:pt x="92110" y="214313"/>
                  <a:pt x="100013" y="214313"/>
                </a:cubicBezTo>
                <a:cubicBezTo>
                  <a:pt x="107915" y="214313"/>
                  <a:pt x="114300" y="207928"/>
                  <a:pt x="114300" y="200025"/>
                </a:cubicBezTo>
                <a:lnTo>
                  <a:pt x="114300" y="28575"/>
                </a:lnTo>
                <a:cubicBezTo>
                  <a:pt x="114300" y="20672"/>
                  <a:pt x="107915" y="14288"/>
                  <a:pt x="100013" y="14288"/>
                </a:cubicBezTo>
                <a:cubicBezTo>
                  <a:pt x="92110" y="14288"/>
                  <a:pt x="85725" y="20672"/>
                  <a:pt x="85725" y="28575"/>
                </a:cubicBezTo>
                <a:close/>
                <a:moveTo>
                  <a:pt x="178594" y="25003"/>
                </a:moveTo>
                <a:lnTo>
                  <a:pt x="178594" y="203597"/>
                </a:lnTo>
                <a:cubicBezTo>
                  <a:pt x="178594" y="209535"/>
                  <a:pt x="183371" y="214313"/>
                  <a:pt x="189309" y="214313"/>
                </a:cubicBezTo>
                <a:cubicBezTo>
                  <a:pt x="195248" y="214313"/>
                  <a:pt x="200025" y="209535"/>
                  <a:pt x="200025" y="2035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cubicBezTo>
                  <a:pt x="183371" y="14288"/>
                  <a:pt x="178594" y="19065"/>
                  <a:pt x="178594" y="25003"/>
                </a:cubicBezTo>
                <a:close/>
                <a:moveTo>
                  <a:pt x="135731" y="25003"/>
                </a:moveTo>
                <a:lnTo>
                  <a:pt x="135731" y="203597"/>
                </a:lnTo>
                <a:cubicBezTo>
                  <a:pt x="135731" y="209535"/>
                  <a:pt x="140509" y="214313"/>
                  <a:pt x="146447" y="214313"/>
                </a:cubicBezTo>
                <a:cubicBezTo>
                  <a:pt x="152385" y="214313"/>
                  <a:pt x="157163" y="209535"/>
                  <a:pt x="157163" y="203597"/>
                </a:cubicBezTo>
                <a:lnTo>
                  <a:pt x="157163" y="25003"/>
                </a:lnTo>
                <a:cubicBezTo>
                  <a:pt x="157163" y="19065"/>
                  <a:pt x="152385" y="14288"/>
                  <a:pt x="146447" y="14288"/>
                </a:cubicBezTo>
                <a:cubicBezTo>
                  <a:pt x="140509" y="14288"/>
                  <a:pt x="135731" y="19065"/>
                  <a:pt x="135731" y="25003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5"/>
          <p:cNvSpPr/>
          <p:nvPr/>
        </p:nvSpPr>
        <p:spPr>
          <a:xfrm>
            <a:off x="5817960" y="137160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26"/>
          <p:cNvSpPr/>
          <p:nvPr/>
        </p:nvSpPr>
        <p:spPr>
          <a:xfrm>
            <a:off x="5932080" y="148608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7"/>
          <p:cNvSpPr/>
          <p:nvPr/>
        </p:nvSpPr>
        <p:spPr>
          <a:xfrm>
            <a:off x="6427440" y="1371600"/>
            <a:ext cx="54763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Búsqueda en tiempo real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8"/>
          <p:cNvSpPr/>
          <p:nvPr/>
        </p:nvSpPr>
        <p:spPr>
          <a:xfrm>
            <a:off x="6427440" y="1714680"/>
            <a:ext cx="54572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Busca instantáneamente por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ISBN, título o autor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Encuentra cualquier libro en segundos.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9"/>
          <p:cNvSpPr/>
          <p:nvPr/>
        </p:nvSpPr>
        <p:spPr>
          <a:xfrm>
            <a:off x="5817960" y="23623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0"/>
          <p:cNvSpPr/>
          <p:nvPr/>
        </p:nvSpPr>
        <p:spPr>
          <a:xfrm>
            <a:off x="5917680" y="247644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1"/>
          <p:cNvSpPr/>
          <p:nvPr/>
        </p:nvSpPr>
        <p:spPr>
          <a:xfrm>
            <a:off x="6427440" y="2362320"/>
            <a:ext cx="54763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Portadas visuales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2"/>
          <p:cNvSpPr/>
          <p:nvPr/>
        </p:nvSpPr>
        <p:spPr>
          <a:xfrm>
            <a:off x="6427440" y="2705040"/>
            <a:ext cx="5457240" cy="35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Visualiza tu colección con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miniaturas de portadas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Identifica libros de un vistazo.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3"/>
          <p:cNvSpPr/>
          <p:nvPr/>
        </p:nvSpPr>
        <p:spPr>
          <a:xfrm>
            <a:off x="5817960" y="33526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4"/>
          <p:cNvSpPr/>
          <p:nvPr/>
        </p:nvSpPr>
        <p:spPr>
          <a:xfrm>
            <a:off x="5946480" y="346716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85725" y="0"/>
                </a:moveTo>
                <a:cubicBezTo>
                  <a:pt x="69964" y="0"/>
                  <a:pt x="57150" y="12814"/>
                  <a:pt x="57150" y="28575"/>
                </a:cubicBezTo>
                <a:lnTo>
                  <a:pt x="57150" y="142875"/>
                </a:lnTo>
                <a:cubicBezTo>
                  <a:pt x="57150" y="158636"/>
                  <a:pt x="69964" y="171450"/>
                  <a:pt x="85725" y="171450"/>
                </a:cubicBezTo>
                <a:lnTo>
                  <a:pt x="171450" y="171450"/>
                </a:lnTo>
                <a:cubicBezTo>
                  <a:pt x="187211" y="171450"/>
                  <a:pt x="200025" y="158636"/>
                  <a:pt x="200025" y="142875"/>
                </a:cubicBezTo>
                <a:lnTo>
                  <a:pt x="200025" y="53310"/>
                </a:lnTo>
                <a:cubicBezTo>
                  <a:pt x="200025" y="45541"/>
                  <a:pt x="196855" y="38085"/>
                  <a:pt x="191229" y="32683"/>
                </a:cubicBezTo>
                <a:lnTo>
                  <a:pt x="165467" y="7947"/>
                </a:lnTo>
                <a:cubicBezTo>
                  <a:pt x="160154" y="2858"/>
                  <a:pt x="153055" y="0"/>
                  <a:pt x="145688" y="0"/>
                </a:cubicBezTo>
                <a:lnTo>
                  <a:pt x="85725" y="0"/>
                </a:lnTo>
                <a:close/>
                <a:moveTo>
                  <a:pt x="28575" y="57150"/>
                </a:moveTo>
                <a:cubicBezTo>
                  <a:pt x="12814" y="57150"/>
                  <a:pt x="0" y="69964"/>
                  <a:pt x="0" y="8572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14300" y="228600"/>
                </a:lnTo>
                <a:cubicBezTo>
                  <a:pt x="130061" y="228600"/>
                  <a:pt x="142875" y="215786"/>
                  <a:pt x="142875" y="200025"/>
                </a:cubicBezTo>
                <a:lnTo>
                  <a:pt x="142875" y="192881"/>
                </a:lnTo>
                <a:lnTo>
                  <a:pt x="114300" y="192881"/>
                </a:lnTo>
                <a:lnTo>
                  <a:pt x="114300" y="200025"/>
                </a:lnTo>
                <a:lnTo>
                  <a:pt x="28575" y="200025"/>
                </a:lnTo>
                <a:lnTo>
                  <a:pt x="28575" y="85725"/>
                </a:lnTo>
                <a:lnTo>
                  <a:pt x="35719" y="85725"/>
                </a:lnTo>
                <a:lnTo>
                  <a:pt x="35719" y="57150"/>
                </a:lnTo>
                <a:lnTo>
                  <a:pt x="28575" y="5715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5"/>
          <p:cNvSpPr/>
          <p:nvPr/>
        </p:nvSpPr>
        <p:spPr>
          <a:xfrm>
            <a:off x="6427440" y="3352680"/>
            <a:ext cx="4761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Detección de duplicados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6"/>
          <p:cNvSpPr/>
          <p:nvPr/>
        </p:nvSpPr>
        <p:spPr>
          <a:xfrm>
            <a:off x="6427440" y="3695760"/>
            <a:ext cx="474264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La app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detecta automáticamente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si un libro ya está en tu colección.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37"/>
          <p:cNvSpPr/>
          <p:nvPr/>
        </p:nvSpPr>
        <p:spPr>
          <a:xfrm>
            <a:off x="5837040" y="5829480"/>
            <a:ext cx="5971320" cy="646920"/>
          </a:xfrm>
          <a:custGeom>
            <a:avLst/>
            <a:gdLst>
              <a:gd name="textAreaLeft" fmla="*/ 0 w 5971320"/>
              <a:gd name="textAreaRight" fmla="*/ 5972040 w 5971320"/>
              <a:gd name="textAreaTop" fmla="*/ 0 h 646920"/>
              <a:gd name="textAreaBottom" fmla="*/ 647640 h 646920"/>
            </a:gdLst>
            <a:ahLst/>
            <a:cxnLst/>
            <a:rect l="textAreaLeft" t="textAreaTop" r="textAreaRight" b="textAreaBottom"/>
            <a:pathLst>
              <a:path w="5972175" h="647700">
                <a:moveTo>
                  <a:pt x="0" y="0"/>
                </a:moveTo>
                <a:lnTo>
                  <a:pt x="5972175" y="0"/>
                </a:lnTo>
                <a:lnTo>
                  <a:pt x="59721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8"/>
          <p:cNvSpPr/>
          <p:nvPr/>
        </p:nvSpPr>
        <p:spPr>
          <a:xfrm>
            <a:off x="5837040" y="5829480"/>
            <a:ext cx="37440" cy="646920"/>
          </a:xfrm>
          <a:custGeom>
            <a:avLst/>
            <a:gdLst>
              <a:gd name="textAreaLeft" fmla="*/ 0 w 37440"/>
              <a:gd name="textAreaRight" fmla="*/ 38160 w 37440"/>
              <a:gd name="textAreaTop" fmla="*/ 0 h 646920"/>
              <a:gd name="textAreaBottom" fmla="*/ 647640 h 646920"/>
            </a:gdLst>
            <a:ahLst/>
            <a:cxnLst/>
            <a:rect l="textAreaLeft" t="textAreaTop" r="textAreaRight" b="textAreaBottom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0"/>
          <p:cNvSpPr/>
          <p:nvPr/>
        </p:nvSpPr>
        <p:spPr>
          <a:xfrm>
            <a:off x="6360840" y="5981760"/>
            <a:ext cx="5158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Tu biblioteca personal, siempre organizada y accesible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TECNOLOGÍA DE ESCANEO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Escaneo inteligente con IA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380880" y="1371600"/>
            <a:ext cx="4475880" cy="4475880"/>
          </a:xfrm>
          <a:custGeom>
            <a:avLst/>
            <a:gdLst>
              <a:gd name="textAreaLeft" fmla="*/ 0 w 4475880"/>
              <a:gd name="textAreaRight" fmla="*/ 4476600 w 4475880"/>
              <a:gd name="textAreaTop" fmla="*/ 0 h 4475880"/>
              <a:gd name="textAreaBottom" fmla="*/ 4476600 h 4475880"/>
            </a:gdLst>
            <a:ahLst/>
            <a:cxnLst/>
            <a:rect l="textAreaLeft" t="textAreaTop" r="textAreaRight" b="textAreaBottom"/>
            <a:pathLst>
              <a:path w="4476750" h="4476750">
                <a:moveTo>
                  <a:pt x="114291" y="0"/>
                </a:moveTo>
                <a:lnTo>
                  <a:pt x="4362459" y="0"/>
                </a:lnTo>
                <a:cubicBezTo>
                  <a:pt x="4425580" y="0"/>
                  <a:pt x="4476750" y="51170"/>
                  <a:pt x="4476750" y="114291"/>
                </a:cubicBezTo>
                <a:lnTo>
                  <a:pt x="4476750" y="4362459"/>
                </a:lnTo>
                <a:cubicBezTo>
                  <a:pt x="4476750" y="4425580"/>
                  <a:pt x="4425580" y="4476750"/>
                  <a:pt x="4362459" y="4476750"/>
                </a:cubicBezTo>
                <a:lnTo>
                  <a:pt x="114291" y="4476750"/>
                </a:lnTo>
                <a:cubicBezTo>
                  <a:pt x="51170" y="4476750"/>
                  <a:pt x="0" y="4425580"/>
                  <a:pt x="0" y="43624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3E3A3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490680" y="1523880"/>
            <a:ext cx="42570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Pantalla de Escaneo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542880" y="1914480"/>
            <a:ext cx="4152240" cy="3771360"/>
          </a:xfrm>
          <a:custGeom>
            <a:avLst/>
            <a:gdLst>
              <a:gd name="textAreaLeft" fmla="*/ 0 w 4152240"/>
              <a:gd name="textAreaRight" fmla="*/ 4152960 w 4152240"/>
              <a:gd name="textAreaTop" fmla="*/ 0 h 3771360"/>
              <a:gd name="textAreaBottom" fmla="*/ 3772080 h 3771360"/>
            </a:gdLst>
            <a:ahLst/>
            <a:cxnLst/>
            <a:rect l="textAreaLeft" t="textAreaTop" r="textAreaRight" b="textAreaBottom"/>
            <a:pathLst>
              <a:path w="4152900" h="3771900">
                <a:moveTo>
                  <a:pt x="76192" y="0"/>
                </a:moveTo>
                <a:lnTo>
                  <a:pt x="4076708" y="0"/>
                </a:lnTo>
                <a:cubicBezTo>
                  <a:pt x="4118788" y="0"/>
                  <a:pt x="4152900" y="34112"/>
                  <a:pt x="4152900" y="76192"/>
                </a:cubicBezTo>
                <a:lnTo>
                  <a:pt x="4152900" y="3695708"/>
                </a:lnTo>
                <a:cubicBezTo>
                  <a:pt x="4152900" y="3737788"/>
                  <a:pt x="4118788" y="3771900"/>
                  <a:pt x="4076708" y="3771900"/>
                </a:cubicBezTo>
                <a:lnTo>
                  <a:pt x="76192" y="3771900"/>
                </a:lnTo>
                <a:cubicBezTo>
                  <a:pt x="34112" y="3771900"/>
                  <a:pt x="0" y="3737788"/>
                  <a:pt x="0" y="36957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1A1A1A"/>
          </a:solidFill>
          <a:ln w="25400">
            <a:solidFill>
              <a:srgbClr val="D8A25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6"/>
          <p:cNvSpPr/>
          <p:nvPr/>
        </p:nvSpPr>
        <p:spPr>
          <a:xfrm>
            <a:off x="1716480" y="3200400"/>
            <a:ext cx="1809000" cy="1199520"/>
          </a:xfrm>
          <a:custGeom>
            <a:avLst/>
            <a:gdLst>
              <a:gd name="textAreaLeft" fmla="*/ 0 w 1809000"/>
              <a:gd name="textAreaRight" fmla="*/ 1809720 w 1809000"/>
              <a:gd name="textAreaTop" fmla="*/ 0 h 1199520"/>
              <a:gd name="textAreaBottom" fmla="*/ 1200240 h 1199520"/>
            </a:gdLst>
            <a:ahLst/>
            <a:cxnLst/>
            <a:rect l="textAreaLeft" t="textAreaTop" r="textAreaRight" b="textAreaBottom"/>
            <a:pathLst>
              <a:path w="1809750" h="1200150">
                <a:moveTo>
                  <a:pt x="76198" y="0"/>
                </a:moveTo>
                <a:lnTo>
                  <a:pt x="1733552" y="0"/>
                </a:lnTo>
                <a:cubicBezTo>
                  <a:pt x="1775635" y="0"/>
                  <a:pt x="1809750" y="34115"/>
                  <a:pt x="1809750" y="76198"/>
                </a:cubicBezTo>
                <a:lnTo>
                  <a:pt x="1809750" y="1123952"/>
                </a:lnTo>
                <a:cubicBezTo>
                  <a:pt x="1809750" y="1166035"/>
                  <a:pt x="1775635" y="1200150"/>
                  <a:pt x="1733552" y="1200150"/>
                </a:cubicBezTo>
                <a:lnTo>
                  <a:pt x="76198" y="1200150"/>
                </a:lnTo>
                <a:cubicBezTo>
                  <a:pt x="34115" y="1200150"/>
                  <a:pt x="0" y="1166035"/>
                  <a:pt x="0" y="11239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noFill/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2011680" y="3781440"/>
            <a:ext cx="1218600" cy="37440"/>
          </a:xfrm>
          <a:custGeom>
            <a:avLst/>
            <a:gdLst>
              <a:gd name="textAreaLeft" fmla="*/ 0 w 1218600"/>
              <a:gd name="textAreaRight" fmla="*/ 1219320 w 12186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2602080" y="3419640"/>
            <a:ext cx="37440" cy="761400"/>
          </a:xfrm>
          <a:custGeom>
            <a:avLst/>
            <a:gdLst>
              <a:gd name="textAreaLeft" fmla="*/ 0 w 37440"/>
              <a:gd name="textAreaRight" fmla="*/ 38160 w 3744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1897920" y="5181480"/>
            <a:ext cx="1447200" cy="342360"/>
          </a:xfrm>
          <a:custGeom>
            <a:avLst/>
            <a:gdLst>
              <a:gd name="textAreaLeft" fmla="*/ 0 w 1447200"/>
              <a:gd name="textAreaRight" fmla="*/ 1447920 w 144720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1447800" h="342900">
                <a:moveTo>
                  <a:pt x="171450" y="0"/>
                </a:moveTo>
                <a:lnTo>
                  <a:pt x="1276350" y="0"/>
                </a:lnTo>
                <a:cubicBezTo>
                  <a:pt x="1370976" y="0"/>
                  <a:pt x="1447800" y="76824"/>
                  <a:pt x="1447800" y="171450"/>
                </a:cubicBezTo>
                <a:lnTo>
                  <a:pt x="1447800" y="171450"/>
                </a:lnTo>
                <a:cubicBezTo>
                  <a:pt x="1447800" y="266076"/>
                  <a:pt x="1370976" y="342900"/>
                  <a:pt x="1276350" y="342900"/>
                </a:cubicBezTo>
                <a:lnTo>
                  <a:pt x="171450" y="342900"/>
                </a:lnTo>
                <a:cubicBezTo>
                  <a:pt x="76824" y="342900"/>
                  <a:pt x="0" y="266076"/>
                  <a:pt x="0" y="171450"/>
                </a:cubicBezTo>
                <a:lnTo>
                  <a:pt x="0" y="171450"/>
                </a:lnTo>
                <a:cubicBezTo>
                  <a:pt x="0" y="76824"/>
                  <a:pt x="76824" y="0"/>
                  <a:pt x="171450" y="0"/>
                </a:cubicBezTo>
                <a:close/>
              </a:path>
            </a:pathLst>
          </a:custGeom>
          <a:solidFill>
            <a:srgbClr val="2D2A2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1864800" y="5181480"/>
            <a:ext cx="151380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2280" tIns="76320" rIns="152280" bIns="7632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Detectando ISBN...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385920" y="6005520"/>
            <a:ext cx="4466520" cy="465840"/>
          </a:xfrm>
          <a:custGeom>
            <a:avLst/>
            <a:gdLst>
              <a:gd name="textAreaLeft" fmla="*/ 0 w 4466520"/>
              <a:gd name="textAreaRight" fmla="*/ 4467240 w 446652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4467225" h="466725">
                <a:moveTo>
                  <a:pt x="76202" y="0"/>
                </a:moveTo>
                <a:lnTo>
                  <a:pt x="4391023" y="0"/>
                </a:lnTo>
                <a:cubicBezTo>
                  <a:pt x="4433108" y="0"/>
                  <a:pt x="4467225" y="34117"/>
                  <a:pt x="4467225" y="76202"/>
                </a:cubicBezTo>
                <a:lnTo>
                  <a:pt x="4467225" y="390523"/>
                </a:lnTo>
                <a:cubicBezTo>
                  <a:pt x="4467225" y="432608"/>
                  <a:pt x="4433108" y="466725"/>
                  <a:pt x="43910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2"/>
          <p:cNvSpPr/>
          <p:nvPr/>
        </p:nvSpPr>
        <p:spPr>
          <a:xfrm>
            <a:off x="1614600" y="619884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1814400" y="6153120"/>
            <a:ext cx="18795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Detección en tiempo real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5109120" y="1371600"/>
            <a:ext cx="6705000" cy="788400"/>
          </a:xfrm>
          <a:custGeom>
            <a:avLst/>
            <a:gdLst>
              <a:gd name="textAreaLeft" fmla="*/ 0 w 6705000"/>
              <a:gd name="textAreaRight" fmla="*/ 6705720 w 6705000"/>
              <a:gd name="textAreaTop" fmla="*/ 0 h 788400"/>
              <a:gd name="textAreaBottom" fmla="*/ 788760 h 788400"/>
            </a:gdLst>
            <a:ahLst/>
            <a:cxnLst/>
            <a:rect l="textAreaLeft" t="textAreaTop" r="textAreaRight" b="textAreaBottom"/>
            <a:pathLst>
              <a:path w="6705600" h="1257300">
                <a:moveTo>
                  <a:pt x="38100" y="0"/>
                </a:moveTo>
                <a:lnTo>
                  <a:pt x="6591299" y="0"/>
                </a:lnTo>
                <a:cubicBezTo>
                  <a:pt x="6654383" y="0"/>
                  <a:pt x="6705600" y="51217"/>
                  <a:pt x="6705600" y="114301"/>
                </a:cubicBezTo>
                <a:lnTo>
                  <a:pt x="6705600" y="1142999"/>
                </a:lnTo>
                <a:cubicBezTo>
                  <a:pt x="6705600" y="1206083"/>
                  <a:pt x="6654383" y="1257300"/>
                  <a:pt x="6591299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5"/>
          <p:cNvSpPr/>
          <p:nvPr/>
        </p:nvSpPr>
        <p:spPr>
          <a:xfrm>
            <a:off x="5109120" y="1371600"/>
            <a:ext cx="37440" cy="788400"/>
          </a:xfrm>
          <a:custGeom>
            <a:avLst/>
            <a:gdLst>
              <a:gd name="textAreaLeft" fmla="*/ 0 w 37440"/>
              <a:gd name="textAreaRight" fmla="*/ 38160 w 37440"/>
              <a:gd name="textAreaTop" fmla="*/ 0 h 788400"/>
              <a:gd name="textAreaBottom" fmla="*/ 788760 h 788400"/>
            </a:gdLst>
            <a:ahLst/>
            <a:cxnLst/>
            <a:rect l="textAreaLeft" t="textAreaTop" r="textAreaRight" b="textAreaBottom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5488200" y="1620000"/>
            <a:ext cx="60426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</a:rPr>
              <a:t>Tecnología de detección instantánea de códigos de barras con alta precisión.</a:t>
            </a:r>
            <a:endParaRPr lang="en-US" sz="1350" b="1" u="none" strike="noStrike">
              <a:solidFill>
                <a:srgbClr val="E8B87D"/>
              </a:solidFill>
              <a:effectLst/>
              <a:uFillTx/>
              <a:latin typeface="MiSans"/>
            </a:endParaRPr>
          </a:p>
        </p:txBody>
      </p:sp>
      <p:sp>
        <p:nvSpPr>
          <p:cNvPr id="167" name="Shape 20"/>
          <p:cNvSpPr/>
          <p:nvPr/>
        </p:nvSpPr>
        <p:spPr>
          <a:xfrm>
            <a:off x="5090040" y="2781360"/>
            <a:ext cx="3285360" cy="875520"/>
          </a:xfrm>
          <a:custGeom>
            <a:avLst/>
            <a:gdLst>
              <a:gd name="textAreaLeft" fmla="*/ 0 w 3285360"/>
              <a:gd name="textAreaRight" fmla="*/ 3286080 w 32853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1"/>
          <p:cNvSpPr/>
          <p:nvPr/>
        </p:nvSpPr>
        <p:spPr>
          <a:xfrm>
            <a:off x="5285520" y="295272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cubicBezTo>
                  <a:pt x="22190" y="214313"/>
                  <a:pt x="28575" y="207928"/>
                  <a:pt x="28575" y="200025"/>
                </a:cubicBezTo>
                <a:lnTo>
                  <a:pt x="28575" y="28575"/>
                </a:lnTo>
                <a:cubicBezTo>
                  <a:pt x="28575" y="20672"/>
                  <a:pt x="22190" y="14288"/>
                  <a:pt x="14288" y="14288"/>
                </a:cubicBezTo>
                <a:close/>
                <a:moveTo>
                  <a:pt x="53578" y="14288"/>
                </a:moveTo>
                <a:cubicBezTo>
                  <a:pt x="47640" y="14288"/>
                  <a:pt x="42863" y="19065"/>
                  <a:pt x="42863" y="25003"/>
                </a:cubicBezTo>
                <a:lnTo>
                  <a:pt x="42863" y="203597"/>
                </a:lnTo>
                <a:cubicBezTo>
                  <a:pt x="42863" y="209535"/>
                  <a:pt x="47640" y="214313"/>
                  <a:pt x="53578" y="214313"/>
                </a:cubicBezTo>
                <a:cubicBezTo>
                  <a:pt x="59516" y="214313"/>
                  <a:pt x="64294" y="209535"/>
                  <a:pt x="64294" y="203597"/>
                </a:cubicBezTo>
                <a:lnTo>
                  <a:pt x="64294" y="25003"/>
                </a:lnTo>
                <a:cubicBezTo>
                  <a:pt x="64294" y="19065"/>
                  <a:pt x="59516" y="14288"/>
                  <a:pt x="53578" y="14288"/>
                </a:cubicBezTo>
                <a:close/>
                <a:moveTo>
                  <a:pt x="85725" y="28575"/>
                </a:moveTo>
                <a:lnTo>
                  <a:pt x="85725" y="200025"/>
                </a:lnTo>
                <a:cubicBezTo>
                  <a:pt x="85725" y="207928"/>
                  <a:pt x="92110" y="214313"/>
                  <a:pt x="100013" y="214313"/>
                </a:cubicBezTo>
                <a:cubicBezTo>
                  <a:pt x="107915" y="214313"/>
                  <a:pt x="114300" y="207928"/>
                  <a:pt x="114300" y="200025"/>
                </a:cubicBezTo>
                <a:lnTo>
                  <a:pt x="114300" y="28575"/>
                </a:lnTo>
                <a:cubicBezTo>
                  <a:pt x="114300" y="20672"/>
                  <a:pt x="107915" y="14288"/>
                  <a:pt x="100013" y="14288"/>
                </a:cubicBezTo>
                <a:cubicBezTo>
                  <a:pt x="92110" y="14288"/>
                  <a:pt x="85725" y="20672"/>
                  <a:pt x="85725" y="28575"/>
                </a:cubicBezTo>
                <a:close/>
                <a:moveTo>
                  <a:pt x="178594" y="25003"/>
                </a:moveTo>
                <a:lnTo>
                  <a:pt x="178594" y="203597"/>
                </a:lnTo>
                <a:cubicBezTo>
                  <a:pt x="178594" y="209535"/>
                  <a:pt x="183371" y="214313"/>
                  <a:pt x="189309" y="214313"/>
                </a:cubicBezTo>
                <a:cubicBezTo>
                  <a:pt x="195248" y="214313"/>
                  <a:pt x="200025" y="209535"/>
                  <a:pt x="200025" y="2035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cubicBezTo>
                  <a:pt x="183371" y="14288"/>
                  <a:pt x="178594" y="19065"/>
                  <a:pt x="178594" y="25003"/>
                </a:cubicBezTo>
                <a:close/>
                <a:moveTo>
                  <a:pt x="135731" y="25003"/>
                </a:moveTo>
                <a:lnTo>
                  <a:pt x="135731" y="203597"/>
                </a:lnTo>
                <a:cubicBezTo>
                  <a:pt x="135731" y="209535"/>
                  <a:pt x="140509" y="214313"/>
                  <a:pt x="146447" y="214313"/>
                </a:cubicBezTo>
                <a:cubicBezTo>
                  <a:pt x="152385" y="214313"/>
                  <a:pt x="157163" y="209535"/>
                  <a:pt x="157163" y="203597"/>
                </a:cubicBezTo>
                <a:lnTo>
                  <a:pt x="157163" y="25003"/>
                </a:lnTo>
                <a:cubicBezTo>
                  <a:pt x="157163" y="19065"/>
                  <a:pt x="152385" y="14288"/>
                  <a:pt x="146447" y="14288"/>
                </a:cubicBezTo>
                <a:cubicBezTo>
                  <a:pt x="140509" y="14288"/>
                  <a:pt x="135731" y="19065"/>
                  <a:pt x="135731" y="2500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5642640" y="2933640"/>
            <a:ext cx="713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ISBN-10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5242680" y="3276720"/>
            <a:ext cx="3056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antiguo de 10 dígitos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4"/>
          <p:cNvSpPr/>
          <p:nvPr/>
        </p:nvSpPr>
        <p:spPr>
          <a:xfrm>
            <a:off x="5076000" y="3804480"/>
            <a:ext cx="3285360" cy="875520"/>
          </a:xfrm>
          <a:custGeom>
            <a:avLst/>
            <a:gdLst>
              <a:gd name="textAreaLeft" fmla="*/ 0 w 3285360"/>
              <a:gd name="textAreaRight" fmla="*/ 3286080 w 32853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286125" h="876300">
                <a:moveTo>
                  <a:pt x="114296" y="0"/>
                </a:moveTo>
                <a:lnTo>
                  <a:pt x="3171829" y="0"/>
                </a:lnTo>
                <a:cubicBezTo>
                  <a:pt x="3234953" y="0"/>
                  <a:pt x="3286125" y="51172"/>
                  <a:pt x="3286125" y="114296"/>
                </a:cubicBezTo>
                <a:lnTo>
                  <a:pt x="3286125" y="762004"/>
                </a:lnTo>
                <a:cubicBezTo>
                  <a:pt x="3286125" y="825128"/>
                  <a:pt x="3234953" y="876300"/>
                  <a:pt x="3171829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5"/>
          <p:cNvSpPr/>
          <p:nvPr/>
        </p:nvSpPr>
        <p:spPr>
          <a:xfrm>
            <a:off x="5271480" y="3975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200025"/>
                </a:lnTo>
                <a:cubicBezTo>
                  <a:pt x="0" y="207928"/>
                  <a:pt x="6385" y="214313"/>
                  <a:pt x="14288" y="214313"/>
                </a:cubicBezTo>
                <a:cubicBezTo>
                  <a:pt x="22190" y="214313"/>
                  <a:pt x="28575" y="207928"/>
                  <a:pt x="28575" y="200025"/>
                </a:cubicBezTo>
                <a:lnTo>
                  <a:pt x="28575" y="28575"/>
                </a:lnTo>
                <a:cubicBezTo>
                  <a:pt x="28575" y="20672"/>
                  <a:pt x="22190" y="14288"/>
                  <a:pt x="14288" y="14288"/>
                </a:cubicBezTo>
                <a:close/>
                <a:moveTo>
                  <a:pt x="53578" y="14288"/>
                </a:moveTo>
                <a:cubicBezTo>
                  <a:pt x="47640" y="14288"/>
                  <a:pt x="42863" y="19065"/>
                  <a:pt x="42863" y="25003"/>
                </a:cubicBezTo>
                <a:lnTo>
                  <a:pt x="42863" y="203597"/>
                </a:lnTo>
                <a:cubicBezTo>
                  <a:pt x="42863" y="209535"/>
                  <a:pt x="47640" y="214313"/>
                  <a:pt x="53578" y="214313"/>
                </a:cubicBezTo>
                <a:cubicBezTo>
                  <a:pt x="59516" y="214313"/>
                  <a:pt x="64294" y="209535"/>
                  <a:pt x="64294" y="203597"/>
                </a:cubicBezTo>
                <a:lnTo>
                  <a:pt x="64294" y="25003"/>
                </a:lnTo>
                <a:cubicBezTo>
                  <a:pt x="64294" y="19065"/>
                  <a:pt x="59516" y="14288"/>
                  <a:pt x="53578" y="14288"/>
                </a:cubicBezTo>
                <a:close/>
                <a:moveTo>
                  <a:pt x="85725" y="28575"/>
                </a:moveTo>
                <a:lnTo>
                  <a:pt x="85725" y="200025"/>
                </a:lnTo>
                <a:cubicBezTo>
                  <a:pt x="85725" y="207928"/>
                  <a:pt x="92110" y="214313"/>
                  <a:pt x="100013" y="214313"/>
                </a:cubicBezTo>
                <a:cubicBezTo>
                  <a:pt x="107915" y="214313"/>
                  <a:pt x="114300" y="207928"/>
                  <a:pt x="114300" y="200025"/>
                </a:cubicBezTo>
                <a:lnTo>
                  <a:pt x="114300" y="28575"/>
                </a:lnTo>
                <a:cubicBezTo>
                  <a:pt x="114300" y="20672"/>
                  <a:pt x="107915" y="14288"/>
                  <a:pt x="100013" y="14288"/>
                </a:cubicBezTo>
                <a:cubicBezTo>
                  <a:pt x="92110" y="14288"/>
                  <a:pt x="85725" y="20672"/>
                  <a:pt x="85725" y="28575"/>
                </a:cubicBezTo>
                <a:close/>
                <a:moveTo>
                  <a:pt x="178594" y="25003"/>
                </a:moveTo>
                <a:lnTo>
                  <a:pt x="178594" y="203597"/>
                </a:lnTo>
                <a:cubicBezTo>
                  <a:pt x="178594" y="209535"/>
                  <a:pt x="183371" y="214313"/>
                  <a:pt x="189309" y="214313"/>
                </a:cubicBezTo>
                <a:cubicBezTo>
                  <a:pt x="195248" y="214313"/>
                  <a:pt x="200025" y="209535"/>
                  <a:pt x="200025" y="2035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cubicBezTo>
                  <a:pt x="183371" y="14288"/>
                  <a:pt x="178594" y="19065"/>
                  <a:pt x="178594" y="25003"/>
                </a:cubicBezTo>
                <a:close/>
                <a:moveTo>
                  <a:pt x="135731" y="25003"/>
                </a:moveTo>
                <a:lnTo>
                  <a:pt x="135731" y="203597"/>
                </a:lnTo>
                <a:cubicBezTo>
                  <a:pt x="135731" y="209535"/>
                  <a:pt x="140509" y="214313"/>
                  <a:pt x="146447" y="214313"/>
                </a:cubicBezTo>
                <a:cubicBezTo>
                  <a:pt x="152385" y="214313"/>
                  <a:pt x="157163" y="209535"/>
                  <a:pt x="157163" y="203597"/>
                </a:cubicBezTo>
                <a:lnTo>
                  <a:pt x="157163" y="25003"/>
                </a:lnTo>
                <a:cubicBezTo>
                  <a:pt x="157163" y="19065"/>
                  <a:pt x="152385" y="14288"/>
                  <a:pt x="146447" y="14288"/>
                </a:cubicBezTo>
                <a:cubicBezTo>
                  <a:pt x="140509" y="14288"/>
                  <a:pt x="135731" y="19065"/>
                  <a:pt x="135731" y="2500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6"/>
          <p:cNvSpPr/>
          <p:nvPr/>
        </p:nvSpPr>
        <p:spPr>
          <a:xfrm>
            <a:off x="5628600" y="3956760"/>
            <a:ext cx="713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ISBN-13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7"/>
          <p:cNvSpPr/>
          <p:nvPr/>
        </p:nvSpPr>
        <p:spPr>
          <a:xfrm>
            <a:off x="5228640" y="4299840"/>
            <a:ext cx="3056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moderno de 13 dígitos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2"/>
          <p:cNvSpPr/>
          <p:nvPr/>
        </p:nvSpPr>
        <p:spPr>
          <a:xfrm>
            <a:off x="5095080" y="6005520"/>
            <a:ext cx="6714360" cy="465840"/>
          </a:xfrm>
          <a:custGeom>
            <a:avLst/>
            <a:gdLst>
              <a:gd name="textAreaLeft" fmla="*/ 0 w 6714360"/>
              <a:gd name="textAreaRight" fmla="*/ 6715080 w 671436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6715125" h="466725">
                <a:moveTo>
                  <a:pt x="76202" y="0"/>
                </a:moveTo>
                <a:lnTo>
                  <a:pt x="6638923" y="0"/>
                </a:lnTo>
                <a:cubicBezTo>
                  <a:pt x="6681008" y="0"/>
                  <a:pt x="6715125" y="34117"/>
                  <a:pt x="6715125" y="76202"/>
                </a:cubicBezTo>
                <a:lnTo>
                  <a:pt x="6715125" y="390523"/>
                </a:lnTo>
                <a:cubicBezTo>
                  <a:pt x="6715125" y="432608"/>
                  <a:pt x="6681008" y="466725"/>
                  <a:pt x="66389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B87D">
              <a:alpha val="10000"/>
            </a:srgbClr>
          </a:solidFill>
          <a:ln w="12700">
            <a:solidFill>
              <a:srgbClr val="E8B87D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4"/>
          <p:cNvSpPr/>
          <p:nvPr/>
        </p:nvSpPr>
        <p:spPr>
          <a:xfrm>
            <a:off x="5423400" y="6124680"/>
            <a:ext cx="6304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        Integración nativa con la cámara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para una experiencia fluida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3"/>
          <p:cNvSpPr/>
          <p:nvPr/>
        </p:nvSpPr>
        <p:spPr>
          <a:xfrm>
            <a:off x="6451200" y="619884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BASES DE DATOS DE LIBROS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Búsqueda Automática de Metadatos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380880" y="1428840"/>
            <a:ext cx="5600160" cy="340920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409200"/>
              <a:gd name="textAreaBottom" fmla="*/ 3409920 h 3409200"/>
            </a:gdLst>
            <a:ahLst/>
            <a:cxnLst/>
            <a:rect l="textAreaLeft" t="textAreaTop" r="textAreaRight" b="textAreaBottom"/>
            <a:pathLst>
              <a:path w="5600700" h="3409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95648"/>
                </a:lnTo>
                <a:cubicBezTo>
                  <a:pt x="5600700" y="3358775"/>
                  <a:pt x="5549525" y="3409950"/>
                  <a:pt x="548639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380880" y="1428840"/>
            <a:ext cx="5600160" cy="3744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609480" y="167652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774000" y="18381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142875" y="78860"/>
                </a:moveTo>
                <a:lnTo>
                  <a:pt x="142875" y="251482"/>
                </a:lnTo>
                <a:lnTo>
                  <a:pt x="143154" y="251371"/>
                </a:lnTo>
                <a:cubicBezTo>
                  <a:pt x="173627" y="238702"/>
                  <a:pt x="206332" y="232172"/>
                  <a:pt x="239316" y="232172"/>
                </a:cubicBezTo>
                <a:lnTo>
                  <a:pt x="250031" y="232172"/>
                </a:lnTo>
                <a:lnTo>
                  <a:pt x="250031" y="53578"/>
                </a:lnTo>
                <a:lnTo>
                  <a:pt x="239316" y="53578"/>
                </a:lnTo>
                <a:cubicBezTo>
                  <a:pt x="215764" y="53578"/>
                  <a:pt x="192379" y="58266"/>
                  <a:pt x="170613" y="67308"/>
                </a:cubicBezTo>
                <a:cubicBezTo>
                  <a:pt x="161237" y="71214"/>
                  <a:pt x="151972" y="75065"/>
                  <a:pt x="142875" y="78860"/>
                </a:cubicBezTo>
                <a:close/>
                <a:moveTo>
                  <a:pt x="128867" y="34323"/>
                </a:moveTo>
                <a:lnTo>
                  <a:pt x="142875" y="40184"/>
                </a:lnTo>
                <a:lnTo>
                  <a:pt x="156883" y="34323"/>
                </a:lnTo>
                <a:cubicBezTo>
                  <a:pt x="183003" y="23440"/>
                  <a:pt x="211020" y="17859"/>
                  <a:pt x="239316" y="17859"/>
                </a:cubicBezTo>
                <a:lnTo>
                  <a:pt x="258961" y="17859"/>
                </a:lnTo>
                <a:cubicBezTo>
                  <a:pt x="273751" y="17859"/>
                  <a:pt x="285750" y="29859"/>
                  <a:pt x="285750" y="44648"/>
                </a:cubicBezTo>
                <a:lnTo>
                  <a:pt x="285750" y="241102"/>
                </a:lnTo>
                <a:cubicBezTo>
                  <a:pt x="285750" y="255891"/>
                  <a:pt x="273751" y="267891"/>
                  <a:pt x="258961" y="267891"/>
                </a:cubicBezTo>
                <a:lnTo>
                  <a:pt x="239316" y="267891"/>
                </a:lnTo>
                <a:cubicBezTo>
                  <a:pt x="211020" y="267891"/>
                  <a:pt x="183003" y="273472"/>
                  <a:pt x="156883" y="284355"/>
                </a:cubicBezTo>
                <a:lnTo>
                  <a:pt x="149740" y="287313"/>
                </a:lnTo>
                <a:cubicBezTo>
                  <a:pt x="145331" y="289154"/>
                  <a:pt x="140419" y="289154"/>
                  <a:pt x="136010" y="287313"/>
                </a:cubicBezTo>
                <a:lnTo>
                  <a:pt x="128867" y="284355"/>
                </a:lnTo>
                <a:cubicBezTo>
                  <a:pt x="102747" y="273472"/>
                  <a:pt x="74730" y="267891"/>
                  <a:pt x="46434" y="267891"/>
                </a:cubicBezTo>
                <a:lnTo>
                  <a:pt x="26789" y="267891"/>
                </a:lnTo>
                <a:cubicBezTo>
                  <a:pt x="11999" y="267891"/>
                  <a:pt x="0" y="255891"/>
                  <a:pt x="0" y="241102"/>
                </a:cubicBezTo>
                <a:lnTo>
                  <a:pt x="0" y="44648"/>
                </a:lnTo>
                <a:cubicBezTo>
                  <a:pt x="0" y="29859"/>
                  <a:pt x="11999" y="17859"/>
                  <a:pt x="26789" y="17859"/>
                </a:cubicBezTo>
                <a:lnTo>
                  <a:pt x="46434" y="17859"/>
                </a:lnTo>
                <a:cubicBezTo>
                  <a:pt x="74730" y="17859"/>
                  <a:pt x="102747" y="23440"/>
                  <a:pt x="128867" y="34323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1371600" y="1714680"/>
            <a:ext cx="18756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OpenLibrary API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371600" y="2019240"/>
            <a:ext cx="18374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Fuente principal de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609480" y="2438280"/>
            <a:ext cx="52286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Base de datos abierta y colaborativa con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millones de libros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Primera opción de búsqueda por su completitud y fiabilidad.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638280" y="380988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876240" y="3772080"/>
            <a:ext cx="152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Metadatos completos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2"/>
          <p:cNvSpPr/>
          <p:nvPr/>
        </p:nvSpPr>
        <p:spPr>
          <a:xfrm>
            <a:off x="638280" y="411480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876240" y="4076640"/>
            <a:ext cx="1713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Portadas de alta calidad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638280" y="441972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876240" y="4381560"/>
            <a:ext cx="1523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API gratuita y estable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6210360" y="1428840"/>
            <a:ext cx="5600160" cy="340920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409200"/>
              <a:gd name="textAreaBottom" fmla="*/ 3409920 h 3409200"/>
            </a:gdLst>
            <a:ahLst/>
            <a:cxnLst/>
            <a:rect l="textAreaLeft" t="textAreaTop" r="textAreaRight" b="textAreaBottom"/>
            <a:pathLst>
              <a:path w="5600700" h="340995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295648"/>
                </a:lnTo>
                <a:cubicBezTo>
                  <a:pt x="5600700" y="3358775"/>
                  <a:pt x="5549525" y="3409950"/>
                  <a:pt x="5486398" y="3409950"/>
                </a:cubicBezTo>
                <a:lnTo>
                  <a:pt x="114302" y="3409950"/>
                </a:lnTo>
                <a:cubicBezTo>
                  <a:pt x="51175" y="3409950"/>
                  <a:pt x="0" y="3358775"/>
                  <a:pt x="0" y="32956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6210360" y="1428840"/>
            <a:ext cx="5600160" cy="3744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5600700" h="38100">
                <a:moveTo>
                  <a:pt x="38100" y="0"/>
                </a:moveTo>
                <a:lnTo>
                  <a:pt x="5562600" y="0"/>
                </a:lnTo>
                <a:cubicBezTo>
                  <a:pt x="5583628" y="0"/>
                  <a:pt x="5600700" y="17072"/>
                  <a:pt x="5600700" y="38100"/>
                </a:cubicBezTo>
                <a:lnTo>
                  <a:pt x="5600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6438960" y="1676520"/>
            <a:ext cx="608760" cy="608760"/>
          </a:xfrm>
          <a:custGeom>
            <a:avLst/>
            <a:gdLst>
              <a:gd name="textAreaLeft" fmla="*/ 0 w 608760"/>
              <a:gd name="textAreaRight" fmla="*/ 609480 w 608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6603120" y="183816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279053" y="146112"/>
                </a:moveTo>
                <a:cubicBezTo>
                  <a:pt x="279053" y="225084"/>
                  <a:pt x="224972" y="281285"/>
                  <a:pt x="145107" y="281285"/>
                </a:cubicBezTo>
                <a:cubicBezTo>
                  <a:pt x="68535" y="281285"/>
                  <a:pt x="6697" y="219447"/>
                  <a:pt x="6697" y="142875"/>
                </a:cubicBezTo>
                <a:cubicBezTo>
                  <a:pt x="6697" y="66303"/>
                  <a:pt x="68535" y="4465"/>
                  <a:pt x="145107" y="4465"/>
                </a:cubicBezTo>
                <a:cubicBezTo>
                  <a:pt x="182389" y="4465"/>
                  <a:pt x="213754" y="18138"/>
                  <a:pt x="237920" y="40686"/>
                </a:cubicBezTo>
                <a:lnTo>
                  <a:pt x="200248" y="76907"/>
                </a:lnTo>
                <a:cubicBezTo>
                  <a:pt x="150968" y="29356"/>
                  <a:pt x="59327" y="65075"/>
                  <a:pt x="59327" y="142875"/>
                </a:cubicBezTo>
                <a:cubicBezTo>
                  <a:pt x="59327" y="191151"/>
                  <a:pt x="97892" y="230274"/>
                  <a:pt x="145107" y="230274"/>
                </a:cubicBezTo>
                <a:cubicBezTo>
                  <a:pt x="199913" y="230274"/>
                  <a:pt x="220452" y="190984"/>
                  <a:pt x="223689" y="170613"/>
                </a:cubicBezTo>
                <a:lnTo>
                  <a:pt x="145107" y="170613"/>
                </a:lnTo>
                <a:lnTo>
                  <a:pt x="145107" y="123006"/>
                </a:lnTo>
                <a:lnTo>
                  <a:pt x="276876" y="123006"/>
                </a:lnTo>
                <a:cubicBezTo>
                  <a:pt x="278160" y="130094"/>
                  <a:pt x="279053" y="136903"/>
                  <a:pt x="279053" y="146112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7201080" y="1714680"/>
            <a:ext cx="22377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Google Books API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7201080" y="2019240"/>
            <a:ext cx="2199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Sistema de respaldo inteligente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6438960" y="2438280"/>
            <a:ext cx="522864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Si OpenLibrary no encuentra el libro,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fallback automático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a Google Books. Dos fuentes, cero preocupaciones.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3"/>
          <p:cNvSpPr/>
          <p:nvPr/>
        </p:nvSpPr>
        <p:spPr>
          <a:xfrm>
            <a:off x="6467400" y="380988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4"/>
          <p:cNvSpPr/>
          <p:nvPr/>
        </p:nvSpPr>
        <p:spPr>
          <a:xfrm>
            <a:off x="6705720" y="3772080"/>
            <a:ext cx="139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Cobertura adicional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5"/>
          <p:cNvSpPr/>
          <p:nvPr/>
        </p:nvSpPr>
        <p:spPr>
          <a:xfrm>
            <a:off x="6467400" y="411480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6"/>
          <p:cNvSpPr/>
          <p:nvPr/>
        </p:nvSpPr>
        <p:spPr>
          <a:xfrm>
            <a:off x="6705720" y="4076640"/>
            <a:ext cx="1275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Libros en español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7"/>
          <p:cNvSpPr/>
          <p:nvPr/>
        </p:nvSpPr>
        <p:spPr>
          <a:xfrm>
            <a:off x="6467400" y="4419720"/>
            <a:ext cx="132480" cy="151560"/>
          </a:xfrm>
          <a:custGeom>
            <a:avLst/>
            <a:gdLst>
              <a:gd name="textAreaLeft" fmla="*/ 0 w 132480"/>
              <a:gd name="textAreaRight" fmla="*/ 133200 w 13248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8"/>
          <p:cNvSpPr/>
          <p:nvPr/>
        </p:nvSpPr>
        <p:spPr>
          <a:xfrm>
            <a:off x="6705720" y="4381560"/>
            <a:ext cx="1551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Búsqueda automática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9"/>
          <p:cNvSpPr/>
          <p:nvPr/>
        </p:nvSpPr>
        <p:spPr>
          <a:xfrm>
            <a:off x="399960" y="5029200"/>
            <a:ext cx="11410200" cy="1447200"/>
          </a:xfrm>
          <a:custGeom>
            <a:avLst/>
            <a:gdLst>
              <a:gd name="textAreaLeft" fmla="*/ 0 w 11410200"/>
              <a:gd name="textAreaRight" fmla="*/ 11410920 w 11410200"/>
              <a:gd name="textAreaTop" fmla="*/ 0 h 1447200"/>
              <a:gd name="textAreaBottom" fmla="*/ 1447920 h 1447200"/>
            </a:gdLst>
            <a:ahLst/>
            <a:cxnLst/>
            <a:rect l="textAreaLeft" t="textAreaTop" r="textAreaRight" b="textAreaBottom"/>
            <a:pathLst>
              <a:path w="11410950" h="1447800">
                <a:moveTo>
                  <a:pt x="0" y="0"/>
                </a:moveTo>
                <a:lnTo>
                  <a:pt x="11410950" y="0"/>
                </a:lnTo>
                <a:lnTo>
                  <a:pt x="114109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0"/>
          <p:cNvSpPr/>
          <p:nvPr/>
        </p:nvSpPr>
        <p:spPr>
          <a:xfrm>
            <a:off x="399960" y="5029200"/>
            <a:ext cx="37440" cy="1447200"/>
          </a:xfrm>
          <a:custGeom>
            <a:avLst/>
            <a:gdLst>
              <a:gd name="textAreaLeft" fmla="*/ 0 w 37440"/>
              <a:gd name="textAreaRight" fmla="*/ 38160 w 37440"/>
              <a:gd name="textAreaTop" fmla="*/ 0 h 1447200"/>
              <a:gd name="textAreaBottom" fmla="*/ 1447920 h 1447200"/>
            </a:gdLst>
            <a:ahLst/>
            <a:cxnLst/>
            <a:rect l="textAreaLeft" t="textAreaTop" r="textAreaRight" b="textAreaBottom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1"/>
          <p:cNvSpPr/>
          <p:nvPr/>
        </p:nvSpPr>
        <p:spPr>
          <a:xfrm>
            <a:off x="607320" y="5219640"/>
            <a:ext cx="165960" cy="189720"/>
          </a:xfrm>
          <a:custGeom>
            <a:avLst/>
            <a:gdLst>
              <a:gd name="textAreaLeft" fmla="*/ 0 w 165960"/>
              <a:gd name="textAreaRight" fmla="*/ 166680 w 16596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2"/>
          <p:cNvSpPr/>
          <p:nvPr/>
        </p:nvSpPr>
        <p:spPr>
          <a:xfrm>
            <a:off x="809640" y="5181480"/>
            <a:ext cx="109436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Datos Obtenidos Automáticamente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3"/>
          <p:cNvSpPr/>
          <p:nvPr/>
        </p:nvSpPr>
        <p:spPr>
          <a:xfrm>
            <a:off x="167148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4"/>
          <p:cNvSpPr/>
          <p:nvPr/>
        </p:nvSpPr>
        <p:spPr>
          <a:xfrm>
            <a:off x="18003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0" y="28575"/>
                </a:move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cubicBezTo>
                  <a:pt x="65053" y="14288"/>
                  <a:pt x="71438" y="20672"/>
                  <a:pt x="71438" y="28575"/>
                </a:cubicBezTo>
                <a:cubicBezTo>
                  <a:pt x="71438" y="36478"/>
                  <a:pt x="65053" y="42863"/>
                  <a:pt x="57150" y="42863"/>
                </a:cubicBezTo>
                <a:lnTo>
                  <a:pt x="50006" y="42863"/>
                </a:lnTo>
                <a:lnTo>
                  <a:pt x="50006" y="92869"/>
                </a:lnTo>
                <a:lnTo>
                  <a:pt x="150019" y="92869"/>
                </a:lnTo>
                <a:lnTo>
                  <a:pt x="150019" y="42863"/>
                </a:lnTo>
                <a:lnTo>
                  <a:pt x="142875" y="42863"/>
                </a:lnTo>
                <a:cubicBezTo>
                  <a:pt x="134972" y="42863"/>
                  <a:pt x="128588" y="36478"/>
                  <a:pt x="128588" y="28575"/>
                </a:cubicBezTo>
                <a:cubicBezTo>
                  <a:pt x="128588" y="20672"/>
                  <a:pt x="134972" y="14288"/>
                  <a:pt x="142875" y="14288"/>
                </a:cubicBez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78594" y="42863"/>
                </a:lnTo>
                <a:lnTo>
                  <a:pt x="178594" y="185738"/>
                </a:lnTo>
                <a:lnTo>
                  <a:pt x="185738" y="185738"/>
                </a:lnTo>
                <a:cubicBezTo>
                  <a:pt x="193640" y="185738"/>
                  <a:pt x="200025" y="192122"/>
                  <a:pt x="200025" y="200025"/>
                </a:cubicBezTo>
                <a:cubicBezTo>
                  <a:pt x="200025" y="207928"/>
                  <a:pt x="193640" y="214313"/>
                  <a:pt x="185738" y="214313"/>
                </a:cubicBezTo>
                <a:lnTo>
                  <a:pt x="142875" y="214313"/>
                </a:lnTo>
                <a:cubicBezTo>
                  <a:pt x="134972" y="214313"/>
                  <a:pt x="128588" y="207928"/>
                  <a:pt x="128588" y="200025"/>
                </a:cubicBezTo>
                <a:cubicBezTo>
                  <a:pt x="128588" y="192122"/>
                  <a:pt x="134972" y="185738"/>
                  <a:pt x="142875" y="185738"/>
                </a:cubicBezTo>
                <a:lnTo>
                  <a:pt x="150019" y="185738"/>
                </a:lnTo>
                <a:lnTo>
                  <a:pt x="150019" y="121444"/>
                </a:lnTo>
                <a:lnTo>
                  <a:pt x="50006" y="121444"/>
                </a:lnTo>
                <a:lnTo>
                  <a:pt x="50006" y="185738"/>
                </a:lnTo>
                <a:lnTo>
                  <a:pt x="57150" y="185738"/>
                </a:lnTo>
                <a:cubicBezTo>
                  <a:pt x="65053" y="185738"/>
                  <a:pt x="71438" y="192122"/>
                  <a:pt x="71438" y="200025"/>
                </a:cubicBezTo>
                <a:cubicBezTo>
                  <a:pt x="71438" y="207928"/>
                  <a:pt x="65053" y="214313"/>
                  <a:pt x="57150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cubicBezTo>
                  <a:pt x="0" y="192122"/>
                  <a:pt x="6385" y="185738"/>
                  <a:pt x="14288" y="185738"/>
                </a:cubicBezTo>
                <a:lnTo>
                  <a:pt x="21431" y="185738"/>
                </a:lnTo>
                <a:lnTo>
                  <a:pt x="21431" y="42863"/>
                </a:ln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5"/>
          <p:cNvSpPr/>
          <p:nvPr/>
        </p:nvSpPr>
        <p:spPr>
          <a:xfrm>
            <a:off x="5335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Título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6"/>
          <p:cNvSpPr/>
          <p:nvPr/>
        </p:nvSpPr>
        <p:spPr>
          <a:xfrm>
            <a:off x="44816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7"/>
          <p:cNvSpPr/>
          <p:nvPr/>
        </p:nvSpPr>
        <p:spPr>
          <a:xfrm>
            <a:off x="46101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8"/>
          <p:cNvSpPr/>
          <p:nvPr/>
        </p:nvSpPr>
        <p:spPr>
          <a:xfrm>
            <a:off x="33433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Autor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9"/>
          <p:cNvSpPr/>
          <p:nvPr/>
        </p:nvSpPr>
        <p:spPr>
          <a:xfrm>
            <a:off x="72914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0"/>
          <p:cNvSpPr/>
          <p:nvPr/>
        </p:nvSpPr>
        <p:spPr>
          <a:xfrm>
            <a:off x="7391520" y="567684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1"/>
          <p:cNvSpPr/>
          <p:nvPr/>
        </p:nvSpPr>
        <p:spPr>
          <a:xfrm>
            <a:off x="61531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Género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42"/>
          <p:cNvSpPr/>
          <p:nvPr/>
        </p:nvSpPr>
        <p:spPr>
          <a:xfrm>
            <a:off x="10101240" y="55627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3"/>
          <p:cNvSpPr/>
          <p:nvPr/>
        </p:nvSpPr>
        <p:spPr>
          <a:xfrm>
            <a:off x="1022976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4"/>
          <p:cNvSpPr/>
          <p:nvPr/>
        </p:nvSpPr>
        <p:spPr>
          <a:xfrm>
            <a:off x="8962920" y="6095880"/>
            <a:ext cx="27331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8"/>
          <p:cNvSpPr/>
          <p:nvPr/>
        </p:nvSpPr>
        <p:spPr>
          <a:xfrm>
            <a:off x="10230120" y="567684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57150" y="50006"/>
                </a:moveTo>
                <a:cubicBezTo>
                  <a:pt x="68978" y="50006"/>
                  <a:pt x="78581" y="59609"/>
                  <a:pt x="78581" y="71438"/>
                </a:cubicBezTo>
                <a:cubicBezTo>
                  <a:pt x="78581" y="83266"/>
                  <a:pt x="68978" y="92869"/>
                  <a:pt x="57150" y="92869"/>
                </a:cubicBezTo>
                <a:cubicBezTo>
                  <a:pt x="45322" y="92869"/>
                  <a:pt x="35719" y="83266"/>
                  <a:pt x="35719" y="71438"/>
                </a:cubicBezTo>
                <a:cubicBezTo>
                  <a:pt x="35719" y="59609"/>
                  <a:pt x="45322" y="50006"/>
                  <a:pt x="57150" y="50006"/>
                </a:cubicBezTo>
                <a:close/>
                <a:moveTo>
                  <a:pt x="121444" y="100013"/>
                </a:moveTo>
                <a:cubicBezTo>
                  <a:pt x="125194" y="100013"/>
                  <a:pt x="128632" y="101977"/>
                  <a:pt x="130597" y="105147"/>
                </a:cubicBezTo>
                <a:lnTo>
                  <a:pt x="169887" y="169441"/>
                </a:lnTo>
                <a:cubicBezTo>
                  <a:pt x="171896" y="172745"/>
                  <a:pt x="171986" y="176897"/>
                  <a:pt x="170111" y="180290"/>
                </a:cubicBezTo>
                <a:cubicBezTo>
                  <a:pt x="168235" y="183684"/>
                  <a:pt x="164619" y="185738"/>
                  <a:pt x="160734" y="185738"/>
                </a:cubicBezTo>
                <a:lnTo>
                  <a:pt x="39291" y="185738"/>
                </a:lnTo>
                <a:cubicBezTo>
                  <a:pt x="35317" y="185738"/>
                  <a:pt x="31611" y="183505"/>
                  <a:pt x="29781" y="179978"/>
                </a:cubicBezTo>
                <a:cubicBezTo>
                  <a:pt x="27950" y="176451"/>
                  <a:pt x="28218" y="172164"/>
                  <a:pt x="30495" y="168905"/>
                </a:cubicBezTo>
                <a:lnTo>
                  <a:pt x="55498" y="133186"/>
                </a:lnTo>
                <a:cubicBezTo>
                  <a:pt x="57507" y="130329"/>
                  <a:pt x="60767" y="128632"/>
                  <a:pt x="64294" y="128632"/>
                </a:cubicBezTo>
                <a:cubicBezTo>
                  <a:pt x="67821" y="128632"/>
                  <a:pt x="71080" y="130329"/>
                  <a:pt x="73089" y="133186"/>
                </a:cubicBezTo>
                <a:lnTo>
                  <a:pt x="84877" y="150063"/>
                </a:lnTo>
                <a:lnTo>
                  <a:pt x="112291" y="105192"/>
                </a:lnTo>
                <a:cubicBezTo>
                  <a:pt x="114255" y="102022"/>
                  <a:pt x="117693" y="100057"/>
                  <a:pt x="121444" y="10005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FLEXIBILIDAD TOTAL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Edición y Personalización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"/>
          <p:cNvSpPr/>
          <p:nvPr/>
        </p:nvSpPr>
        <p:spPr>
          <a:xfrm>
            <a:off x="380880" y="1371600"/>
            <a:ext cx="5209560" cy="5142960"/>
          </a:xfrm>
          <a:custGeom>
            <a:avLst/>
            <a:gdLst>
              <a:gd name="textAreaLeft" fmla="*/ 0 w 5209560"/>
              <a:gd name="textAreaRight" fmla="*/ 5210280 w 5209560"/>
              <a:gd name="textAreaTop" fmla="*/ 0 h 5142960"/>
              <a:gd name="textAreaBottom" fmla="*/ 5143680 h 5142960"/>
            </a:gdLst>
            <a:ahLst/>
            <a:cxnLst/>
            <a:rect l="textAreaLeft" t="textAreaTop" r="textAreaRight" b="textAreaBottom"/>
            <a:pathLst>
              <a:path w="5210175" h="5143500">
                <a:moveTo>
                  <a:pt x="114289" y="0"/>
                </a:moveTo>
                <a:lnTo>
                  <a:pt x="5095886" y="0"/>
                </a:lnTo>
                <a:cubicBezTo>
                  <a:pt x="5158964" y="0"/>
                  <a:pt x="5210175" y="51211"/>
                  <a:pt x="5210175" y="114289"/>
                </a:cubicBezTo>
                <a:lnTo>
                  <a:pt x="5210175" y="5029211"/>
                </a:lnTo>
                <a:cubicBezTo>
                  <a:pt x="5210175" y="5092331"/>
                  <a:pt x="5159006" y="5143500"/>
                  <a:pt x="5095886" y="5143500"/>
                </a:cubicBezTo>
                <a:lnTo>
                  <a:pt x="114289" y="5143500"/>
                </a:lnTo>
                <a:cubicBezTo>
                  <a:pt x="51211" y="5143500"/>
                  <a:pt x="0" y="5092289"/>
                  <a:pt x="0" y="50292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3E3A36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"/>
          <p:cNvSpPr/>
          <p:nvPr/>
        </p:nvSpPr>
        <p:spPr>
          <a:xfrm>
            <a:off x="485640" y="1523880"/>
            <a:ext cx="50000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Pantalla de Edición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"/>
          <p:cNvSpPr/>
          <p:nvPr/>
        </p:nvSpPr>
        <p:spPr>
          <a:xfrm>
            <a:off x="542880" y="1914480"/>
            <a:ext cx="4885560" cy="4438080"/>
          </a:xfrm>
          <a:custGeom>
            <a:avLst/>
            <a:gdLst>
              <a:gd name="textAreaLeft" fmla="*/ 0 w 4885560"/>
              <a:gd name="textAreaRight" fmla="*/ 4886280 w 4885560"/>
              <a:gd name="textAreaTop" fmla="*/ 0 h 4438080"/>
              <a:gd name="textAreaBottom" fmla="*/ 4438800 h 4438080"/>
            </a:gdLst>
            <a:ahLst/>
            <a:cxnLst/>
            <a:rect l="textAreaLeft" t="textAreaTop" r="textAreaRight" b="textAreaBottom"/>
            <a:pathLst>
              <a:path w="4886325" h="4438650">
                <a:moveTo>
                  <a:pt x="76212" y="0"/>
                </a:moveTo>
                <a:lnTo>
                  <a:pt x="4810113" y="0"/>
                </a:lnTo>
                <a:cubicBezTo>
                  <a:pt x="4852204" y="0"/>
                  <a:pt x="4886325" y="34121"/>
                  <a:pt x="4886325" y="76212"/>
                </a:cubicBezTo>
                <a:lnTo>
                  <a:pt x="4886325" y="4362438"/>
                </a:lnTo>
                <a:cubicBezTo>
                  <a:pt x="4886325" y="4404529"/>
                  <a:pt x="4852204" y="4438650"/>
                  <a:pt x="4810113" y="4438650"/>
                </a:cubicBezTo>
                <a:lnTo>
                  <a:pt x="76212" y="4438650"/>
                </a:lnTo>
                <a:cubicBezTo>
                  <a:pt x="34121" y="4438650"/>
                  <a:pt x="0" y="4404529"/>
                  <a:pt x="0" y="4362438"/>
                </a:cubicBezTo>
                <a:lnTo>
                  <a:pt x="0" y="76212"/>
                </a:lnTo>
                <a:cubicBezTo>
                  <a:pt x="0" y="34121"/>
                  <a:pt x="34121" y="0"/>
                  <a:pt x="76212" y="0"/>
                </a:cubicBezTo>
                <a:close/>
              </a:path>
            </a:pathLst>
          </a:custGeom>
          <a:solidFill>
            <a:srgbClr val="2D2A26"/>
          </a:solidFill>
          <a:ln w="254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6"/>
          <p:cNvSpPr/>
          <p:nvPr/>
        </p:nvSpPr>
        <p:spPr>
          <a:xfrm>
            <a:off x="704880" y="2076480"/>
            <a:ext cx="4561920" cy="685080"/>
          </a:xfrm>
          <a:custGeom>
            <a:avLst/>
            <a:gdLst>
              <a:gd name="textAreaLeft" fmla="*/ 0 w 4561920"/>
              <a:gd name="textAreaRight" fmla="*/ 4562640 w 4561920"/>
              <a:gd name="textAreaTop" fmla="*/ 0 h 685080"/>
              <a:gd name="textAreaBottom" fmla="*/ 685800 h 685080"/>
            </a:gdLst>
            <a:ahLst/>
            <a:cxnLst/>
            <a:rect l="textAreaLeft" t="textAreaTop" r="textAreaRight" b="textAreaBottom"/>
            <a:pathLst>
              <a:path w="4562475" h="685800">
                <a:moveTo>
                  <a:pt x="76199" y="0"/>
                </a:moveTo>
                <a:lnTo>
                  <a:pt x="4486276" y="0"/>
                </a:lnTo>
                <a:cubicBezTo>
                  <a:pt x="4528359" y="0"/>
                  <a:pt x="4562475" y="34116"/>
                  <a:pt x="4562475" y="76199"/>
                </a:cubicBezTo>
                <a:lnTo>
                  <a:pt x="4562475" y="609601"/>
                </a:lnTo>
                <a:cubicBezTo>
                  <a:pt x="4562475" y="651684"/>
                  <a:pt x="4528359" y="685800"/>
                  <a:pt x="44862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7"/>
          <p:cNvSpPr/>
          <p:nvPr/>
        </p:nvSpPr>
        <p:spPr>
          <a:xfrm>
            <a:off x="819000" y="2190600"/>
            <a:ext cx="439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ISBN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819000" y="2419200"/>
            <a:ext cx="4409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978-84-204-3577-8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704880" y="2876400"/>
            <a:ext cx="4561920" cy="685080"/>
          </a:xfrm>
          <a:custGeom>
            <a:avLst/>
            <a:gdLst>
              <a:gd name="textAreaLeft" fmla="*/ 0 w 4561920"/>
              <a:gd name="textAreaRight" fmla="*/ 4562640 w 4561920"/>
              <a:gd name="textAreaTop" fmla="*/ 0 h 685080"/>
              <a:gd name="textAreaBottom" fmla="*/ 685800 h 685080"/>
            </a:gdLst>
            <a:ahLst/>
            <a:cxnLst/>
            <a:rect l="textAreaLeft" t="textAreaTop" r="textAreaRight" b="textAreaBottom"/>
            <a:pathLst>
              <a:path w="4562475" h="685800">
                <a:moveTo>
                  <a:pt x="76199" y="0"/>
                </a:moveTo>
                <a:lnTo>
                  <a:pt x="4486276" y="0"/>
                </a:lnTo>
                <a:cubicBezTo>
                  <a:pt x="4528359" y="0"/>
                  <a:pt x="4562475" y="34116"/>
                  <a:pt x="4562475" y="76199"/>
                </a:cubicBezTo>
                <a:lnTo>
                  <a:pt x="4562475" y="609601"/>
                </a:lnTo>
                <a:cubicBezTo>
                  <a:pt x="4562475" y="651684"/>
                  <a:pt x="4528359" y="685800"/>
                  <a:pt x="44862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819000" y="2990880"/>
            <a:ext cx="439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Título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1"/>
          <p:cNvSpPr/>
          <p:nvPr/>
        </p:nvSpPr>
        <p:spPr>
          <a:xfrm>
            <a:off x="819000" y="3219480"/>
            <a:ext cx="4409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Cien años de soledad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2"/>
          <p:cNvSpPr/>
          <p:nvPr/>
        </p:nvSpPr>
        <p:spPr>
          <a:xfrm>
            <a:off x="704880" y="3676680"/>
            <a:ext cx="4561920" cy="685080"/>
          </a:xfrm>
          <a:custGeom>
            <a:avLst/>
            <a:gdLst>
              <a:gd name="textAreaLeft" fmla="*/ 0 w 4561920"/>
              <a:gd name="textAreaRight" fmla="*/ 4562640 w 4561920"/>
              <a:gd name="textAreaTop" fmla="*/ 0 h 685080"/>
              <a:gd name="textAreaBottom" fmla="*/ 685800 h 685080"/>
            </a:gdLst>
            <a:ahLst/>
            <a:cxnLst/>
            <a:rect l="textAreaLeft" t="textAreaTop" r="textAreaRight" b="textAreaBottom"/>
            <a:pathLst>
              <a:path w="4562475" h="685800">
                <a:moveTo>
                  <a:pt x="76199" y="0"/>
                </a:moveTo>
                <a:lnTo>
                  <a:pt x="4486276" y="0"/>
                </a:lnTo>
                <a:cubicBezTo>
                  <a:pt x="4528359" y="0"/>
                  <a:pt x="4562475" y="34116"/>
                  <a:pt x="4562475" y="76199"/>
                </a:cubicBezTo>
                <a:lnTo>
                  <a:pt x="4562475" y="609601"/>
                </a:lnTo>
                <a:cubicBezTo>
                  <a:pt x="4562475" y="651684"/>
                  <a:pt x="4528359" y="685800"/>
                  <a:pt x="44862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819000" y="3790800"/>
            <a:ext cx="439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Autor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4"/>
          <p:cNvSpPr/>
          <p:nvPr/>
        </p:nvSpPr>
        <p:spPr>
          <a:xfrm>
            <a:off x="819000" y="4019400"/>
            <a:ext cx="4409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Gabriel García Márquez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5"/>
          <p:cNvSpPr/>
          <p:nvPr/>
        </p:nvSpPr>
        <p:spPr>
          <a:xfrm>
            <a:off x="704880" y="4476600"/>
            <a:ext cx="4561920" cy="685080"/>
          </a:xfrm>
          <a:custGeom>
            <a:avLst/>
            <a:gdLst>
              <a:gd name="textAreaLeft" fmla="*/ 0 w 4561920"/>
              <a:gd name="textAreaRight" fmla="*/ 4562640 w 4561920"/>
              <a:gd name="textAreaTop" fmla="*/ 0 h 685080"/>
              <a:gd name="textAreaBottom" fmla="*/ 685800 h 685080"/>
            </a:gdLst>
            <a:ahLst/>
            <a:cxnLst/>
            <a:rect l="textAreaLeft" t="textAreaTop" r="textAreaRight" b="textAreaBottom"/>
            <a:pathLst>
              <a:path w="4562475" h="685800">
                <a:moveTo>
                  <a:pt x="76199" y="0"/>
                </a:moveTo>
                <a:lnTo>
                  <a:pt x="4486276" y="0"/>
                </a:lnTo>
                <a:cubicBezTo>
                  <a:pt x="4528359" y="0"/>
                  <a:pt x="4562475" y="34116"/>
                  <a:pt x="4562475" y="76199"/>
                </a:cubicBezTo>
                <a:lnTo>
                  <a:pt x="4562475" y="609601"/>
                </a:lnTo>
                <a:cubicBezTo>
                  <a:pt x="4562475" y="651684"/>
                  <a:pt x="4528359" y="685800"/>
                  <a:pt x="44862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819000" y="4591080"/>
            <a:ext cx="439992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Género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7"/>
          <p:cNvSpPr/>
          <p:nvPr/>
        </p:nvSpPr>
        <p:spPr>
          <a:xfrm>
            <a:off x="819000" y="4819680"/>
            <a:ext cx="4409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Realismo mágico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8"/>
          <p:cNvSpPr/>
          <p:nvPr/>
        </p:nvSpPr>
        <p:spPr>
          <a:xfrm>
            <a:off x="714240" y="5286240"/>
            <a:ext cx="3561480" cy="894600"/>
          </a:xfrm>
          <a:custGeom>
            <a:avLst/>
            <a:gdLst>
              <a:gd name="textAreaLeft" fmla="*/ 0 w 3561480"/>
              <a:gd name="textAreaRight" fmla="*/ 3562200 w 3561480"/>
              <a:gd name="textAreaTop" fmla="*/ 0 h 894600"/>
              <a:gd name="textAreaBottom" fmla="*/ 895320 h 894600"/>
            </a:gdLst>
            <a:ahLst/>
            <a:cxnLst/>
            <a:rect l="textAreaLeft" t="textAreaTop" r="textAreaRight" b="textAreaBottom"/>
            <a:pathLst>
              <a:path w="3562350" h="895350">
                <a:moveTo>
                  <a:pt x="76203" y="0"/>
                </a:moveTo>
                <a:lnTo>
                  <a:pt x="3486147" y="0"/>
                </a:lnTo>
                <a:cubicBezTo>
                  <a:pt x="3528233" y="0"/>
                  <a:pt x="3562350" y="34117"/>
                  <a:pt x="3562350" y="76203"/>
                </a:cubicBezTo>
                <a:lnTo>
                  <a:pt x="3562350" y="819147"/>
                </a:lnTo>
                <a:cubicBezTo>
                  <a:pt x="3562350" y="861233"/>
                  <a:pt x="3528233" y="895350"/>
                  <a:pt x="34861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25400">
            <a:solidFill>
              <a:srgbClr val="D8A25A">
                <a:alpha val="50000"/>
              </a:srgbClr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9"/>
          <p:cNvSpPr/>
          <p:nvPr/>
        </p:nvSpPr>
        <p:spPr>
          <a:xfrm>
            <a:off x="2374920" y="5591160"/>
            <a:ext cx="249480" cy="285120"/>
          </a:xfrm>
          <a:custGeom>
            <a:avLst/>
            <a:gdLst>
              <a:gd name="textAreaLeft" fmla="*/ 0 w 249480"/>
              <a:gd name="textAreaRight" fmla="*/ 250200 w 249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4404240" y="5276880"/>
            <a:ext cx="856440" cy="342360"/>
          </a:xfrm>
          <a:custGeom>
            <a:avLst/>
            <a:gdLst>
              <a:gd name="textAreaLeft" fmla="*/ 0 w 856440"/>
              <a:gd name="textAreaRight" fmla="*/ 857160 w 85644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857250" h="342900">
                <a:moveTo>
                  <a:pt x="76199" y="0"/>
                </a:moveTo>
                <a:lnTo>
                  <a:pt x="781051" y="0"/>
                </a:lnTo>
                <a:cubicBezTo>
                  <a:pt x="823134" y="0"/>
                  <a:pt x="857250" y="34116"/>
                  <a:pt x="857250" y="76199"/>
                </a:cubicBezTo>
                <a:lnTo>
                  <a:pt x="857250" y="266701"/>
                </a:lnTo>
                <a:cubicBezTo>
                  <a:pt x="857250" y="308784"/>
                  <a:pt x="823134" y="342900"/>
                  <a:pt x="7810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1"/>
          <p:cNvSpPr/>
          <p:nvPr/>
        </p:nvSpPr>
        <p:spPr>
          <a:xfrm>
            <a:off x="4588200" y="5386320"/>
            <a:ext cx="132480" cy="132480"/>
          </a:xfrm>
          <a:custGeom>
            <a:avLst/>
            <a:gdLst>
              <a:gd name="textAreaLeft" fmla="*/ 0 w 132480"/>
              <a:gd name="textAreaRight" fmla="*/ 133200 w 13248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33350" h="133350">
                <a:moveTo>
                  <a:pt x="38833" y="16877"/>
                </a:moveTo>
                <a:lnTo>
                  <a:pt x="36124" y="25003"/>
                </a:lnTo>
                <a:lnTo>
                  <a:pt x="16669" y="25003"/>
                </a:lnTo>
                <a:cubicBezTo>
                  <a:pt x="7475" y="25003"/>
                  <a:pt x="0" y="32478"/>
                  <a:pt x="0" y="41672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16681" y="125016"/>
                </a:lnTo>
                <a:cubicBezTo>
                  <a:pt x="125875" y="125016"/>
                  <a:pt x="133350" y="117541"/>
                  <a:pt x="133350" y="108347"/>
                </a:cubicBezTo>
                <a:lnTo>
                  <a:pt x="133350" y="41672"/>
                </a:lnTo>
                <a:cubicBezTo>
                  <a:pt x="133350" y="32478"/>
                  <a:pt x="125875" y="25003"/>
                  <a:pt x="116681" y="25003"/>
                </a:cubicBezTo>
                <a:lnTo>
                  <a:pt x="97226" y="25003"/>
                </a:lnTo>
                <a:lnTo>
                  <a:pt x="94517" y="16877"/>
                </a:lnTo>
                <a:cubicBezTo>
                  <a:pt x="92824" y="11772"/>
                  <a:pt x="88058" y="8334"/>
                  <a:pt x="82667" y="8334"/>
                </a:cubicBezTo>
                <a:lnTo>
                  <a:pt x="50683" y="8334"/>
                </a:lnTo>
                <a:cubicBezTo>
                  <a:pt x="45292" y="8334"/>
                  <a:pt x="40526" y="11772"/>
                  <a:pt x="38833" y="16877"/>
                </a:cubicBezTo>
                <a:close/>
                <a:moveTo>
                  <a:pt x="66675" y="50006"/>
                </a:moveTo>
                <a:cubicBezTo>
                  <a:pt x="80475" y="50006"/>
                  <a:pt x="91678" y="61210"/>
                  <a:pt x="91678" y="75009"/>
                </a:cubicBezTo>
                <a:cubicBezTo>
                  <a:pt x="91678" y="88809"/>
                  <a:pt x="80475" y="100013"/>
                  <a:pt x="66675" y="100013"/>
                </a:cubicBezTo>
                <a:cubicBezTo>
                  <a:pt x="52875" y="100013"/>
                  <a:pt x="41672" y="88809"/>
                  <a:pt x="41672" y="75009"/>
                </a:cubicBezTo>
                <a:cubicBezTo>
                  <a:pt x="41672" y="61210"/>
                  <a:pt x="52875" y="50006"/>
                  <a:pt x="66675" y="50006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4599720" y="5276880"/>
            <a:ext cx="694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tIns="76320" rIns="114480" bIns="7632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1" u="none" strike="noStrike">
                <a:solidFill>
                  <a:srgbClr val="2D2A26"/>
                </a:solidFill>
                <a:effectLst/>
                <a:uFillTx/>
                <a:latin typeface="Quattrocento Sans"/>
                <a:ea typeface="Quattrocento Sans"/>
              </a:rPr>
              <a:t>Foto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3"/>
          <p:cNvSpPr/>
          <p:nvPr/>
        </p:nvSpPr>
        <p:spPr>
          <a:xfrm>
            <a:off x="4409280" y="5700600"/>
            <a:ext cx="847080" cy="351720"/>
          </a:xfrm>
          <a:custGeom>
            <a:avLst/>
            <a:gdLst>
              <a:gd name="textAreaLeft" fmla="*/ 0 w 847080"/>
              <a:gd name="textAreaRight" fmla="*/ 847800 w 847080"/>
              <a:gd name="textAreaTop" fmla="*/ 0 h 351720"/>
              <a:gd name="textAreaBottom" fmla="*/ 352440 h 351720"/>
            </a:gdLst>
            <a:ahLst/>
            <a:cxnLst/>
            <a:rect l="textAreaLeft" t="textAreaTop" r="textAreaRight" b="textAreaBottom"/>
            <a:pathLst>
              <a:path w="847725" h="352425">
                <a:moveTo>
                  <a:pt x="76201" y="0"/>
                </a:moveTo>
                <a:lnTo>
                  <a:pt x="771524" y="0"/>
                </a:lnTo>
                <a:cubicBezTo>
                  <a:pt x="813609" y="0"/>
                  <a:pt x="847725" y="34116"/>
                  <a:pt x="847725" y="76201"/>
                </a:cubicBezTo>
                <a:lnTo>
                  <a:pt x="847725" y="276224"/>
                </a:lnTo>
                <a:cubicBezTo>
                  <a:pt x="847725" y="318309"/>
                  <a:pt x="813609" y="352425"/>
                  <a:pt x="77152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E3A36"/>
          </a:solidFill>
          <a:ln w="12700">
            <a:solidFill>
              <a:srgbClr val="D8A25A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4"/>
          <p:cNvSpPr/>
          <p:nvPr/>
        </p:nvSpPr>
        <p:spPr>
          <a:xfrm>
            <a:off x="4555440" y="581508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35603" y="1537"/>
                </a:moveTo>
                <a:lnTo>
                  <a:pt x="33337" y="8334"/>
                </a:lnTo>
                <a:lnTo>
                  <a:pt x="8334" y="8334"/>
                </a:lnTo>
                <a:cubicBezTo>
                  <a:pt x="3724" y="8334"/>
                  <a:pt x="0" y="12059"/>
                  <a:pt x="0" y="16669"/>
                </a:cubicBezTo>
                <a:cubicBezTo>
                  <a:pt x="0" y="21279"/>
                  <a:pt x="3724" y="25003"/>
                  <a:pt x="8334" y="25003"/>
                </a:cubicBezTo>
                <a:lnTo>
                  <a:pt x="108347" y="25003"/>
                </a:lnTo>
                <a:cubicBezTo>
                  <a:pt x="112957" y="25003"/>
                  <a:pt x="116681" y="21279"/>
                  <a:pt x="116681" y="16669"/>
                </a:cubicBezTo>
                <a:cubicBezTo>
                  <a:pt x="116681" y="12059"/>
                  <a:pt x="112957" y="8334"/>
                  <a:pt x="108347" y="8334"/>
                </a:cubicBezTo>
                <a:lnTo>
                  <a:pt x="83344" y="8334"/>
                </a:lnTo>
                <a:lnTo>
                  <a:pt x="81078" y="1537"/>
                </a:lnTo>
                <a:cubicBezTo>
                  <a:pt x="79932" y="-1875"/>
                  <a:pt x="76754" y="-4167"/>
                  <a:pt x="73160" y="-4167"/>
                </a:cubicBezTo>
                <a:lnTo>
                  <a:pt x="43521" y="-4167"/>
                </a:lnTo>
                <a:cubicBezTo>
                  <a:pt x="39927" y="-4167"/>
                  <a:pt x="36749" y="-1875"/>
                  <a:pt x="35603" y="1537"/>
                </a:cubicBezTo>
                <a:close/>
                <a:moveTo>
                  <a:pt x="108347" y="37505"/>
                </a:moveTo>
                <a:lnTo>
                  <a:pt x="8334" y="37505"/>
                </a:lnTo>
                <a:lnTo>
                  <a:pt x="13830" y="121656"/>
                </a:lnTo>
                <a:cubicBezTo>
                  <a:pt x="14247" y="128245"/>
                  <a:pt x="19716" y="133350"/>
                  <a:pt x="26305" y="133350"/>
                </a:cubicBezTo>
                <a:lnTo>
                  <a:pt x="90376" y="133350"/>
                </a:lnTo>
                <a:cubicBezTo>
                  <a:pt x="96965" y="133350"/>
                  <a:pt x="102435" y="128245"/>
                  <a:pt x="102851" y="121656"/>
                </a:cubicBezTo>
                <a:lnTo>
                  <a:pt x="108347" y="37505"/>
                </a:lnTo>
                <a:close/>
              </a:path>
            </a:pathLst>
          </a:custGeom>
          <a:solidFill>
            <a:srgbClr val="F5F0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5"/>
          <p:cNvSpPr/>
          <p:nvPr/>
        </p:nvSpPr>
        <p:spPr>
          <a:xfrm>
            <a:off x="4599720" y="5695920"/>
            <a:ext cx="675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4480" tIns="76320" rIns="114480" bIns="7632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Borrar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6"/>
          <p:cNvSpPr/>
          <p:nvPr/>
        </p:nvSpPr>
        <p:spPr>
          <a:xfrm>
            <a:off x="5837040" y="1371600"/>
            <a:ext cx="5971320" cy="1218600"/>
          </a:xfrm>
          <a:custGeom>
            <a:avLst/>
            <a:gdLst>
              <a:gd name="textAreaLeft" fmla="*/ 0 w 5971320"/>
              <a:gd name="textAreaRight" fmla="*/ 5972040 w 597132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5972175" h="1219200">
                <a:moveTo>
                  <a:pt x="38100" y="0"/>
                </a:moveTo>
                <a:lnTo>
                  <a:pt x="5857875" y="0"/>
                </a:lnTo>
                <a:cubicBezTo>
                  <a:pt x="5920959" y="0"/>
                  <a:pt x="5972175" y="51216"/>
                  <a:pt x="5972175" y="114300"/>
                </a:cubicBezTo>
                <a:lnTo>
                  <a:pt x="5972175" y="1104900"/>
                </a:lnTo>
                <a:cubicBezTo>
                  <a:pt x="5972175" y="1167984"/>
                  <a:pt x="5920959" y="1219200"/>
                  <a:pt x="585787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7"/>
          <p:cNvSpPr/>
          <p:nvPr/>
        </p:nvSpPr>
        <p:spPr>
          <a:xfrm>
            <a:off x="5837040" y="1371600"/>
            <a:ext cx="37440" cy="1218600"/>
          </a:xfrm>
          <a:custGeom>
            <a:avLst/>
            <a:gdLst>
              <a:gd name="textAreaLeft" fmla="*/ 0 w 37440"/>
              <a:gd name="textAreaRight" fmla="*/ 38160 w 3744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8"/>
          <p:cNvSpPr/>
          <p:nvPr/>
        </p:nvSpPr>
        <p:spPr>
          <a:xfrm>
            <a:off x="6046560" y="156204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9"/>
          <p:cNvSpPr/>
          <p:nvPr/>
        </p:nvSpPr>
        <p:spPr>
          <a:xfrm>
            <a:off x="6160680" y="167652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0"/>
          <p:cNvSpPr/>
          <p:nvPr/>
        </p:nvSpPr>
        <p:spPr>
          <a:xfrm>
            <a:off x="6656040" y="1562040"/>
            <a:ext cx="5056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Campos Editables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1"/>
          <p:cNvSpPr/>
          <p:nvPr/>
        </p:nvSpPr>
        <p:spPr>
          <a:xfrm>
            <a:off x="6656040" y="1905120"/>
            <a:ext cx="5037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Modifica cualquier dato: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ISBN, título, autor, género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Completa información faltante o corrige errores.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2"/>
          <p:cNvSpPr/>
          <p:nvPr/>
        </p:nvSpPr>
        <p:spPr>
          <a:xfrm>
            <a:off x="5837040" y="2927520"/>
            <a:ext cx="5971320" cy="1218600"/>
          </a:xfrm>
          <a:custGeom>
            <a:avLst/>
            <a:gdLst>
              <a:gd name="textAreaLeft" fmla="*/ 0 w 5971320"/>
              <a:gd name="textAreaRight" fmla="*/ 5972040 w 597132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5972175" h="1219200">
                <a:moveTo>
                  <a:pt x="38100" y="0"/>
                </a:moveTo>
                <a:lnTo>
                  <a:pt x="5857875" y="0"/>
                </a:lnTo>
                <a:cubicBezTo>
                  <a:pt x="5920959" y="0"/>
                  <a:pt x="5972175" y="51216"/>
                  <a:pt x="5972175" y="114300"/>
                </a:cubicBezTo>
                <a:lnTo>
                  <a:pt x="5972175" y="1104900"/>
                </a:lnTo>
                <a:cubicBezTo>
                  <a:pt x="5972175" y="1167984"/>
                  <a:pt x="5920959" y="1219200"/>
                  <a:pt x="585787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3"/>
          <p:cNvSpPr/>
          <p:nvPr/>
        </p:nvSpPr>
        <p:spPr>
          <a:xfrm>
            <a:off x="5837040" y="2927520"/>
            <a:ext cx="37440" cy="1218600"/>
          </a:xfrm>
          <a:custGeom>
            <a:avLst/>
            <a:gdLst>
              <a:gd name="textAreaLeft" fmla="*/ 0 w 37440"/>
              <a:gd name="textAreaRight" fmla="*/ 38160 w 3744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4"/>
          <p:cNvSpPr/>
          <p:nvPr/>
        </p:nvSpPr>
        <p:spPr>
          <a:xfrm>
            <a:off x="6046560" y="311796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B87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5"/>
          <p:cNvSpPr/>
          <p:nvPr/>
        </p:nvSpPr>
        <p:spPr>
          <a:xfrm>
            <a:off x="6160680" y="323208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0" y="185738"/>
                </a:moveTo>
                <a:lnTo>
                  <a:pt x="0" y="92869"/>
                </a:lnTo>
                <a:lnTo>
                  <a:pt x="60811" y="92869"/>
                </a:lnTo>
                <a:cubicBezTo>
                  <a:pt x="66839" y="83850"/>
                  <a:pt x="75099" y="76438"/>
                  <a:pt x="84787" y="71438"/>
                </a:cubicBezTo>
                <a:lnTo>
                  <a:pt x="0" y="71438"/>
                </a:lnTo>
                <a:lnTo>
                  <a:pt x="0" y="56123"/>
                </a:lnTo>
                <a:cubicBezTo>
                  <a:pt x="0" y="40362"/>
                  <a:pt x="12814" y="27548"/>
                  <a:pt x="28575" y="27548"/>
                </a:cubicBezTo>
                <a:lnTo>
                  <a:pt x="28620" y="27548"/>
                </a:lnTo>
                <a:cubicBezTo>
                  <a:pt x="29155" y="20136"/>
                  <a:pt x="35317" y="14288"/>
                  <a:pt x="42863" y="14288"/>
                </a:cubicBezTo>
                <a:lnTo>
                  <a:pt x="57150" y="14288"/>
                </a:lnTo>
                <a:cubicBezTo>
                  <a:pt x="64696" y="14288"/>
                  <a:pt x="70857" y="20136"/>
                  <a:pt x="71393" y="27548"/>
                </a:cubicBezTo>
                <a:lnTo>
                  <a:pt x="85725" y="27548"/>
                </a:lnTo>
                <a:lnTo>
                  <a:pt x="108585" y="16922"/>
                </a:lnTo>
                <a:cubicBezTo>
                  <a:pt x="112335" y="15180"/>
                  <a:pt x="116443" y="14243"/>
                  <a:pt x="120595" y="14243"/>
                </a:cubicBezTo>
                <a:lnTo>
                  <a:pt x="200025" y="14288"/>
                </a:lnTo>
                <a:cubicBezTo>
                  <a:pt x="215786" y="14288"/>
                  <a:pt x="228600" y="27102"/>
                  <a:pt x="228600" y="42863"/>
                </a:cubicBezTo>
                <a:lnTo>
                  <a:pt x="228600" y="71438"/>
                </a:lnTo>
                <a:lnTo>
                  <a:pt x="143768" y="71438"/>
                </a:lnTo>
                <a:cubicBezTo>
                  <a:pt x="153457" y="76438"/>
                  <a:pt x="161717" y="83850"/>
                  <a:pt x="167744" y="92869"/>
                </a:cubicBezTo>
                <a:lnTo>
                  <a:pt x="228555" y="92869"/>
                </a:lnTo>
                <a:lnTo>
                  <a:pt x="228555" y="185738"/>
                </a:lnTo>
                <a:cubicBezTo>
                  <a:pt x="228555" y="201498"/>
                  <a:pt x="215741" y="214313"/>
                  <a:pt x="19998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close/>
                <a:moveTo>
                  <a:pt x="114300" y="85725"/>
                </a:moveTo>
                <a:cubicBezTo>
                  <a:pt x="98649" y="85220"/>
                  <a:pt x="83965" y="93281"/>
                  <a:pt x="75990" y="106758"/>
                </a:cubicBezTo>
                <a:cubicBezTo>
                  <a:pt x="68015" y="120234"/>
                  <a:pt x="68015" y="136985"/>
                  <a:pt x="75990" y="150462"/>
                </a:cubicBezTo>
                <a:cubicBezTo>
                  <a:pt x="83965" y="163938"/>
                  <a:pt x="98649" y="172000"/>
                  <a:pt x="114300" y="171495"/>
                </a:cubicBezTo>
                <a:cubicBezTo>
                  <a:pt x="129951" y="172000"/>
                  <a:pt x="144635" y="163938"/>
                  <a:pt x="152610" y="150462"/>
                </a:cubicBezTo>
                <a:cubicBezTo>
                  <a:pt x="160585" y="136985"/>
                  <a:pt x="160585" y="120234"/>
                  <a:pt x="152610" y="106758"/>
                </a:cubicBezTo>
                <a:cubicBezTo>
                  <a:pt x="144635" y="93281"/>
                  <a:pt x="129951" y="85220"/>
                  <a:pt x="114300" y="85725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6"/>
          <p:cNvSpPr/>
          <p:nvPr/>
        </p:nvSpPr>
        <p:spPr>
          <a:xfrm>
            <a:off x="6656040" y="3117960"/>
            <a:ext cx="5056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Captura de Portada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7"/>
          <p:cNvSpPr/>
          <p:nvPr/>
        </p:nvSpPr>
        <p:spPr>
          <a:xfrm>
            <a:off x="6656040" y="3460680"/>
            <a:ext cx="5037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¿La portada online no es buena?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Haz tu propia foto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directamente desde la app con overlay de cámara.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38"/>
          <p:cNvSpPr/>
          <p:nvPr/>
        </p:nvSpPr>
        <p:spPr>
          <a:xfrm>
            <a:off x="5837040" y="4483080"/>
            <a:ext cx="5971320" cy="1218600"/>
          </a:xfrm>
          <a:custGeom>
            <a:avLst/>
            <a:gdLst>
              <a:gd name="textAreaLeft" fmla="*/ 0 w 5971320"/>
              <a:gd name="textAreaRight" fmla="*/ 5972040 w 597132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5972175" h="1219200">
                <a:moveTo>
                  <a:pt x="38100" y="0"/>
                </a:moveTo>
                <a:lnTo>
                  <a:pt x="5857875" y="0"/>
                </a:lnTo>
                <a:cubicBezTo>
                  <a:pt x="5920959" y="0"/>
                  <a:pt x="5972175" y="51216"/>
                  <a:pt x="5972175" y="114300"/>
                </a:cubicBezTo>
                <a:lnTo>
                  <a:pt x="5972175" y="1104900"/>
                </a:lnTo>
                <a:cubicBezTo>
                  <a:pt x="5972175" y="1167984"/>
                  <a:pt x="5920959" y="1219200"/>
                  <a:pt x="5857875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9"/>
          <p:cNvSpPr/>
          <p:nvPr/>
        </p:nvSpPr>
        <p:spPr>
          <a:xfrm>
            <a:off x="5837040" y="4483080"/>
            <a:ext cx="37440" cy="1218600"/>
          </a:xfrm>
          <a:custGeom>
            <a:avLst/>
            <a:gdLst>
              <a:gd name="textAreaLeft" fmla="*/ 0 w 37440"/>
              <a:gd name="textAreaRight" fmla="*/ 38160 w 37440"/>
              <a:gd name="textAreaTop" fmla="*/ 0 h 1218600"/>
              <a:gd name="textAreaBottom" fmla="*/ 1219320 h 1218600"/>
            </a:gdLst>
            <a:ahLst/>
            <a:cxnLst/>
            <a:rect l="textAreaLeft" t="textAreaTop" r="textAreaRight" b="textAreaBottom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40"/>
          <p:cNvSpPr/>
          <p:nvPr/>
        </p:nvSpPr>
        <p:spPr>
          <a:xfrm>
            <a:off x="6046560" y="467352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41"/>
          <p:cNvSpPr/>
          <p:nvPr/>
        </p:nvSpPr>
        <p:spPr>
          <a:xfrm>
            <a:off x="6160680" y="478800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2"/>
          <p:cNvSpPr/>
          <p:nvPr/>
        </p:nvSpPr>
        <p:spPr>
          <a:xfrm>
            <a:off x="6656040" y="4673520"/>
            <a:ext cx="5056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Búsqueda Automática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3"/>
          <p:cNvSpPr/>
          <p:nvPr/>
        </p:nvSpPr>
        <p:spPr>
          <a:xfrm>
            <a:off x="6656040" y="5016600"/>
            <a:ext cx="503784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Cambia el ISBN y la app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busca automáticamente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el libro nuevo con debounce de 1 segundo.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4"/>
          <p:cNvSpPr/>
          <p:nvPr/>
        </p:nvSpPr>
        <p:spPr>
          <a:xfrm>
            <a:off x="5822640" y="6043680"/>
            <a:ext cx="5981040" cy="465840"/>
          </a:xfrm>
          <a:custGeom>
            <a:avLst/>
            <a:gdLst>
              <a:gd name="textAreaLeft" fmla="*/ 0 w 5981040"/>
              <a:gd name="textAreaRight" fmla="*/ 5981760 w 598104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5981700" h="466725">
                <a:moveTo>
                  <a:pt x="76202" y="0"/>
                </a:moveTo>
                <a:lnTo>
                  <a:pt x="5905498" y="0"/>
                </a:lnTo>
                <a:cubicBezTo>
                  <a:pt x="5947583" y="0"/>
                  <a:pt x="5981700" y="34117"/>
                  <a:pt x="5981700" y="76202"/>
                </a:cubicBezTo>
                <a:lnTo>
                  <a:pt x="5981700" y="390523"/>
                </a:lnTo>
                <a:cubicBezTo>
                  <a:pt x="5981700" y="432608"/>
                  <a:pt x="5947583" y="466725"/>
                  <a:pt x="59054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45"/>
          <p:cNvSpPr/>
          <p:nvPr/>
        </p:nvSpPr>
        <p:spPr>
          <a:xfrm>
            <a:off x="7357320" y="620064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6"/>
          <p:cNvSpPr/>
          <p:nvPr/>
        </p:nvSpPr>
        <p:spPr>
          <a:xfrm>
            <a:off x="6151320" y="6162840"/>
            <a:ext cx="5571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 clickeable para </a:t>
            </a: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vista ampliada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0"/>
          <p:cNvSpPr/>
          <p:nvPr/>
        </p:nvSpPr>
        <p:spPr>
          <a:xfrm>
            <a:off x="3430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ALMACENAMIENTO LOCAL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29520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Funciona Sin Conexión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56386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399960" y="1371600"/>
            <a:ext cx="7533720" cy="1323360"/>
          </a:xfrm>
          <a:custGeom>
            <a:avLst/>
            <a:gdLst>
              <a:gd name="textAreaLeft" fmla="*/ 0 w 7533720"/>
              <a:gd name="textAreaRight" fmla="*/ 7534440 w 7533720"/>
              <a:gd name="textAreaTop" fmla="*/ 0 h 1323360"/>
              <a:gd name="textAreaBottom" fmla="*/ 1324080 h 1323360"/>
            </a:gdLst>
            <a:ahLst/>
            <a:cxnLst/>
            <a:rect l="textAreaLeft" t="textAreaTop" r="textAreaRight" b="textAreaBottom"/>
            <a:pathLst>
              <a:path w="7534275" h="1323975">
                <a:moveTo>
                  <a:pt x="38100" y="0"/>
                </a:moveTo>
                <a:lnTo>
                  <a:pt x="7419976" y="0"/>
                </a:lnTo>
                <a:cubicBezTo>
                  <a:pt x="7483102" y="0"/>
                  <a:pt x="7534275" y="51173"/>
                  <a:pt x="7534275" y="114299"/>
                </a:cubicBezTo>
                <a:lnTo>
                  <a:pt x="7534275" y="1209676"/>
                </a:lnTo>
                <a:cubicBezTo>
                  <a:pt x="7534275" y="1272802"/>
                  <a:pt x="7483102" y="1323975"/>
                  <a:pt x="7419976" y="1323975"/>
                </a:cubicBezTo>
                <a:lnTo>
                  <a:pt x="38100" y="1323975"/>
                </a:lnTo>
                <a:cubicBezTo>
                  <a:pt x="17072" y="1323975"/>
                  <a:pt x="0" y="1306903"/>
                  <a:pt x="0" y="1285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399960" y="1371600"/>
            <a:ext cx="37440" cy="1323360"/>
          </a:xfrm>
          <a:custGeom>
            <a:avLst/>
            <a:gdLst>
              <a:gd name="textAreaLeft" fmla="*/ 0 w 37440"/>
              <a:gd name="textAreaRight" fmla="*/ 38160 w 37440"/>
              <a:gd name="textAreaTop" fmla="*/ 0 h 1323360"/>
              <a:gd name="textAreaBottom" fmla="*/ 1324080 h 1323360"/>
            </a:gdLst>
            <a:ahLst/>
            <a:cxnLst/>
            <a:rect l="textAreaLeft" t="textAreaTop" r="textAreaRight" b="textAreaBottom"/>
            <a:pathLst>
              <a:path w="38100" h="1323975">
                <a:moveTo>
                  <a:pt x="38100" y="0"/>
                </a:moveTo>
                <a:lnTo>
                  <a:pt x="38100" y="0"/>
                </a:lnTo>
                <a:lnTo>
                  <a:pt x="38100" y="1323975"/>
                </a:lnTo>
                <a:lnTo>
                  <a:pt x="38100" y="1323975"/>
                </a:lnTo>
                <a:cubicBezTo>
                  <a:pt x="17072" y="1323975"/>
                  <a:pt x="0" y="1306903"/>
                  <a:pt x="0" y="12858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5"/>
          <p:cNvSpPr/>
          <p:nvPr/>
        </p:nvSpPr>
        <p:spPr>
          <a:xfrm>
            <a:off x="609480" y="156204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6"/>
          <p:cNvSpPr/>
          <p:nvPr/>
        </p:nvSpPr>
        <p:spPr>
          <a:xfrm>
            <a:off x="753840" y="1685880"/>
            <a:ext cx="249480" cy="285120"/>
          </a:xfrm>
          <a:custGeom>
            <a:avLst/>
            <a:gdLst>
              <a:gd name="textAreaLeft" fmla="*/ 0 w 249480"/>
              <a:gd name="textAreaRight" fmla="*/ 250200 w 249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50031" h="285750">
                <a:moveTo>
                  <a:pt x="142875" y="17859"/>
                </a:moveTo>
                <a:cubicBezTo>
                  <a:pt x="142875" y="7981"/>
                  <a:pt x="134894" y="0"/>
                  <a:pt x="125016" y="0"/>
                </a:cubicBezTo>
                <a:cubicBezTo>
                  <a:pt x="115137" y="0"/>
                  <a:pt x="107156" y="7981"/>
                  <a:pt x="107156" y="17859"/>
                </a:cubicBezTo>
                <a:lnTo>
                  <a:pt x="107156" y="135452"/>
                </a:lnTo>
                <a:lnTo>
                  <a:pt x="84051" y="112347"/>
                </a:lnTo>
                <a:cubicBezTo>
                  <a:pt x="77074" y="105370"/>
                  <a:pt x="65745" y="105370"/>
                  <a:pt x="58769" y="112347"/>
                </a:cubicBezTo>
                <a:cubicBezTo>
                  <a:pt x="51792" y="119323"/>
                  <a:pt x="51792" y="130652"/>
                  <a:pt x="58769" y="137629"/>
                </a:cubicBezTo>
                <a:lnTo>
                  <a:pt x="112347" y="191207"/>
                </a:lnTo>
                <a:cubicBezTo>
                  <a:pt x="119323" y="198183"/>
                  <a:pt x="130652" y="198183"/>
                  <a:pt x="137629" y="191207"/>
                </a:cubicBezTo>
                <a:lnTo>
                  <a:pt x="191207" y="137629"/>
                </a:lnTo>
                <a:cubicBezTo>
                  <a:pt x="198183" y="130652"/>
                  <a:pt x="198183" y="119323"/>
                  <a:pt x="191207" y="112347"/>
                </a:cubicBezTo>
                <a:cubicBezTo>
                  <a:pt x="184231" y="105370"/>
                  <a:pt x="172901" y="105370"/>
                  <a:pt x="165925" y="112347"/>
                </a:cubicBezTo>
                <a:lnTo>
                  <a:pt x="142875" y="135452"/>
                </a:lnTo>
                <a:lnTo>
                  <a:pt x="142875" y="17859"/>
                </a:lnTo>
                <a:close/>
                <a:moveTo>
                  <a:pt x="35719" y="178594"/>
                </a:moveTo>
                <a:cubicBezTo>
                  <a:pt x="16018" y="178594"/>
                  <a:pt x="0" y="194611"/>
                  <a:pt x="0" y="214313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214313"/>
                </a:lnTo>
                <a:cubicBezTo>
                  <a:pt x="250031" y="194611"/>
                  <a:pt x="234014" y="178594"/>
                  <a:pt x="214313" y="178594"/>
                </a:cubicBezTo>
                <a:lnTo>
                  <a:pt x="188137" y="178594"/>
                </a:lnTo>
                <a:lnTo>
                  <a:pt x="156549" y="210183"/>
                </a:lnTo>
                <a:cubicBezTo>
                  <a:pt x="139136" y="227595"/>
                  <a:pt x="110840" y="227595"/>
                  <a:pt x="93427" y="210183"/>
                </a:cubicBezTo>
                <a:lnTo>
                  <a:pt x="61894" y="178594"/>
                </a:lnTo>
                <a:lnTo>
                  <a:pt x="35719" y="178594"/>
                </a:lnTo>
                <a:close/>
                <a:moveTo>
                  <a:pt x="205383" y="209848"/>
                </a:moveTo>
                <a:cubicBezTo>
                  <a:pt x="212775" y="209848"/>
                  <a:pt x="218777" y="215850"/>
                  <a:pt x="218777" y="223242"/>
                </a:cubicBezTo>
                <a:cubicBezTo>
                  <a:pt x="218777" y="230635"/>
                  <a:pt x="212775" y="236637"/>
                  <a:pt x="205383" y="236637"/>
                </a:cubicBezTo>
                <a:cubicBezTo>
                  <a:pt x="197990" y="236637"/>
                  <a:pt x="191988" y="230635"/>
                  <a:pt x="191988" y="223242"/>
                </a:cubicBezTo>
                <a:cubicBezTo>
                  <a:pt x="191988" y="215850"/>
                  <a:pt x="197990" y="209848"/>
                  <a:pt x="205383" y="209848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1295280" y="1562040"/>
            <a:ext cx="65620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Descarga en Background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1295280" y="1943280"/>
            <a:ext cx="6533280" cy="5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Las portadas se descargan </a:t>
            </a: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automáticamente en segundo plano</a:t>
            </a: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usando WorkManager, sin interrumpir tu experiencia.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9"/>
          <p:cNvSpPr/>
          <p:nvPr/>
        </p:nvSpPr>
        <p:spPr>
          <a:xfrm>
            <a:off x="380880" y="2862360"/>
            <a:ext cx="3704400" cy="161856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1618560"/>
              <a:gd name="textAreaBottom" fmla="*/ 1619280 h 1618560"/>
            </a:gdLst>
            <a:ahLst/>
            <a:cxnLst/>
            <a:rect l="textAreaLeft" t="textAreaTop" r="textAreaRight" b="textAreaBottom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0"/>
          <p:cNvSpPr/>
          <p:nvPr/>
        </p:nvSpPr>
        <p:spPr>
          <a:xfrm>
            <a:off x="380880" y="2862360"/>
            <a:ext cx="3704400" cy="3744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1"/>
          <p:cNvSpPr/>
          <p:nvPr/>
        </p:nvSpPr>
        <p:spPr>
          <a:xfrm>
            <a:off x="561960" y="305280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96230" y="3125"/>
                </a:moveTo>
                <a:cubicBezTo>
                  <a:pt x="200427" y="-1072"/>
                  <a:pt x="207213" y="-1072"/>
                  <a:pt x="211366" y="3125"/>
                </a:cubicBezTo>
                <a:lnTo>
                  <a:pt x="225653" y="17413"/>
                </a:lnTo>
                <a:cubicBezTo>
                  <a:pt x="229850" y="21610"/>
                  <a:pt x="229850" y="28396"/>
                  <a:pt x="225653" y="32549"/>
                </a:cubicBezTo>
                <a:lnTo>
                  <a:pt x="186809" y="71393"/>
                </a:lnTo>
                <a:lnTo>
                  <a:pt x="204222" y="88806"/>
                </a:lnTo>
                <a:cubicBezTo>
                  <a:pt x="207303" y="91886"/>
                  <a:pt x="208196" y="96485"/>
                  <a:pt x="206544" y="100504"/>
                </a:cubicBezTo>
                <a:cubicBezTo>
                  <a:pt x="204892" y="104522"/>
                  <a:pt x="201007" y="107156"/>
                  <a:pt x="196676" y="107156"/>
                </a:cubicBezTo>
                <a:lnTo>
                  <a:pt x="132383" y="107156"/>
                </a:lnTo>
                <a:cubicBezTo>
                  <a:pt x="126444" y="107156"/>
                  <a:pt x="121667" y="102379"/>
                  <a:pt x="121667" y="96441"/>
                </a:cubicBezTo>
                <a:lnTo>
                  <a:pt x="121667" y="32147"/>
                </a:lnTo>
                <a:cubicBezTo>
                  <a:pt x="121667" y="27816"/>
                  <a:pt x="124257" y="23887"/>
                  <a:pt x="128275" y="22235"/>
                </a:cubicBezTo>
                <a:cubicBezTo>
                  <a:pt x="132293" y="20583"/>
                  <a:pt x="136892" y="21476"/>
                  <a:pt x="139973" y="24557"/>
                </a:cubicBezTo>
                <a:lnTo>
                  <a:pt x="157386" y="41970"/>
                </a:lnTo>
                <a:lnTo>
                  <a:pt x="196230" y="3125"/>
                </a:lnTo>
                <a:close/>
                <a:moveTo>
                  <a:pt x="32370" y="121444"/>
                </a:moveTo>
                <a:lnTo>
                  <a:pt x="96664" y="121444"/>
                </a:lnTo>
                <a:cubicBezTo>
                  <a:pt x="102602" y="121444"/>
                  <a:pt x="107379" y="126221"/>
                  <a:pt x="107379" y="132159"/>
                </a:cubicBezTo>
                <a:lnTo>
                  <a:pt x="107379" y="196453"/>
                </a:lnTo>
                <a:cubicBezTo>
                  <a:pt x="107379" y="200784"/>
                  <a:pt x="104790" y="204713"/>
                  <a:pt x="100772" y="206365"/>
                </a:cubicBezTo>
                <a:cubicBezTo>
                  <a:pt x="96753" y="208017"/>
                  <a:pt x="92154" y="207124"/>
                  <a:pt x="89074" y="204043"/>
                </a:cubicBezTo>
                <a:lnTo>
                  <a:pt x="71661" y="186630"/>
                </a:lnTo>
                <a:lnTo>
                  <a:pt x="32817" y="225475"/>
                </a:lnTo>
                <a:cubicBezTo>
                  <a:pt x="28620" y="229672"/>
                  <a:pt x="21833" y="229672"/>
                  <a:pt x="17681" y="225475"/>
                </a:cubicBezTo>
                <a:lnTo>
                  <a:pt x="3393" y="211187"/>
                </a:lnTo>
                <a:cubicBezTo>
                  <a:pt x="-804" y="206990"/>
                  <a:pt x="-804" y="200204"/>
                  <a:pt x="3393" y="196051"/>
                </a:cubicBezTo>
                <a:lnTo>
                  <a:pt x="42237" y="157207"/>
                </a:lnTo>
                <a:lnTo>
                  <a:pt x="24825" y="139794"/>
                </a:lnTo>
                <a:cubicBezTo>
                  <a:pt x="21744" y="136714"/>
                  <a:pt x="20851" y="132115"/>
                  <a:pt x="22503" y="128096"/>
                </a:cubicBezTo>
                <a:cubicBezTo>
                  <a:pt x="24155" y="124078"/>
                  <a:pt x="28039" y="121444"/>
                  <a:pt x="32370" y="121444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933480" y="3033720"/>
            <a:ext cx="20091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Compresión Inteligente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533520" y="3414600"/>
            <a:ext cx="675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Tamaño: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3155400" y="3414600"/>
            <a:ext cx="847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100×150px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533520" y="3719520"/>
            <a:ext cx="685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3193560" y="3719520"/>
            <a:ext cx="808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JPEG Q60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533520" y="4024440"/>
            <a:ext cx="4658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Peso: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3494520" y="4024440"/>
            <a:ext cx="5137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~8 KB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9"/>
          <p:cNvSpPr/>
          <p:nvPr/>
        </p:nvSpPr>
        <p:spPr>
          <a:xfrm>
            <a:off x="4235400" y="2862360"/>
            <a:ext cx="3704400" cy="161856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1618560"/>
              <a:gd name="textAreaBottom" fmla="*/ 1619280 h 1618560"/>
            </a:gdLst>
            <a:ahLst/>
            <a:cxnLst/>
            <a:rect l="textAreaLeft" t="textAreaTop" r="textAreaRight" b="textAreaBottom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20"/>
          <p:cNvSpPr/>
          <p:nvPr/>
        </p:nvSpPr>
        <p:spPr>
          <a:xfrm>
            <a:off x="4235400" y="2862360"/>
            <a:ext cx="3704400" cy="37440"/>
          </a:xfrm>
          <a:custGeom>
            <a:avLst/>
            <a:gdLst>
              <a:gd name="textAreaLeft" fmla="*/ 0 w 3704400"/>
              <a:gd name="textAreaRight" fmla="*/ 3705120 w 370440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1"/>
          <p:cNvSpPr/>
          <p:nvPr/>
        </p:nvSpPr>
        <p:spPr>
          <a:xfrm>
            <a:off x="4402080" y="305280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25003" y="100727"/>
                </a:moveTo>
                <a:lnTo>
                  <a:pt x="14466" y="132249"/>
                </a:lnTo>
                <a:lnTo>
                  <a:pt x="14466" y="42863"/>
                </a:lnTo>
                <a:cubicBezTo>
                  <a:pt x="14466" y="27102"/>
                  <a:pt x="27280" y="14288"/>
                  <a:pt x="43041" y="14288"/>
                </a:cubicBezTo>
                <a:lnTo>
                  <a:pt x="104968" y="14288"/>
                </a:lnTo>
                <a:cubicBezTo>
                  <a:pt x="111130" y="14288"/>
                  <a:pt x="117157" y="16297"/>
                  <a:pt x="122113" y="20003"/>
                </a:cubicBezTo>
                <a:lnTo>
                  <a:pt x="139258" y="32861"/>
                </a:lnTo>
                <a:cubicBezTo>
                  <a:pt x="141714" y="34736"/>
                  <a:pt x="144750" y="35719"/>
                  <a:pt x="147831" y="35719"/>
                </a:cubicBezTo>
                <a:lnTo>
                  <a:pt x="200204" y="35719"/>
                </a:lnTo>
                <a:cubicBezTo>
                  <a:pt x="215964" y="35719"/>
                  <a:pt x="228779" y="48533"/>
                  <a:pt x="228779" y="64294"/>
                </a:cubicBezTo>
                <a:lnTo>
                  <a:pt x="228779" y="71438"/>
                </a:lnTo>
                <a:lnTo>
                  <a:pt x="65633" y="71438"/>
                </a:lnTo>
                <a:cubicBezTo>
                  <a:pt x="47193" y="71438"/>
                  <a:pt x="30807" y="83225"/>
                  <a:pt x="24958" y="100727"/>
                </a:cubicBezTo>
                <a:close/>
                <a:moveTo>
                  <a:pt x="213330" y="200025"/>
                </a:moveTo>
                <a:lnTo>
                  <a:pt x="44202" y="200025"/>
                </a:lnTo>
                <a:cubicBezTo>
                  <a:pt x="29557" y="200025"/>
                  <a:pt x="19243" y="185693"/>
                  <a:pt x="23887" y="171807"/>
                </a:cubicBezTo>
                <a:lnTo>
                  <a:pt x="45318" y="107513"/>
                </a:lnTo>
                <a:cubicBezTo>
                  <a:pt x="48220" y="98762"/>
                  <a:pt x="56436" y="92869"/>
                  <a:pt x="65633" y="92869"/>
                </a:cubicBezTo>
                <a:lnTo>
                  <a:pt x="234761" y="92869"/>
                </a:lnTo>
                <a:cubicBezTo>
                  <a:pt x="249406" y="92869"/>
                  <a:pt x="259720" y="107201"/>
                  <a:pt x="255077" y="121087"/>
                </a:cubicBezTo>
                <a:lnTo>
                  <a:pt x="233645" y="185380"/>
                </a:lnTo>
                <a:cubicBezTo>
                  <a:pt x="230743" y="194131"/>
                  <a:pt x="222528" y="200025"/>
                  <a:pt x="213330" y="200025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2"/>
          <p:cNvSpPr/>
          <p:nvPr/>
        </p:nvSpPr>
        <p:spPr>
          <a:xfrm>
            <a:off x="4788000" y="3033720"/>
            <a:ext cx="1466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Almacenamiento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3"/>
          <p:cNvSpPr/>
          <p:nvPr/>
        </p:nvSpPr>
        <p:spPr>
          <a:xfrm>
            <a:off x="4387680" y="3414600"/>
            <a:ext cx="34758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Portadas guardadas en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almacenamiento interno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4"/>
          <p:cNvSpPr/>
          <p:nvPr/>
        </p:nvSpPr>
        <p:spPr>
          <a:xfrm>
            <a:off x="4387680" y="3986280"/>
            <a:ext cx="3399840" cy="342360"/>
          </a:xfrm>
          <a:custGeom>
            <a:avLst/>
            <a:gdLst>
              <a:gd name="textAreaLeft" fmla="*/ 0 w 3399840"/>
              <a:gd name="textAreaRight" fmla="*/ 3400560 w 3399840"/>
              <a:gd name="textAreaTop" fmla="*/ 0 h 342360"/>
              <a:gd name="textAreaBottom" fmla="*/ 343080 h 342360"/>
            </a:gdLst>
            <a:ahLst/>
            <a:cxnLst/>
            <a:rect l="textAreaLeft" t="textAreaTop" r="textAreaRight" b="textAreaBottom"/>
            <a:pathLst>
              <a:path w="3400425" h="342900">
                <a:moveTo>
                  <a:pt x="76199" y="0"/>
                </a:moveTo>
                <a:lnTo>
                  <a:pt x="3324226" y="0"/>
                </a:lnTo>
                <a:cubicBezTo>
                  <a:pt x="3366309" y="0"/>
                  <a:pt x="3400425" y="34116"/>
                  <a:pt x="3400425" y="76199"/>
                </a:cubicBezTo>
                <a:lnTo>
                  <a:pt x="3400425" y="266701"/>
                </a:lnTo>
                <a:cubicBezTo>
                  <a:pt x="3400425" y="308784"/>
                  <a:pt x="3366309" y="342900"/>
                  <a:pt x="332422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5"/>
          <p:cNvSpPr/>
          <p:nvPr/>
        </p:nvSpPr>
        <p:spPr>
          <a:xfrm>
            <a:off x="4387680" y="3986280"/>
            <a:ext cx="34664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tIns="76320" rIns="76320" bIns="7632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D8A25A"/>
                </a:solidFill>
                <a:effectLst/>
                <a:uFillTx/>
                <a:latin typeface="MiSans"/>
                <a:ea typeface="MiSans"/>
              </a:rPr>
              <a:t>filesDir/covers/ {isbn}.jpg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26"/>
          <p:cNvSpPr/>
          <p:nvPr/>
        </p:nvSpPr>
        <p:spPr>
          <a:xfrm>
            <a:off x="380880" y="4633920"/>
            <a:ext cx="7552440" cy="837360"/>
          </a:xfrm>
          <a:custGeom>
            <a:avLst/>
            <a:gdLst>
              <a:gd name="textAreaLeft" fmla="*/ 0 w 7552440"/>
              <a:gd name="textAreaRight" fmla="*/ 7553160 w 7552440"/>
              <a:gd name="textAreaTop" fmla="*/ 0 h 837360"/>
              <a:gd name="textAreaBottom" fmla="*/ 838080 h 837360"/>
            </a:gdLst>
            <a:ahLst/>
            <a:cxnLst/>
            <a:rect l="textAreaLeft" t="textAreaTop" r="textAreaRight" b="textAreaBottom"/>
            <a:pathLst>
              <a:path w="7553325" h="838200">
                <a:moveTo>
                  <a:pt x="114297" y="0"/>
                </a:moveTo>
                <a:lnTo>
                  <a:pt x="7439028" y="0"/>
                </a:lnTo>
                <a:cubicBezTo>
                  <a:pt x="7502153" y="0"/>
                  <a:pt x="7553325" y="51172"/>
                  <a:pt x="7553325" y="114297"/>
                </a:cubicBezTo>
                <a:lnTo>
                  <a:pt x="7553325" y="723903"/>
                </a:lnTo>
                <a:cubicBezTo>
                  <a:pt x="7553325" y="787028"/>
                  <a:pt x="7502153" y="838200"/>
                  <a:pt x="7439028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7"/>
          <p:cNvSpPr/>
          <p:nvPr/>
        </p:nvSpPr>
        <p:spPr>
          <a:xfrm>
            <a:off x="533520" y="482436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8"/>
          <p:cNvSpPr/>
          <p:nvPr/>
        </p:nvSpPr>
        <p:spPr>
          <a:xfrm>
            <a:off x="647640" y="493884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9"/>
          <p:cNvSpPr/>
          <p:nvPr/>
        </p:nvSpPr>
        <p:spPr>
          <a:xfrm>
            <a:off x="1143000" y="4786200"/>
            <a:ext cx="40284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350" b="1" u="none" strike="noStrike">
                <a:solidFill>
                  <a:srgbClr val="E8B87D"/>
                </a:solidFill>
                <a:effectLst/>
                <a:uFillTx/>
                <a:latin typeface="MiSans"/>
                <a:ea typeface="MiSans"/>
              </a:rPr>
              <a:t>Re-descarga Automática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0"/>
          <p:cNvSpPr/>
          <p:nvPr/>
        </p:nvSpPr>
        <p:spPr>
          <a:xfrm>
            <a:off x="1143000" y="5091120"/>
            <a:ext cx="4018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Al arrancar la app, se reintentan las descargas pendientes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31"/>
          <p:cNvSpPr/>
          <p:nvPr/>
        </p:nvSpPr>
        <p:spPr>
          <a:xfrm>
            <a:off x="8137440" y="1380960"/>
            <a:ext cx="3666240" cy="5085720"/>
          </a:xfrm>
          <a:custGeom>
            <a:avLst/>
            <a:gdLst>
              <a:gd name="textAreaLeft" fmla="*/ 0 w 3666240"/>
              <a:gd name="textAreaRight" fmla="*/ 3666960 w 3666240"/>
              <a:gd name="textAreaTop" fmla="*/ 0 h 5085720"/>
              <a:gd name="textAreaBottom" fmla="*/ 5086440 h 5085720"/>
            </a:gdLst>
            <a:ahLst/>
            <a:cxnLst/>
            <a:rect l="textAreaLeft" t="textAreaTop" r="textAreaRight" b="textAreaBottom"/>
            <a:pathLst>
              <a:path w="3667125" h="5086350">
                <a:moveTo>
                  <a:pt x="114304" y="0"/>
                </a:moveTo>
                <a:lnTo>
                  <a:pt x="3552821" y="0"/>
                </a:lnTo>
                <a:cubicBezTo>
                  <a:pt x="3615949" y="0"/>
                  <a:pt x="3667125" y="51176"/>
                  <a:pt x="3667125" y="114304"/>
                </a:cubicBezTo>
                <a:lnTo>
                  <a:pt x="3667125" y="4972046"/>
                </a:lnTo>
                <a:cubicBezTo>
                  <a:pt x="3667125" y="5035174"/>
                  <a:pt x="3615949" y="5086350"/>
                  <a:pt x="3552821" y="5086350"/>
                </a:cubicBezTo>
                <a:lnTo>
                  <a:pt x="114304" y="5086350"/>
                </a:lnTo>
                <a:cubicBezTo>
                  <a:pt x="51176" y="5086350"/>
                  <a:pt x="0" y="5035174"/>
                  <a:pt x="0" y="497204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32"/>
          <p:cNvSpPr/>
          <p:nvPr/>
        </p:nvSpPr>
        <p:spPr>
          <a:xfrm>
            <a:off x="9648000" y="2066760"/>
            <a:ext cx="642240" cy="570960"/>
          </a:xfrm>
          <a:custGeom>
            <a:avLst/>
            <a:gdLst>
              <a:gd name="textAreaLeft" fmla="*/ 0 w 642240"/>
              <a:gd name="textAreaRight" fmla="*/ 642960 w 642240"/>
              <a:gd name="textAreaTop" fmla="*/ 0 h 570960"/>
              <a:gd name="textAreaBottom" fmla="*/ 571680 h 570960"/>
            </a:gdLst>
            <a:ahLst/>
            <a:cxnLst/>
            <a:rect l="textAreaLeft" t="textAreaTop" r="textAreaRight" b="textAreaBottom"/>
            <a:pathLst>
              <a:path w="642938" h="571500">
                <a:moveTo>
                  <a:pt x="580430" y="223242"/>
                </a:moveTo>
                <a:cubicBezTo>
                  <a:pt x="614921" y="223242"/>
                  <a:pt x="642938" y="251259"/>
                  <a:pt x="642938" y="285750"/>
                </a:cubicBezTo>
                <a:cubicBezTo>
                  <a:pt x="642938" y="320241"/>
                  <a:pt x="614921" y="348258"/>
                  <a:pt x="580430" y="348258"/>
                </a:cubicBezTo>
                <a:lnTo>
                  <a:pt x="438336" y="348258"/>
                </a:lnTo>
                <a:lnTo>
                  <a:pt x="260635" y="542032"/>
                </a:lnTo>
                <a:cubicBezTo>
                  <a:pt x="253826" y="549399"/>
                  <a:pt x="244339" y="553641"/>
                  <a:pt x="234293" y="553641"/>
                </a:cubicBezTo>
                <a:lnTo>
                  <a:pt x="185514" y="553641"/>
                </a:lnTo>
                <a:cubicBezTo>
                  <a:pt x="173348" y="553641"/>
                  <a:pt x="164753" y="541697"/>
                  <a:pt x="168548" y="530089"/>
                </a:cubicBezTo>
                <a:lnTo>
                  <a:pt x="229158" y="348258"/>
                </a:lnTo>
                <a:lnTo>
                  <a:pt x="117872" y="348258"/>
                </a:lnTo>
                <a:lnTo>
                  <a:pt x="58936" y="421928"/>
                </a:lnTo>
                <a:cubicBezTo>
                  <a:pt x="55587" y="426169"/>
                  <a:pt x="50453" y="428625"/>
                  <a:pt x="44983" y="428625"/>
                </a:cubicBezTo>
                <a:lnTo>
                  <a:pt x="22882" y="428625"/>
                </a:lnTo>
                <a:cubicBezTo>
                  <a:pt x="11274" y="428625"/>
                  <a:pt x="2791" y="417686"/>
                  <a:pt x="5581" y="406412"/>
                </a:cubicBezTo>
                <a:lnTo>
                  <a:pt x="35719" y="285750"/>
                </a:lnTo>
                <a:lnTo>
                  <a:pt x="5581" y="165088"/>
                </a:lnTo>
                <a:cubicBezTo>
                  <a:pt x="2679" y="153814"/>
                  <a:pt x="11274" y="142875"/>
                  <a:pt x="22882" y="142875"/>
                </a:cubicBezTo>
                <a:lnTo>
                  <a:pt x="44983" y="142875"/>
                </a:lnTo>
                <a:cubicBezTo>
                  <a:pt x="50453" y="142875"/>
                  <a:pt x="55587" y="145331"/>
                  <a:pt x="58936" y="149572"/>
                </a:cubicBezTo>
                <a:lnTo>
                  <a:pt x="117872" y="223242"/>
                </a:lnTo>
                <a:lnTo>
                  <a:pt x="229158" y="223242"/>
                </a:lnTo>
                <a:lnTo>
                  <a:pt x="168548" y="41411"/>
                </a:lnTo>
                <a:cubicBezTo>
                  <a:pt x="164753" y="29803"/>
                  <a:pt x="173348" y="17859"/>
                  <a:pt x="185514" y="17859"/>
                </a:cubicBezTo>
                <a:lnTo>
                  <a:pt x="234293" y="17859"/>
                </a:lnTo>
                <a:cubicBezTo>
                  <a:pt x="244339" y="17859"/>
                  <a:pt x="253826" y="22101"/>
                  <a:pt x="260635" y="29468"/>
                </a:cubicBezTo>
                <a:lnTo>
                  <a:pt x="438336" y="223242"/>
                </a:lnTo>
                <a:lnTo>
                  <a:pt x="580430" y="223242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3"/>
          <p:cNvSpPr/>
          <p:nvPr/>
        </p:nvSpPr>
        <p:spPr>
          <a:xfrm>
            <a:off x="9139680" y="2790720"/>
            <a:ext cx="165672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Modo Avión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4"/>
          <p:cNvSpPr/>
          <p:nvPr/>
        </p:nvSpPr>
        <p:spPr>
          <a:xfrm>
            <a:off x="8327880" y="3286080"/>
            <a:ext cx="3285360" cy="12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Visualiza tu colección </a:t>
            </a: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completamente offline</a:t>
            </a: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Todas las portadas disponibles sin conexión a internet.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5"/>
          <p:cNvSpPr/>
          <p:nvPr/>
        </p:nvSpPr>
        <p:spPr>
          <a:xfrm>
            <a:off x="9392760" y="479124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6"/>
          <p:cNvSpPr/>
          <p:nvPr/>
        </p:nvSpPr>
        <p:spPr>
          <a:xfrm>
            <a:off x="9678600" y="4753080"/>
            <a:ext cx="9327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En el avión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7"/>
          <p:cNvSpPr/>
          <p:nvPr/>
        </p:nvSpPr>
        <p:spPr>
          <a:xfrm>
            <a:off x="9173880" y="517212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8"/>
          <p:cNvSpPr/>
          <p:nvPr/>
        </p:nvSpPr>
        <p:spPr>
          <a:xfrm>
            <a:off x="9459360" y="5133960"/>
            <a:ext cx="13708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En zonas rurales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39"/>
          <p:cNvSpPr/>
          <p:nvPr/>
        </p:nvSpPr>
        <p:spPr>
          <a:xfrm>
            <a:off x="9183240" y="5553000"/>
            <a:ext cx="189720" cy="189720"/>
          </a:xfrm>
          <a:custGeom>
            <a:avLst/>
            <a:gdLst>
              <a:gd name="textAreaLeft" fmla="*/ 0 w 189720"/>
              <a:gd name="textAreaRight" fmla="*/ 190440 w 18972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0"/>
          <p:cNvSpPr/>
          <p:nvPr/>
        </p:nvSpPr>
        <p:spPr>
          <a:xfrm>
            <a:off x="9468720" y="5514840"/>
            <a:ext cx="1351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3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Ahorrando datos</a:t>
            </a:r>
            <a:endParaRPr lang="es-E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3808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EXPORTACIÓN DE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38088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Exporta y Comparte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3808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3"/>
          <p:cNvSpPr/>
          <p:nvPr/>
        </p:nvSpPr>
        <p:spPr>
          <a:xfrm>
            <a:off x="380880" y="1390680"/>
            <a:ext cx="3685320" cy="342828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428280"/>
              <a:gd name="textAreaBottom" fmla="*/ 3429000 h 3428280"/>
            </a:gdLst>
            <a:ahLst/>
            <a:cxnLst/>
            <a:rect l="textAreaLeft" t="textAreaTop" r="textAreaRight" b="textAreaBottom"/>
            <a:pathLst>
              <a:path w="3686175" h="34290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314711"/>
                </a:lnTo>
                <a:cubicBezTo>
                  <a:pt x="3686175" y="3377831"/>
                  <a:pt x="3635006" y="3429000"/>
                  <a:pt x="357188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380880" y="139068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5"/>
          <p:cNvSpPr/>
          <p:nvPr/>
        </p:nvSpPr>
        <p:spPr>
          <a:xfrm>
            <a:off x="571680" y="160020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6"/>
          <p:cNvSpPr/>
          <p:nvPr/>
        </p:nvSpPr>
        <p:spPr>
          <a:xfrm>
            <a:off x="679680" y="1724040"/>
            <a:ext cx="320760" cy="285120"/>
          </a:xfrm>
          <a:custGeom>
            <a:avLst/>
            <a:gdLst>
              <a:gd name="textAreaLeft" fmla="*/ 0 w 320760"/>
              <a:gd name="textAreaRight" fmla="*/ 321480 w 32076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321469" h="285750">
                <a:moveTo>
                  <a:pt x="53578" y="0"/>
                </a:moveTo>
                <a:cubicBezTo>
                  <a:pt x="33877" y="0"/>
                  <a:pt x="17859" y="16018"/>
                  <a:pt x="17859" y="35719"/>
                </a:cubicBezTo>
                <a:lnTo>
                  <a:pt x="17859" y="250031"/>
                </a:lnTo>
                <a:cubicBezTo>
                  <a:pt x="17859" y="269732"/>
                  <a:pt x="33877" y="285750"/>
                  <a:pt x="53578" y="285750"/>
                </a:cubicBezTo>
                <a:lnTo>
                  <a:pt x="98227" y="285750"/>
                </a:lnTo>
                <a:lnTo>
                  <a:pt x="98227" y="223242"/>
                </a:lnTo>
                <a:cubicBezTo>
                  <a:pt x="98227" y="203541"/>
                  <a:pt x="114244" y="187523"/>
                  <a:pt x="133945" y="187523"/>
                </a:cubicBezTo>
                <a:lnTo>
                  <a:pt x="232172" y="187523"/>
                </a:lnTo>
                <a:lnTo>
                  <a:pt x="232172" y="95157"/>
                </a:lnTo>
                <a:cubicBezTo>
                  <a:pt x="232172" y="85669"/>
                  <a:pt x="228433" y="76572"/>
                  <a:pt x="221735" y="69875"/>
                </a:cubicBezTo>
                <a:lnTo>
                  <a:pt x="162241" y="10437"/>
                </a:lnTo>
                <a:cubicBezTo>
                  <a:pt x="155544" y="3739"/>
                  <a:pt x="146503" y="0"/>
                  <a:pt x="137015" y="0"/>
                </a:cubicBezTo>
                <a:lnTo>
                  <a:pt x="53578" y="0"/>
                </a:lnTo>
                <a:close/>
                <a:moveTo>
                  <a:pt x="199523" y="98227"/>
                </a:moveTo>
                <a:lnTo>
                  <a:pt x="147340" y="98227"/>
                </a:lnTo>
                <a:cubicBezTo>
                  <a:pt x="139917" y="98227"/>
                  <a:pt x="133945" y="92255"/>
                  <a:pt x="133945" y="84832"/>
                </a:cubicBezTo>
                <a:lnTo>
                  <a:pt x="133945" y="32649"/>
                </a:lnTo>
                <a:lnTo>
                  <a:pt x="199523" y="98227"/>
                </a:lnTo>
                <a:close/>
                <a:moveTo>
                  <a:pt x="147340" y="212080"/>
                </a:moveTo>
                <a:cubicBezTo>
                  <a:pt x="133778" y="212080"/>
                  <a:pt x="122783" y="223075"/>
                  <a:pt x="122783" y="236637"/>
                </a:cubicBezTo>
                <a:lnTo>
                  <a:pt x="122783" y="281285"/>
                </a:lnTo>
                <a:cubicBezTo>
                  <a:pt x="122783" y="294847"/>
                  <a:pt x="133778" y="305842"/>
                  <a:pt x="147340" y="305842"/>
                </a:cubicBezTo>
                <a:lnTo>
                  <a:pt x="156270" y="305842"/>
                </a:lnTo>
                <a:cubicBezTo>
                  <a:pt x="169831" y="305842"/>
                  <a:pt x="180826" y="294847"/>
                  <a:pt x="180826" y="281285"/>
                </a:cubicBezTo>
                <a:lnTo>
                  <a:pt x="180826" y="276820"/>
                </a:lnTo>
                <a:cubicBezTo>
                  <a:pt x="180826" y="270681"/>
                  <a:pt x="175803" y="265658"/>
                  <a:pt x="169664" y="265658"/>
                </a:cubicBezTo>
                <a:cubicBezTo>
                  <a:pt x="163525" y="265658"/>
                  <a:pt x="158502" y="270681"/>
                  <a:pt x="158502" y="276820"/>
                </a:cubicBezTo>
                <a:lnTo>
                  <a:pt x="158502" y="281285"/>
                </a:lnTo>
                <a:cubicBezTo>
                  <a:pt x="158502" y="282513"/>
                  <a:pt x="157497" y="283518"/>
                  <a:pt x="156270" y="283518"/>
                </a:cubicBezTo>
                <a:lnTo>
                  <a:pt x="147340" y="283518"/>
                </a:lnTo>
                <a:cubicBezTo>
                  <a:pt x="146112" y="283518"/>
                  <a:pt x="145107" y="282513"/>
                  <a:pt x="145107" y="281285"/>
                </a:cubicBezTo>
                <a:lnTo>
                  <a:pt x="145107" y="236637"/>
                </a:lnTo>
                <a:cubicBezTo>
                  <a:pt x="145107" y="235409"/>
                  <a:pt x="146112" y="234404"/>
                  <a:pt x="147340" y="234404"/>
                </a:cubicBezTo>
                <a:lnTo>
                  <a:pt x="156270" y="234404"/>
                </a:lnTo>
                <a:cubicBezTo>
                  <a:pt x="157497" y="234404"/>
                  <a:pt x="158502" y="235409"/>
                  <a:pt x="158502" y="236637"/>
                </a:cubicBezTo>
                <a:lnTo>
                  <a:pt x="158502" y="241102"/>
                </a:lnTo>
                <a:cubicBezTo>
                  <a:pt x="158502" y="247241"/>
                  <a:pt x="163525" y="252264"/>
                  <a:pt x="169664" y="252264"/>
                </a:cubicBezTo>
                <a:cubicBezTo>
                  <a:pt x="175803" y="252264"/>
                  <a:pt x="180826" y="247241"/>
                  <a:pt x="180826" y="241102"/>
                </a:cubicBezTo>
                <a:lnTo>
                  <a:pt x="180826" y="236637"/>
                </a:lnTo>
                <a:cubicBezTo>
                  <a:pt x="180826" y="223075"/>
                  <a:pt x="169831" y="212080"/>
                  <a:pt x="156270" y="212080"/>
                </a:cubicBezTo>
                <a:lnTo>
                  <a:pt x="147340" y="212080"/>
                </a:lnTo>
                <a:close/>
                <a:moveTo>
                  <a:pt x="223242" y="212080"/>
                </a:moveTo>
                <a:cubicBezTo>
                  <a:pt x="207225" y="212080"/>
                  <a:pt x="194221" y="225084"/>
                  <a:pt x="194221" y="241102"/>
                </a:cubicBezTo>
                <a:cubicBezTo>
                  <a:pt x="194221" y="257119"/>
                  <a:pt x="207225" y="270123"/>
                  <a:pt x="223242" y="270123"/>
                </a:cubicBezTo>
                <a:cubicBezTo>
                  <a:pt x="226926" y="270123"/>
                  <a:pt x="229939" y="273137"/>
                  <a:pt x="229939" y="276820"/>
                </a:cubicBezTo>
                <a:cubicBezTo>
                  <a:pt x="229939" y="280504"/>
                  <a:pt x="226926" y="283518"/>
                  <a:pt x="223242" y="283518"/>
                </a:cubicBezTo>
                <a:lnTo>
                  <a:pt x="205383" y="283518"/>
                </a:lnTo>
                <a:cubicBezTo>
                  <a:pt x="199244" y="283518"/>
                  <a:pt x="194221" y="288541"/>
                  <a:pt x="194221" y="294680"/>
                </a:cubicBezTo>
                <a:cubicBezTo>
                  <a:pt x="194221" y="300819"/>
                  <a:pt x="199244" y="305842"/>
                  <a:pt x="205383" y="305842"/>
                </a:cubicBezTo>
                <a:lnTo>
                  <a:pt x="223242" y="305842"/>
                </a:lnTo>
                <a:cubicBezTo>
                  <a:pt x="239260" y="305842"/>
                  <a:pt x="252264" y="292838"/>
                  <a:pt x="252264" y="276820"/>
                </a:cubicBezTo>
                <a:cubicBezTo>
                  <a:pt x="252264" y="260803"/>
                  <a:pt x="239260" y="247799"/>
                  <a:pt x="223242" y="247799"/>
                </a:cubicBezTo>
                <a:cubicBezTo>
                  <a:pt x="219559" y="247799"/>
                  <a:pt x="216545" y="244785"/>
                  <a:pt x="216545" y="241102"/>
                </a:cubicBezTo>
                <a:cubicBezTo>
                  <a:pt x="216545" y="237418"/>
                  <a:pt x="219559" y="234404"/>
                  <a:pt x="223242" y="234404"/>
                </a:cubicBezTo>
                <a:lnTo>
                  <a:pt x="236637" y="234404"/>
                </a:lnTo>
                <a:cubicBezTo>
                  <a:pt x="242776" y="234404"/>
                  <a:pt x="247799" y="229381"/>
                  <a:pt x="247799" y="223242"/>
                </a:cubicBezTo>
                <a:cubicBezTo>
                  <a:pt x="247799" y="217103"/>
                  <a:pt x="242776" y="212080"/>
                  <a:pt x="236637" y="212080"/>
                </a:cubicBezTo>
                <a:lnTo>
                  <a:pt x="223242" y="212080"/>
                </a:lnTo>
                <a:close/>
                <a:moveTo>
                  <a:pt x="276820" y="212080"/>
                </a:moveTo>
                <a:cubicBezTo>
                  <a:pt x="270681" y="212080"/>
                  <a:pt x="265658" y="217103"/>
                  <a:pt x="265658" y="223242"/>
                </a:cubicBezTo>
                <a:lnTo>
                  <a:pt x="265658" y="240878"/>
                </a:lnTo>
                <a:cubicBezTo>
                  <a:pt x="265658" y="260691"/>
                  <a:pt x="271518" y="280113"/>
                  <a:pt x="282513" y="296577"/>
                </a:cubicBezTo>
                <a:lnTo>
                  <a:pt x="285359" y="300875"/>
                </a:lnTo>
                <a:cubicBezTo>
                  <a:pt x="287424" y="304000"/>
                  <a:pt x="290940" y="305842"/>
                  <a:pt x="294624" y="305842"/>
                </a:cubicBezTo>
                <a:cubicBezTo>
                  <a:pt x="298307" y="305842"/>
                  <a:pt x="301823" y="304000"/>
                  <a:pt x="303888" y="300875"/>
                </a:cubicBezTo>
                <a:lnTo>
                  <a:pt x="306735" y="296577"/>
                </a:lnTo>
                <a:cubicBezTo>
                  <a:pt x="317729" y="280057"/>
                  <a:pt x="323590" y="260691"/>
                  <a:pt x="323590" y="240878"/>
                </a:cubicBezTo>
                <a:lnTo>
                  <a:pt x="323590" y="223242"/>
                </a:lnTo>
                <a:cubicBezTo>
                  <a:pt x="323590" y="217103"/>
                  <a:pt x="318567" y="212080"/>
                  <a:pt x="312427" y="212080"/>
                </a:cubicBezTo>
                <a:cubicBezTo>
                  <a:pt x="306288" y="212080"/>
                  <a:pt x="301265" y="217103"/>
                  <a:pt x="301265" y="223242"/>
                </a:cubicBezTo>
                <a:lnTo>
                  <a:pt x="301265" y="240878"/>
                </a:lnTo>
                <a:cubicBezTo>
                  <a:pt x="301265" y="251817"/>
                  <a:pt x="298977" y="262589"/>
                  <a:pt x="294568" y="272523"/>
                </a:cubicBezTo>
                <a:cubicBezTo>
                  <a:pt x="290159" y="262589"/>
                  <a:pt x="287871" y="251817"/>
                  <a:pt x="287871" y="240878"/>
                </a:cubicBezTo>
                <a:lnTo>
                  <a:pt x="287871" y="223242"/>
                </a:lnTo>
                <a:cubicBezTo>
                  <a:pt x="287871" y="217103"/>
                  <a:pt x="282848" y="212080"/>
                  <a:pt x="276709" y="212080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"/>
          <p:cNvSpPr/>
          <p:nvPr/>
        </p:nvSpPr>
        <p:spPr>
          <a:xfrm>
            <a:off x="1219320" y="1714680"/>
            <a:ext cx="5709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CSV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571680" y="2286000"/>
            <a:ext cx="33807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de texto plano compatible con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Excel y hojas de cálculo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Ideal para análisis y gestión.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9"/>
          <p:cNvSpPr/>
          <p:nvPr/>
        </p:nvSpPr>
        <p:spPr>
          <a:xfrm>
            <a:off x="599040" y="39337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0"/>
          <p:cNvSpPr/>
          <p:nvPr/>
        </p:nvSpPr>
        <p:spPr>
          <a:xfrm>
            <a:off x="814320" y="3905280"/>
            <a:ext cx="89460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Abre en Excel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11"/>
          <p:cNvSpPr/>
          <p:nvPr/>
        </p:nvSpPr>
        <p:spPr>
          <a:xfrm>
            <a:off x="599040" y="420048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814320" y="4172040"/>
            <a:ext cx="191376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Compatible con Google Sheets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3"/>
          <p:cNvSpPr/>
          <p:nvPr/>
        </p:nvSpPr>
        <p:spPr>
          <a:xfrm>
            <a:off x="599040" y="446724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4"/>
          <p:cNvSpPr/>
          <p:nvPr/>
        </p:nvSpPr>
        <p:spPr>
          <a:xfrm>
            <a:off x="814320" y="4438800"/>
            <a:ext cx="1085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Fácil de procesar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5"/>
          <p:cNvSpPr/>
          <p:nvPr/>
        </p:nvSpPr>
        <p:spPr>
          <a:xfrm>
            <a:off x="4254480" y="1390680"/>
            <a:ext cx="3685320" cy="342828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428280"/>
              <a:gd name="textAreaBottom" fmla="*/ 3429000 h 3428280"/>
            </a:gdLst>
            <a:ahLst/>
            <a:cxnLst/>
            <a:rect l="textAreaLeft" t="textAreaTop" r="textAreaRight" b="textAreaBottom"/>
            <a:pathLst>
              <a:path w="3686175" h="34290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314711"/>
                </a:lnTo>
                <a:cubicBezTo>
                  <a:pt x="3686175" y="3377831"/>
                  <a:pt x="3635006" y="3429000"/>
                  <a:pt x="357188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6"/>
          <p:cNvSpPr/>
          <p:nvPr/>
        </p:nvSpPr>
        <p:spPr>
          <a:xfrm>
            <a:off x="4254480" y="139068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7"/>
          <p:cNvSpPr/>
          <p:nvPr/>
        </p:nvSpPr>
        <p:spPr>
          <a:xfrm>
            <a:off x="4444920" y="160020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8"/>
          <p:cNvSpPr/>
          <p:nvPr/>
        </p:nvSpPr>
        <p:spPr>
          <a:xfrm>
            <a:off x="4606920" y="1724040"/>
            <a:ext cx="213480" cy="285120"/>
          </a:xfrm>
          <a:custGeom>
            <a:avLst/>
            <a:gdLst>
              <a:gd name="textAreaLeft" fmla="*/ 0 w 213480"/>
              <a:gd name="textAreaRight" fmla="*/ 214200 w 213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86060" y="164976"/>
                </a:moveTo>
                <a:cubicBezTo>
                  <a:pt x="90860" y="159339"/>
                  <a:pt x="90246" y="150912"/>
                  <a:pt x="84609" y="146112"/>
                </a:cubicBezTo>
                <a:cubicBezTo>
                  <a:pt x="78972" y="141312"/>
                  <a:pt x="70545" y="141926"/>
                  <a:pt x="65745" y="147563"/>
                </a:cubicBezTo>
                <a:lnTo>
                  <a:pt x="38956" y="178817"/>
                </a:lnTo>
                <a:cubicBezTo>
                  <a:pt x="34658" y="183840"/>
                  <a:pt x="34658" y="191207"/>
                  <a:pt x="38956" y="196230"/>
                </a:cubicBezTo>
                <a:lnTo>
                  <a:pt x="65745" y="227484"/>
                </a:lnTo>
                <a:cubicBezTo>
                  <a:pt x="70545" y="233121"/>
                  <a:pt x="79028" y="233735"/>
                  <a:pt x="84609" y="228935"/>
                </a:cubicBezTo>
                <a:cubicBezTo>
                  <a:pt x="90190" y="224135"/>
                  <a:pt x="90860" y="215652"/>
                  <a:pt x="86060" y="210071"/>
                </a:cubicBezTo>
                <a:lnTo>
                  <a:pt x="66749" y="187523"/>
                </a:lnTo>
                <a:lnTo>
                  <a:pt x="86060" y="164976"/>
                </a:lnTo>
                <a:close/>
                <a:moveTo>
                  <a:pt x="148568" y="147563"/>
                </a:moveTo>
                <a:cubicBezTo>
                  <a:pt x="143768" y="141926"/>
                  <a:pt x="135285" y="141312"/>
                  <a:pt x="129704" y="146112"/>
                </a:cubicBezTo>
                <a:cubicBezTo>
                  <a:pt x="124123" y="150912"/>
                  <a:pt x="123453" y="159395"/>
                  <a:pt x="128253" y="164976"/>
                </a:cubicBezTo>
                <a:lnTo>
                  <a:pt x="147563" y="187523"/>
                </a:lnTo>
                <a:lnTo>
                  <a:pt x="128253" y="210071"/>
                </a:lnTo>
                <a:cubicBezTo>
                  <a:pt x="123453" y="215708"/>
                  <a:pt x="124067" y="224135"/>
                  <a:pt x="129704" y="228935"/>
                </a:cubicBezTo>
                <a:cubicBezTo>
                  <a:pt x="135341" y="233735"/>
                  <a:pt x="143768" y="233121"/>
                  <a:pt x="148568" y="227484"/>
                </a:cubicBezTo>
                <a:lnTo>
                  <a:pt x="175357" y="196230"/>
                </a:lnTo>
                <a:cubicBezTo>
                  <a:pt x="179654" y="191207"/>
                  <a:pt x="179654" y="183840"/>
                  <a:pt x="175357" y="178817"/>
                </a:cubicBezTo>
                <a:lnTo>
                  <a:pt x="148568" y="147563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9"/>
          <p:cNvSpPr/>
          <p:nvPr/>
        </p:nvSpPr>
        <p:spPr>
          <a:xfrm>
            <a:off x="5092560" y="1714680"/>
            <a:ext cx="6944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JSON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0"/>
          <p:cNvSpPr/>
          <p:nvPr/>
        </p:nvSpPr>
        <p:spPr>
          <a:xfrm>
            <a:off x="4444920" y="2286000"/>
            <a:ext cx="338076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Respaldo estructurado con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metadatos completos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. Perfecto para desarrolladores y backups.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21"/>
          <p:cNvSpPr/>
          <p:nvPr/>
        </p:nvSpPr>
        <p:spPr>
          <a:xfrm>
            <a:off x="4472280" y="39337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4687920" y="3905280"/>
            <a:ext cx="11516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Todos los campos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3"/>
          <p:cNvSpPr/>
          <p:nvPr/>
        </p:nvSpPr>
        <p:spPr>
          <a:xfrm>
            <a:off x="4472280" y="420048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4"/>
          <p:cNvSpPr/>
          <p:nvPr/>
        </p:nvSpPr>
        <p:spPr>
          <a:xfrm>
            <a:off x="4687920" y="4172040"/>
            <a:ext cx="14374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Formato estandarizado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5"/>
          <p:cNvSpPr/>
          <p:nvPr/>
        </p:nvSpPr>
        <p:spPr>
          <a:xfrm>
            <a:off x="4472280" y="446724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6"/>
          <p:cNvSpPr/>
          <p:nvPr/>
        </p:nvSpPr>
        <p:spPr>
          <a:xfrm>
            <a:off x="4687920" y="4438800"/>
            <a:ext cx="1142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Importación futura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7"/>
          <p:cNvSpPr/>
          <p:nvPr/>
        </p:nvSpPr>
        <p:spPr>
          <a:xfrm>
            <a:off x="8128080" y="1390680"/>
            <a:ext cx="3685320" cy="342828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428280"/>
              <a:gd name="textAreaBottom" fmla="*/ 3429000 h 3428280"/>
            </a:gdLst>
            <a:ahLst/>
            <a:cxnLst/>
            <a:rect l="textAreaLeft" t="textAreaTop" r="textAreaRight" b="textAreaBottom"/>
            <a:pathLst>
              <a:path w="3686175" h="34290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314711"/>
                </a:lnTo>
                <a:cubicBezTo>
                  <a:pt x="3686175" y="3377831"/>
                  <a:pt x="3635006" y="3429000"/>
                  <a:pt x="3571886" y="3429000"/>
                </a:cubicBezTo>
                <a:lnTo>
                  <a:pt x="114289" y="3429000"/>
                </a:lnTo>
                <a:cubicBezTo>
                  <a:pt x="51211" y="3429000"/>
                  <a:pt x="0" y="3377789"/>
                  <a:pt x="0" y="331471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8"/>
          <p:cNvSpPr/>
          <p:nvPr/>
        </p:nvSpPr>
        <p:spPr>
          <a:xfrm>
            <a:off x="8128080" y="139068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9"/>
          <p:cNvSpPr/>
          <p:nvPr/>
        </p:nvSpPr>
        <p:spPr>
          <a:xfrm>
            <a:off x="8318520" y="160020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0"/>
          <p:cNvSpPr/>
          <p:nvPr/>
        </p:nvSpPr>
        <p:spPr>
          <a:xfrm>
            <a:off x="8480520" y="1724040"/>
            <a:ext cx="213480" cy="285120"/>
          </a:xfrm>
          <a:custGeom>
            <a:avLst/>
            <a:gdLst>
              <a:gd name="textAreaLeft" fmla="*/ 0 w 213480"/>
              <a:gd name="textAreaRight" fmla="*/ 214200 w 21348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14313" h="285750">
                <a:moveTo>
                  <a:pt x="0" y="35719"/>
                </a:moveTo>
                <a:cubicBezTo>
                  <a:pt x="0" y="16018"/>
                  <a:pt x="16018" y="0"/>
                  <a:pt x="35719" y="0"/>
                </a:cubicBezTo>
                <a:lnTo>
                  <a:pt x="119156" y="0"/>
                </a:lnTo>
                <a:cubicBezTo>
                  <a:pt x="128643" y="0"/>
                  <a:pt x="137740" y="3739"/>
                  <a:pt x="144438" y="10437"/>
                </a:cubicBezTo>
                <a:lnTo>
                  <a:pt x="203876" y="69931"/>
                </a:lnTo>
                <a:cubicBezTo>
                  <a:pt x="210573" y="76628"/>
                  <a:pt x="214313" y="85725"/>
                  <a:pt x="214313" y="95213"/>
                </a:cubicBezTo>
                <a:lnTo>
                  <a:pt x="214313" y="250031"/>
                </a:lnTo>
                <a:cubicBezTo>
                  <a:pt x="214313" y="269732"/>
                  <a:pt x="198295" y="285750"/>
                  <a:pt x="178594" y="285750"/>
                </a:cubicBezTo>
                <a:lnTo>
                  <a:pt x="35719" y="285750"/>
                </a:lnTo>
                <a:cubicBezTo>
                  <a:pt x="16018" y="285750"/>
                  <a:pt x="0" y="269732"/>
                  <a:pt x="0" y="250031"/>
                </a:cubicBezTo>
                <a:lnTo>
                  <a:pt x="0" y="35719"/>
                </a:lnTo>
                <a:close/>
                <a:moveTo>
                  <a:pt x="116086" y="32649"/>
                </a:moveTo>
                <a:lnTo>
                  <a:pt x="116086" y="84832"/>
                </a:lnTo>
                <a:cubicBezTo>
                  <a:pt x="116086" y="92255"/>
                  <a:pt x="122058" y="98227"/>
                  <a:pt x="129480" y="98227"/>
                </a:cubicBezTo>
                <a:lnTo>
                  <a:pt x="181663" y="98227"/>
                </a:lnTo>
                <a:lnTo>
                  <a:pt x="116086" y="32649"/>
                </a:lnTo>
                <a:close/>
                <a:moveTo>
                  <a:pt x="35719" y="40184"/>
                </a:moveTo>
                <a:cubicBezTo>
                  <a:pt x="35719" y="47606"/>
                  <a:pt x="41690" y="53578"/>
                  <a:pt x="49113" y="53578"/>
                </a:cubicBezTo>
                <a:lnTo>
                  <a:pt x="75902" y="53578"/>
                </a:lnTo>
                <a:cubicBezTo>
                  <a:pt x="83325" y="53578"/>
                  <a:pt x="89297" y="47606"/>
                  <a:pt x="89297" y="40184"/>
                </a:cubicBezTo>
                <a:cubicBezTo>
                  <a:pt x="89297" y="32761"/>
                  <a:pt x="83325" y="26789"/>
                  <a:pt x="75902" y="26789"/>
                </a:cubicBezTo>
                <a:lnTo>
                  <a:pt x="49113" y="26789"/>
                </a:lnTo>
                <a:cubicBezTo>
                  <a:pt x="41690" y="26789"/>
                  <a:pt x="35719" y="32761"/>
                  <a:pt x="35719" y="40184"/>
                </a:cubicBezTo>
                <a:close/>
                <a:moveTo>
                  <a:pt x="35719" y="93762"/>
                </a:moveTo>
                <a:cubicBezTo>
                  <a:pt x="35719" y="101185"/>
                  <a:pt x="41690" y="107156"/>
                  <a:pt x="49113" y="107156"/>
                </a:cubicBezTo>
                <a:lnTo>
                  <a:pt x="75902" y="107156"/>
                </a:lnTo>
                <a:cubicBezTo>
                  <a:pt x="83325" y="107156"/>
                  <a:pt x="89297" y="101185"/>
                  <a:pt x="89297" y="93762"/>
                </a:cubicBezTo>
                <a:cubicBezTo>
                  <a:pt x="89297" y="86339"/>
                  <a:pt x="83325" y="80367"/>
                  <a:pt x="75902" y="80367"/>
                </a:cubicBezTo>
                <a:lnTo>
                  <a:pt x="49113" y="80367"/>
                </a:lnTo>
                <a:cubicBezTo>
                  <a:pt x="41690" y="80367"/>
                  <a:pt x="35719" y="86339"/>
                  <a:pt x="35719" y="93762"/>
                </a:cubicBezTo>
                <a:close/>
                <a:moveTo>
                  <a:pt x="71438" y="133945"/>
                </a:moveTo>
                <a:lnTo>
                  <a:pt x="53578" y="133945"/>
                </a:lnTo>
                <a:cubicBezTo>
                  <a:pt x="43700" y="133945"/>
                  <a:pt x="35719" y="141926"/>
                  <a:pt x="35719" y="151805"/>
                </a:cubicBezTo>
                <a:lnTo>
                  <a:pt x="35719" y="178594"/>
                </a:lnTo>
                <a:cubicBezTo>
                  <a:pt x="35719" y="193384"/>
                  <a:pt x="47718" y="205383"/>
                  <a:pt x="62508" y="205383"/>
                </a:cubicBezTo>
                <a:cubicBezTo>
                  <a:pt x="77298" y="205383"/>
                  <a:pt x="89297" y="193384"/>
                  <a:pt x="89297" y="178594"/>
                </a:cubicBezTo>
                <a:lnTo>
                  <a:pt x="89297" y="151805"/>
                </a:lnTo>
                <a:cubicBezTo>
                  <a:pt x="89297" y="141926"/>
                  <a:pt x="81316" y="133945"/>
                  <a:pt x="71438" y="133945"/>
                </a:cubicBezTo>
                <a:close/>
                <a:moveTo>
                  <a:pt x="62508" y="169664"/>
                </a:moveTo>
                <a:cubicBezTo>
                  <a:pt x="67436" y="169664"/>
                  <a:pt x="71438" y="173665"/>
                  <a:pt x="71438" y="178594"/>
                </a:cubicBezTo>
                <a:cubicBezTo>
                  <a:pt x="71438" y="183522"/>
                  <a:pt x="67436" y="187523"/>
                  <a:pt x="62508" y="187523"/>
                </a:cubicBezTo>
                <a:cubicBezTo>
                  <a:pt x="57579" y="187523"/>
                  <a:pt x="53578" y="183522"/>
                  <a:pt x="53578" y="178594"/>
                </a:cubicBezTo>
                <a:cubicBezTo>
                  <a:pt x="53578" y="173665"/>
                  <a:pt x="57579" y="169664"/>
                  <a:pt x="62508" y="169664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1"/>
          <p:cNvSpPr/>
          <p:nvPr/>
        </p:nvSpPr>
        <p:spPr>
          <a:xfrm>
            <a:off x="8966160" y="1714680"/>
            <a:ext cx="4946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ZIP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2"/>
          <p:cNvSpPr/>
          <p:nvPr/>
        </p:nvSpPr>
        <p:spPr>
          <a:xfrm>
            <a:off x="8318520" y="2286000"/>
            <a:ext cx="33807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Archivo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autocontenido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con books.json + todas las portadas descargadas.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33"/>
          <p:cNvSpPr/>
          <p:nvPr/>
        </p:nvSpPr>
        <p:spPr>
          <a:xfrm>
            <a:off x="8345880" y="393372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4"/>
          <p:cNvSpPr/>
          <p:nvPr/>
        </p:nvSpPr>
        <p:spPr>
          <a:xfrm>
            <a:off x="8561160" y="3905280"/>
            <a:ext cx="1142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Datos + imágenes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5"/>
          <p:cNvSpPr/>
          <p:nvPr/>
        </p:nvSpPr>
        <p:spPr>
          <a:xfrm>
            <a:off x="8345880" y="420048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6"/>
          <p:cNvSpPr/>
          <p:nvPr/>
        </p:nvSpPr>
        <p:spPr>
          <a:xfrm>
            <a:off x="8561160" y="4172040"/>
            <a:ext cx="10850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Backup completo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37"/>
          <p:cNvSpPr/>
          <p:nvPr/>
        </p:nvSpPr>
        <p:spPr>
          <a:xfrm>
            <a:off x="8345880" y="446724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38"/>
          <p:cNvSpPr/>
          <p:nvPr/>
        </p:nvSpPr>
        <p:spPr>
          <a:xfrm>
            <a:off x="8561160" y="4438800"/>
            <a:ext cx="81828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Todo en uno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9"/>
          <p:cNvSpPr/>
          <p:nvPr/>
        </p:nvSpPr>
        <p:spPr>
          <a:xfrm>
            <a:off x="399960" y="4971960"/>
            <a:ext cx="5600160" cy="87552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5600700" h="876300">
                <a:moveTo>
                  <a:pt x="38100" y="0"/>
                </a:moveTo>
                <a:lnTo>
                  <a:pt x="5486404" y="0"/>
                </a:lnTo>
                <a:cubicBezTo>
                  <a:pt x="5549528" y="0"/>
                  <a:pt x="5600700" y="51172"/>
                  <a:pt x="5600700" y="114296"/>
                </a:cubicBezTo>
                <a:lnTo>
                  <a:pt x="5600700" y="762004"/>
                </a:lnTo>
                <a:cubicBezTo>
                  <a:pt x="5600700" y="825128"/>
                  <a:pt x="5549528" y="876300"/>
                  <a:pt x="548640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0"/>
          <p:cNvSpPr/>
          <p:nvPr/>
        </p:nvSpPr>
        <p:spPr>
          <a:xfrm>
            <a:off x="399960" y="4971960"/>
            <a:ext cx="37440" cy="875520"/>
          </a:xfrm>
          <a:custGeom>
            <a:avLst/>
            <a:gdLst>
              <a:gd name="textAreaLeft" fmla="*/ 0 w 37440"/>
              <a:gd name="textAreaRight" fmla="*/ 38160 w 3744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41"/>
          <p:cNvSpPr/>
          <p:nvPr/>
        </p:nvSpPr>
        <p:spPr>
          <a:xfrm>
            <a:off x="614520" y="5143680"/>
            <a:ext cx="199440" cy="227880"/>
          </a:xfrm>
          <a:custGeom>
            <a:avLst/>
            <a:gdLst>
              <a:gd name="textAreaLeft" fmla="*/ 0 w 199440"/>
              <a:gd name="textAreaRight" fmla="*/ 200160 w 1994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77376"/>
                </a:lnTo>
                <a:cubicBezTo>
                  <a:pt x="200025" y="69786"/>
                  <a:pt x="197034" y="62508"/>
                  <a:pt x="191676" y="57150"/>
                </a:cubicBezTo>
                <a:lnTo>
                  <a:pt x="157163" y="22637"/>
                </a:lnTo>
                <a:cubicBezTo>
                  <a:pt x="151805" y="17279"/>
                  <a:pt x="144527" y="14288"/>
                  <a:pt x="136937" y="14288"/>
                </a:cubicBezTo>
                <a:lnTo>
                  <a:pt x="28575" y="14288"/>
                </a:lnTo>
                <a:close/>
                <a:moveTo>
                  <a:pt x="42863" y="57150"/>
                </a:moveTo>
                <a:cubicBezTo>
                  <a:pt x="42863" y="49247"/>
                  <a:pt x="49247" y="42863"/>
                  <a:pt x="57150" y="42863"/>
                </a:cubicBezTo>
                <a:lnTo>
                  <a:pt x="128588" y="42863"/>
                </a:lnTo>
                <a:cubicBezTo>
                  <a:pt x="136490" y="42863"/>
                  <a:pt x="142875" y="49247"/>
                  <a:pt x="142875" y="57150"/>
                </a:cubicBezTo>
                <a:lnTo>
                  <a:pt x="142875" y="85725"/>
                </a:lnTo>
                <a:cubicBezTo>
                  <a:pt x="142875" y="93628"/>
                  <a:pt x="136490" y="100013"/>
                  <a:pt x="128588" y="100013"/>
                </a:cubicBezTo>
                <a:lnTo>
                  <a:pt x="57150" y="100013"/>
                </a:lnTo>
                <a:cubicBezTo>
                  <a:pt x="49247" y="100013"/>
                  <a:pt x="42863" y="93628"/>
                  <a:pt x="42863" y="85725"/>
                </a:cubicBezTo>
                <a:lnTo>
                  <a:pt x="42863" y="57150"/>
                </a:lnTo>
                <a:close/>
                <a:moveTo>
                  <a:pt x="100013" y="128588"/>
                </a:moveTo>
                <a:cubicBezTo>
                  <a:pt x="115783" y="128588"/>
                  <a:pt x="128588" y="141392"/>
                  <a:pt x="128588" y="157163"/>
                </a:cubicBezTo>
                <a:cubicBezTo>
                  <a:pt x="128588" y="172933"/>
                  <a:pt x="115783" y="185738"/>
                  <a:pt x="100013" y="185738"/>
                </a:cubicBezTo>
                <a:cubicBezTo>
                  <a:pt x="84242" y="185738"/>
                  <a:pt x="71438" y="172933"/>
                  <a:pt x="71438" y="157163"/>
                </a:cubicBezTo>
                <a:cubicBezTo>
                  <a:pt x="71438" y="141392"/>
                  <a:pt x="84242" y="128588"/>
                  <a:pt x="100013" y="128588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2"/>
          <p:cNvSpPr/>
          <p:nvPr/>
        </p:nvSpPr>
        <p:spPr>
          <a:xfrm>
            <a:off x="971640" y="5124600"/>
            <a:ext cx="81828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Guardar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3"/>
          <p:cNvSpPr/>
          <p:nvPr/>
        </p:nvSpPr>
        <p:spPr>
          <a:xfrm>
            <a:off x="571680" y="5467320"/>
            <a:ext cx="535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SAF (Storage Access Framework) para elegir carpeta de destino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4"/>
          <p:cNvSpPr/>
          <p:nvPr/>
        </p:nvSpPr>
        <p:spPr>
          <a:xfrm>
            <a:off x="6210360" y="4971960"/>
            <a:ext cx="5600160" cy="875520"/>
          </a:xfrm>
          <a:custGeom>
            <a:avLst/>
            <a:gdLst>
              <a:gd name="textAreaLeft" fmla="*/ 0 w 5600160"/>
              <a:gd name="textAreaRight" fmla="*/ 5600880 w 560016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5600700" h="876300">
                <a:moveTo>
                  <a:pt x="38100" y="0"/>
                </a:moveTo>
                <a:lnTo>
                  <a:pt x="5486404" y="0"/>
                </a:lnTo>
                <a:cubicBezTo>
                  <a:pt x="5549528" y="0"/>
                  <a:pt x="5600700" y="51172"/>
                  <a:pt x="5600700" y="114296"/>
                </a:cubicBezTo>
                <a:lnTo>
                  <a:pt x="5600700" y="762004"/>
                </a:lnTo>
                <a:cubicBezTo>
                  <a:pt x="5600700" y="825128"/>
                  <a:pt x="5549528" y="876300"/>
                  <a:pt x="5486404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45"/>
          <p:cNvSpPr/>
          <p:nvPr/>
        </p:nvSpPr>
        <p:spPr>
          <a:xfrm>
            <a:off x="6210360" y="4971960"/>
            <a:ext cx="37440" cy="875520"/>
          </a:xfrm>
          <a:custGeom>
            <a:avLst/>
            <a:gdLst>
              <a:gd name="textAreaLeft" fmla="*/ 0 w 37440"/>
              <a:gd name="textAreaRight" fmla="*/ 38160 w 37440"/>
              <a:gd name="textAreaTop" fmla="*/ 0 h 875520"/>
              <a:gd name="textAreaBottom" fmla="*/ 876240 h 875520"/>
            </a:gdLst>
            <a:ahLst/>
            <a:cxnLst/>
            <a:rect l="textAreaLeft" t="textAreaTop" r="textAreaRight" b="textAreaBottom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6"/>
          <p:cNvSpPr/>
          <p:nvPr/>
        </p:nvSpPr>
        <p:spPr>
          <a:xfrm>
            <a:off x="6410160" y="514368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171450" y="85725"/>
                </a:moveTo>
                <a:cubicBezTo>
                  <a:pt x="195114" y="85725"/>
                  <a:pt x="214313" y="66526"/>
                  <a:pt x="214313" y="42863"/>
                </a:cubicBezTo>
                <a:cubicBezTo>
                  <a:pt x="214313" y="19199"/>
                  <a:pt x="195114" y="0"/>
                  <a:pt x="171450" y="0"/>
                </a:cubicBezTo>
                <a:cubicBezTo>
                  <a:pt x="147786" y="0"/>
                  <a:pt x="128588" y="19199"/>
                  <a:pt x="128588" y="42863"/>
                </a:cubicBezTo>
                <a:cubicBezTo>
                  <a:pt x="128588" y="45274"/>
                  <a:pt x="128811" y="47685"/>
                  <a:pt x="129168" y="50006"/>
                </a:cubicBezTo>
                <a:lnTo>
                  <a:pt x="71259" y="82198"/>
                </a:lnTo>
                <a:cubicBezTo>
                  <a:pt x="63713" y="75501"/>
                  <a:pt x="53757" y="71438"/>
                  <a:pt x="42863" y="71438"/>
                </a:cubicBezTo>
                <a:cubicBezTo>
                  <a:pt x="19199" y="71438"/>
                  <a:pt x="0" y="90636"/>
                  <a:pt x="0" y="114300"/>
                </a:cubicBezTo>
                <a:cubicBezTo>
                  <a:pt x="0" y="137964"/>
                  <a:pt x="19199" y="157163"/>
                  <a:pt x="42863" y="157163"/>
                </a:cubicBezTo>
                <a:cubicBezTo>
                  <a:pt x="53757" y="157163"/>
                  <a:pt x="63669" y="153099"/>
                  <a:pt x="71259" y="146402"/>
                </a:cubicBezTo>
                <a:lnTo>
                  <a:pt x="129168" y="178594"/>
                </a:lnTo>
                <a:cubicBezTo>
                  <a:pt x="128766" y="180915"/>
                  <a:pt x="128588" y="183282"/>
                  <a:pt x="128588" y="185738"/>
                </a:cubicBezTo>
                <a:cubicBezTo>
                  <a:pt x="128588" y="209401"/>
                  <a:pt x="147786" y="228600"/>
                  <a:pt x="171450" y="228600"/>
                </a:cubicBezTo>
                <a:cubicBezTo>
                  <a:pt x="195114" y="228600"/>
                  <a:pt x="214313" y="209401"/>
                  <a:pt x="214313" y="185738"/>
                </a:cubicBezTo>
                <a:cubicBezTo>
                  <a:pt x="214313" y="162074"/>
                  <a:pt x="195114" y="142875"/>
                  <a:pt x="171450" y="142875"/>
                </a:cubicBezTo>
                <a:cubicBezTo>
                  <a:pt x="160556" y="142875"/>
                  <a:pt x="150644" y="146938"/>
                  <a:pt x="143054" y="153635"/>
                </a:cubicBezTo>
                <a:lnTo>
                  <a:pt x="85145" y="121444"/>
                </a:lnTo>
                <a:cubicBezTo>
                  <a:pt x="85546" y="119122"/>
                  <a:pt x="85725" y="116756"/>
                  <a:pt x="85725" y="114300"/>
                </a:cubicBezTo>
                <a:cubicBezTo>
                  <a:pt x="85725" y="111844"/>
                  <a:pt x="85502" y="109478"/>
                  <a:pt x="85145" y="107156"/>
                </a:cubicBezTo>
                <a:lnTo>
                  <a:pt x="143054" y="74965"/>
                </a:lnTo>
                <a:cubicBezTo>
                  <a:pt x="150599" y="81662"/>
                  <a:pt x="160556" y="85725"/>
                  <a:pt x="171450" y="85725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7"/>
          <p:cNvSpPr/>
          <p:nvPr/>
        </p:nvSpPr>
        <p:spPr>
          <a:xfrm>
            <a:off x="6781680" y="5124600"/>
            <a:ext cx="9709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Compartir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8"/>
          <p:cNvSpPr/>
          <p:nvPr/>
        </p:nvSpPr>
        <p:spPr>
          <a:xfrm>
            <a:off x="6381720" y="5467320"/>
            <a:ext cx="5352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Share sheet del sistema vía FileProvider a cualquier app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9"/>
          <p:cNvSpPr/>
          <p:nvPr/>
        </p:nvSpPr>
        <p:spPr>
          <a:xfrm>
            <a:off x="385920" y="6005520"/>
            <a:ext cx="11419920" cy="465840"/>
          </a:xfrm>
          <a:custGeom>
            <a:avLst/>
            <a:gdLst>
              <a:gd name="textAreaLeft" fmla="*/ 0 w 11419920"/>
              <a:gd name="textAreaRight" fmla="*/ 11420640 w 1141992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0"/>
          <p:cNvSpPr/>
          <p:nvPr/>
        </p:nvSpPr>
        <p:spPr>
          <a:xfrm>
            <a:off x="4613400" y="616284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51"/>
          <p:cNvSpPr/>
          <p:nvPr/>
        </p:nvSpPr>
        <p:spPr>
          <a:xfrm>
            <a:off x="714240" y="6124680"/>
            <a:ext cx="11010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Estimación de tamaño antes de exportar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Image 0" descr="https://kimi-img.moonshot.cn/pub/slides/okc/w6fij2ylek6p4/scanbook_assets/future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8000"/>
                </a:srgbClr>
              </a:gs>
              <a:gs pos="50000">
                <a:srgbClr val="2D2A26">
                  <a:alpha val="85000"/>
                </a:srgbClr>
              </a:gs>
              <a:gs pos="100000">
                <a:srgbClr val="2D2A26">
                  <a:alpha val="60000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380880" y="268596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ROADMAP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2"/>
          <p:cNvSpPr/>
          <p:nvPr/>
        </p:nvSpPr>
        <p:spPr>
          <a:xfrm>
            <a:off x="380880" y="299088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El Futuro de ScanBook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3"/>
          <p:cNvSpPr/>
          <p:nvPr/>
        </p:nvSpPr>
        <p:spPr>
          <a:xfrm>
            <a:off x="380880" y="348624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4"/>
          <p:cNvSpPr/>
          <p:nvPr/>
        </p:nvSpPr>
        <p:spPr>
          <a:xfrm>
            <a:off x="380880" y="3695760"/>
            <a:ext cx="3685320" cy="1999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1999440"/>
              <a:gd name="textAreaBottom" fmla="*/ 2000160 h 1999440"/>
            </a:gdLst>
            <a:ahLst/>
            <a:cxnLst/>
            <a:rect l="textAreaLeft" t="textAreaTop" r="textAreaRight" b="textAreaBottom"/>
            <a:pathLst>
              <a:path w="3686175" h="20002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1885956"/>
                </a:lnTo>
                <a:cubicBezTo>
                  <a:pt x="3686175" y="1949036"/>
                  <a:pt x="3634961" y="2000250"/>
                  <a:pt x="357188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"/>
          <p:cNvSpPr/>
          <p:nvPr/>
        </p:nvSpPr>
        <p:spPr>
          <a:xfrm>
            <a:off x="380880" y="369576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6"/>
          <p:cNvSpPr/>
          <p:nvPr/>
        </p:nvSpPr>
        <p:spPr>
          <a:xfrm>
            <a:off x="571680" y="39052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671400" y="4019400"/>
            <a:ext cx="256320" cy="227880"/>
          </a:xfrm>
          <a:custGeom>
            <a:avLst/>
            <a:gdLst>
              <a:gd name="textAreaLeft" fmla="*/ 0 w 256320"/>
              <a:gd name="textAreaRight" fmla="*/ 257040 w 25632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57175" h="228600">
                <a:moveTo>
                  <a:pt x="128588" y="14288"/>
                </a:moveTo>
                <a:cubicBezTo>
                  <a:pt x="92512" y="14288"/>
                  <a:pt x="63624" y="30718"/>
                  <a:pt x="42595" y="50274"/>
                </a:cubicBezTo>
                <a:cubicBezTo>
                  <a:pt x="21699" y="69696"/>
                  <a:pt x="7724" y="92869"/>
                  <a:pt x="1072" y="108808"/>
                </a:cubicBezTo>
                <a:cubicBezTo>
                  <a:pt x="-402" y="112335"/>
                  <a:pt x="-402" y="116265"/>
                  <a:pt x="1072" y="119792"/>
                </a:cubicBezTo>
                <a:cubicBezTo>
                  <a:pt x="7724" y="135731"/>
                  <a:pt x="21699" y="158948"/>
                  <a:pt x="42595" y="178326"/>
                </a:cubicBezTo>
                <a:cubicBezTo>
                  <a:pt x="63624" y="197837"/>
                  <a:pt x="92512" y="214313"/>
                  <a:pt x="128588" y="214313"/>
                </a:cubicBezTo>
                <a:cubicBezTo>
                  <a:pt x="164663" y="214313"/>
                  <a:pt x="193551" y="197882"/>
                  <a:pt x="214580" y="178326"/>
                </a:cubicBezTo>
                <a:cubicBezTo>
                  <a:pt x="235476" y="158904"/>
                  <a:pt x="249451" y="135731"/>
                  <a:pt x="256103" y="119792"/>
                </a:cubicBezTo>
                <a:cubicBezTo>
                  <a:pt x="257577" y="116265"/>
                  <a:pt x="257577" y="112335"/>
                  <a:pt x="256103" y="108808"/>
                </a:cubicBezTo>
                <a:cubicBezTo>
                  <a:pt x="249451" y="92869"/>
                  <a:pt x="235476" y="69652"/>
                  <a:pt x="214580" y="50274"/>
                </a:cubicBezTo>
                <a:cubicBezTo>
                  <a:pt x="193551" y="30763"/>
                  <a:pt x="164663" y="14287"/>
                  <a:pt x="128588" y="14287"/>
                </a:cubicBezTo>
                <a:close/>
                <a:moveTo>
                  <a:pt x="64294" y="114300"/>
                </a:moveTo>
                <a:cubicBezTo>
                  <a:pt x="64294" y="78815"/>
                  <a:pt x="93103" y="50006"/>
                  <a:pt x="128588" y="50006"/>
                </a:cubicBezTo>
                <a:cubicBezTo>
                  <a:pt x="164072" y="50006"/>
                  <a:pt x="192881" y="78815"/>
                  <a:pt x="192881" y="114300"/>
                </a:cubicBezTo>
                <a:cubicBezTo>
                  <a:pt x="192881" y="149785"/>
                  <a:pt x="164072" y="178594"/>
                  <a:pt x="128588" y="178594"/>
                </a:cubicBezTo>
                <a:cubicBezTo>
                  <a:pt x="93103" y="178594"/>
                  <a:pt x="64294" y="149785"/>
                  <a:pt x="64294" y="114300"/>
                </a:cubicBezTo>
                <a:close/>
                <a:moveTo>
                  <a:pt x="128588" y="85725"/>
                </a:moveTo>
                <a:cubicBezTo>
                  <a:pt x="128588" y="101486"/>
                  <a:pt x="115773" y="114300"/>
                  <a:pt x="100013" y="114300"/>
                </a:cubicBezTo>
                <a:cubicBezTo>
                  <a:pt x="94878" y="114300"/>
                  <a:pt x="90056" y="112961"/>
                  <a:pt x="85859" y="110550"/>
                </a:cubicBezTo>
                <a:cubicBezTo>
                  <a:pt x="85412" y="115416"/>
                  <a:pt x="85814" y="120417"/>
                  <a:pt x="87154" y="125373"/>
                </a:cubicBezTo>
                <a:cubicBezTo>
                  <a:pt x="93271" y="148233"/>
                  <a:pt x="116800" y="161806"/>
                  <a:pt x="139660" y="155689"/>
                </a:cubicBezTo>
                <a:cubicBezTo>
                  <a:pt x="162520" y="149572"/>
                  <a:pt x="176093" y="126043"/>
                  <a:pt x="169977" y="103183"/>
                </a:cubicBezTo>
                <a:cubicBezTo>
                  <a:pt x="164529" y="82778"/>
                  <a:pt x="145197" y="69786"/>
                  <a:pt x="124837" y="71571"/>
                </a:cubicBezTo>
                <a:cubicBezTo>
                  <a:pt x="127203" y="75724"/>
                  <a:pt x="128588" y="80546"/>
                  <a:pt x="128588" y="85725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1143000" y="4000680"/>
            <a:ext cx="10375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Modo HUD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9"/>
          <p:cNvSpPr/>
          <p:nvPr/>
        </p:nvSpPr>
        <p:spPr>
          <a:xfrm>
            <a:off x="571680" y="4476600"/>
            <a:ext cx="33807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Escaneo continuo sin pulsar botones. Estilo lector de supermercado.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0"/>
          <p:cNvSpPr/>
          <p:nvPr/>
        </p:nvSpPr>
        <p:spPr>
          <a:xfrm>
            <a:off x="599040" y="51195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800280" y="50864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Múltiples libros seguidos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2"/>
          <p:cNvSpPr/>
          <p:nvPr/>
        </p:nvSpPr>
        <p:spPr>
          <a:xfrm>
            <a:off x="599040" y="53481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3"/>
          <p:cNvSpPr/>
          <p:nvPr/>
        </p:nvSpPr>
        <p:spPr>
          <a:xfrm>
            <a:off x="800280" y="53150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Auto-registro tras X segundos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>
            <a:off x="4254480" y="3695760"/>
            <a:ext cx="3685320" cy="1999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1999440"/>
              <a:gd name="textAreaBottom" fmla="*/ 2000160 h 1999440"/>
            </a:gdLst>
            <a:ahLst/>
            <a:cxnLst/>
            <a:rect l="textAreaLeft" t="textAreaTop" r="textAreaRight" b="textAreaBottom"/>
            <a:pathLst>
              <a:path w="3686175" h="20002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1885956"/>
                </a:lnTo>
                <a:cubicBezTo>
                  <a:pt x="3686175" y="1949036"/>
                  <a:pt x="3634961" y="2000250"/>
                  <a:pt x="357188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5"/>
          <p:cNvSpPr/>
          <p:nvPr/>
        </p:nvSpPr>
        <p:spPr>
          <a:xfrm>
            <a:off x="4254480" y="369576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6"/>
          <p:cNvSpPr/>
          <p:nvPr/>
        </p:nvSpPr>
        <p:spPr>
          <a:xfrm>
            <a:off x="4444920" y="39052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7"/>
          <p:cNvSpPr/>
          <p:nvPr/>
        </p:nvSpPr>
        <p:spPr>
          <a:xfrm>
            <a:off x="4559400" y="4019400"/>
            <a:ext cx="227880" cy="227880"/>
          </a:xfrm>
          <a:custGeom>
            <a:avLst/>
            <a:gdLst>
              <a:gd name="textAreaLeft" fmla="*/ 0 w 227880"/>
              <a:gd name="textAreaRight" fmla="*/ 228600 w 2278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8"/>
          <p:cNvSpPr/>
          <p:nvPr/>
        </p:nvSpPr>
        <p:spPr>
          <a:xfrm>
            <a:off x="5016600" y="4000680"/>
            <a:ext cx="117072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IA Avanzada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9"/>
          <p:cNvSpPr/>
          <p:nvPr/>
        </p:nvSpPr>
        <p:spPr>
          <a:xfrm>
            <a:off x="4444920" y="4476600"/>
            <a:ext cx="33807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Propuesta de precios y estado de conservación con análisis de imagen.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0"/>
          <p:cNvSpPr/>
          <p:nvPr/>
        </p:nvSpPr>
        <p:spPr>
          <a:xfrm>
            <a:off x="4472280" y="51195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1"/>
          <p:cNvSpPr/>
          <p:nvPr/>
        </p:nvSpPr>
        <p:spPr>
          <a:xfrm>
            <a:off x="4673520" y="50864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Precio estimado de venta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2"/>
          <p:cNvSpPr/>
          <p:nvPr/>
        </p:nvSpPr>
        <p:spPr>
          <a:xfrm>
            <a:off x="4472280" y="53481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23"/>
          <p:cNvSpPr/>
          <p:nvPr/>
        </p:nvSpPr>
        <p:spPr>
          <a:xfrm>
            <a:off x="4673520" y="53150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Estado de conservación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4"/>
          <p:cNvSpPr/>
          <p:nvPr/>
        </p:nvSpPr>
        <p:spPr>
          <a:xfrm>
            <a:off x="8128080" y="3695760"/>
            <a:ext cx="3685320" cy="1999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1999440"/>
              <a:gd name="textAreaBottom" fmla="*/ 2000160 h 1999440"/>
            </a:gdLst>
            <a:ahLst/>
            <a:cxnLst/>
            <a:rect l="textAreaLeft" t="textAreaTop" r="textAreaRight" b="textAreaBottom"/>
            <a:pathLst>
              <a:path w="3686175" h="2000250">
                <a:moveTo>
                  <a:pt x="38100" y="0"/>
                </a:moveTo>
                <a:lnTo>
                  <a:pt x="3648075" y="0"/>
                </a:lnTo>
                <a:cubicBezTo>
                  <a:pt x="3669117" y="0"/>
                  <a:pt x="3686175" y="17058"/>
                  <a:pt x="3686175" y="38100"/>
                </a:cubicBezTo>
                <a:lnTo>
                  <a:pt x="3686175" y="1885956"/>
                </a:lnTo>
                <a:cubicBezTo>
                  <a:pt x="3686175" y="1949036"/>
                  <a:pt x="3634961" y="2000250"/>
                  <a:pt x="3571881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5"/>
          <p:cNvSpPr/>
          <p:nvPr/>
        </p:nvSpPr>
        <p:spPr>
          <a:xfrm>
            <a:off x="8128080" y="3695760"/>
            <a:ext cx="3685320" cy="37440"/>
          </a:xfrm>
          <a:custGeom>
            <a:avLst/>
            <a:gdLst>
              <a:gd name="textAreaLeft" fmla="*/ 0 w 3685320"/>
              <a:gd name="textAreaRight" fmla="*/ 3686040 w 368532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26"/>
          <p:cNvSpPr/>
          <p:nvPr/>
        </p:nvSpPr>
        <p:spPr>
          <a:xfrm>
            <a:off x="8318520" y="39052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7"/>
          <p:cNvSpPr/>
          <p:nvPr/>
        </p:nvSpPr>
        <p:spPr>
          <a:xfrm>
            <a:off x="8461440" y="4019400"/>
            <a:ext cx="170640" cy="227880"/>
          </a:xfrm>
          <a:custGeom>
            <a:avLst/>
            <a:gdLst>
              <a:gd name="textAreaLeft" fmla="*/ 0 w 170640"/>
              <a:gd name="textAreaRight" fmla="*/ 171360 w 17064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171450" h="228600">
                <a:moveTo>
                  <a:pt x="85725" y="0"/>
                </a:moveTo>
                <a:cubicBezTo>
                  <a:pt x="62061" y="0"/>
                  <a:pt x="42863" y="19199"/>
                  <a:pt x="42863" y="42863"/>
                </a:cubicBezTo>
                <a:lnTo>
                  <a:pt x="42863" y="100013"/>
                </a:lnTo>
                <a:cubicBezTo>
                  <a:pt x="42863" y="123676"/>
                  <a:pt x="62061" y="142875"/>
                  <a:pt x="85725" y="142875"/>
                </a:cubicBezTo>
                <a:cubicBezTo>
                  <a:pt x="109389" y="142875"/>
                  <a:pt x="128588" y="123676"/>
                  <a:pt x="128588" y="100013"/>
                </a:cubicBezTo>
                <a:lnTo>
                  <a:pt x="128588" y="42863"/>
                </a:lnTo>
                <a:cubicBezTo>
                  <a:pt x="128588" y="19199"/>
                  <a:pt x="109389" y="0"/>
                  <a:pt x="85725" y="0"/>
                </a:cubicBezTo>
                <a:close/>
                <a:moveTo>
                  <a:pt x="21431" y="82153"/>
                </a:moveTo>
                <a:cubicBezTo>
                  <a:pt x="21431" y="76215"/>
                  <a:pt x="16654" y="71438"/>
                  <a:pt x="10716" y="71438"/>
                </a:cubicBezTo>
                <a:cubicBezTo>
                  <a:pt x="4777" y="71438"/>
                  <a:pt x="0" y="76215"/>
                  <a:pt x="0" y="82153"/>
                </a:cubicBezTo>
                <a:lnTo>
                  <a:pt x="0" y="100013"/>
                </a:lnTo>
                <a:cubicBezTo>
                  <a:pt x="0" y="143723"/>
                  <a:pt x="32727" y="179799"/>
                  <a:pt x="75009" y="185068"/>
                </a:cubicBezTo>
                <a:lnTo>
                  <a:pt x="75009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17872" y="228600"/>
                </a:lnTo>
                <a:cubicBezTo>
                  <a:pt x="123810" y="228600"/>
                  <a:pt x="128588" y="223823"/>
                  <a:pt x="128588" y="217884"/>
                </a:cubicBezTo>
                <a:cubicBezTo>
                  <a:pt x="128588" y="211946"/>
                  <a:pt x="123810" y="207169"/>
                  <a:pt x="117872" y="207169"/>
                </a:cubicBezTo>
                <a:lnTo>
                  <a:pt x="96441" y="207169"/>
                </a:lnTo>
                <a:lnTo>
                  <a:pt x="96441" y="185068"/>
                </a:lnTo>
                <a:cubicBezTo>
                  <a:pt x="138723" y="179799"/>
                  <a:pt x="171450" y="143723"/>
                  <a:pt x="171450" y="100013"/>
                </a:cubicBezTo>
                <a:lnTo>
                  <a:pt x="171450" y="82153"/>
                </a:lnTo>
                <a:cubicBezTo>
                  <a:pt x="171450" y="76215"/>
                  <a:pt x="166673" y="71438"/>
                  <a:pt x="160734" y="71438"/>
                </a:cubicBezTo>
                <a:cubicBezTo>
                  <a:pt x="154796" y="71438"/>
                  <a:pt x="150019" y="76215"/>
                  <a:pt x="150019" y="82153"/>
                </a:cubicBezTo>
                <a:lnTo>
                  <a:pt x="150019" y="100013"/>
                </a:lnTo>
                <a:cubicBezTo>
                  <a:pt x="150019" y="135508"/>
                  <a:pt x="121221" y="164306"/>
                  <a:pt x="85725" y="164306"/>
                </a:cubicBezTo>
                <a:cubicBezTo>
                  <a:pt x="50229" y="164306"/>
                  <a:pt x="21431" y="135508"/>
                  <a:pt x="21431" y="100013"/>
                </a:cubicBezTo>
                <a:lnTo>
                  <a:pt x="21431" y="82153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8"/>
          <p:cNvSpPr/>
          <p:nvPr/>
        </p:nvSpPr>
        <p:spPr>
          <a:xfrm>
            <a:off x="8889840" y="4000680"/>
            <a:ext cx="102816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Voz y OCR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9"/>
          <p:cNvSpPr/>
          <p:nvPr/>
        </p:nvSpPr>
        <p:spPr>
          <a:xfrm>
            <a:off x="8318520" y="4476600"/>
            <a:ext cx="338076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Entrada de datos alternativa para máxima flexibilidad.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30"/>
          <p:cNvSpPr/>
          <p:nvPr/>
        </p:nvSpPr>
        <p:spPr>
          <a:xfrm>
            <a:off x="8345880" y="51195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1"/>
          <p:cNvSpPr/>
          <p:nvPr/>
        </p:nvSpPr>
        <p:spPr>
          <a:xfrm>
            <a:off x="8547120" y="50864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Speech-to-Text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2"/>
          <p:cNvSpPr/>
          <p:nvPr/>
        </p:nvSpPr>
        <p:spPr>
          <a:xfrm>
            <a:off x="8345880" y="5348160"/>
            <a:ext cx="115920" cy="132480"/>
          </a:xfrm>
          <a:custGeom>
            <a:avLst/>
            <a:gdLst>
              <a:gd name="textAreaLeft" fmla="*/ 0 w 115920"/>
              <a:gd name="textAreaRight" fmla="*/ 116640 w 115920"/>
              <a:gd name="textAreaTop" fmla="*/ 0 h 132480"/>
              <a:gd name="textAreaBottom" fmla="*/ 133200 h 132480"/>
            </a:gdLst>
            <a:ahLst/>
            <a:cxnLst/>
            <a:rect l="textAreaLeft" t="textAreaTop" r="textAreaRight" b="textAreaBottom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3"/>
          <p:cNvSpPr/>
          <p:nvPr/>
        </p:nvSpPr>
        <p:spPr>
          <a:xfrm>
            <a:off x="8547120" y="5315040"/>
            <a:ext cx="3142440" cy="1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50" b="0" u="none" strike="noStrike">
                <a:solidFill>
                  <a:srgbClr val="A89C8C"/>
                </a:solidFill>
                <a:effectLst/>
                <a:uFillTx/>
                <a:latin typeface="Quattrocento Sans"/>
                <a:ea typeface="Quattrocento Sans"/>
              </a:rPr>
              <a:t>OCR para ISBN no legibles</a:t>
            </a: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4"/>
          <p:cNvSpPr/>
          <p:nvPr/>
        </p:nvSpPr>
        <p:spPr>
          <a:xfrm>
            <a:off x="385920" y="5853240"/>
            <a:ext cx="11419920" cy="465840"/>
          </a:xfrm>
          <a:custGeom>
            <a:avLst/>
            <a:gdLst>
              <a:gd name="textAreaLeft" fmla="*/ 0 w 11419920"/>
              <a:gd name="textAreaRight" fmla="*/ 11420640 w 11419920"/>
              <a:gd name="textAreaTop" fmla="*/ 0 h 465840"/>
              <a:gd name="textAreaBottom" fmla="*/ 466560 h 465840"/>
            </a:gdLst>
            <a:ahLst/>
            <a:cxnLst/>
            <a:rect l="textAreaLeft" t="textAreaTop" r="textAreaRight" b="textAreaBottom"/>
            <a:pathLst>
              <a:path w="11420475" h="466725">
                <a:moveTo>
                  <a:pt x="76202" y="0"/>
                </a:moveTo>
                <a:lnTo>
                  <a:pt x="11344273" y="0"/>
                </a:lnTo>
                <a:cubicBezTo>
                  <a:pt x="11386358" y="0"/>
                  <a:pt x="11420475" y="34117"/>
                  <a:pt x="11420475" y="76202"/>
                </a:cubicBezTo>
                <a:lnTo>
                  <a:pt x="11420475" y="390523"/>
                </a:lnTo>
                <a:cubicBezTo>
                  <a:pt x="11420475" y="432608"/>
                  <a:pt x="11386358" y="466725"/>
                  <a:pt x="1134427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127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5"/>
          <p:cNvSpPr/>
          <p:nvPr/>
        </p:nvSpPr>
        <p:spPr>
          <a:xfrm>
            <a:off x="3258360" y="601020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36"/>
          <p:cNvSpPr/>
          <p:nvPr/>
        </p:nvSpPr>
        <p:spPr>
          <a:xfrm>
            <a:off x="714240" y="5972040"/>
            <a:ext cx="11010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1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Datos opcionales: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Precio estimado, ubicación del libro, estado de conservación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343080" y="380880"/>
            <a:ext cx="1150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pc="119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MODELO DE NEGOCIO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295200" y="685800"/>
            <a:ext cx="11600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90000"/>
              </a:lnSpc>
            </a:pPr>
            <a:r>
              <a:rPr lang="en-US" sz="2700" b="1" u="none" strike="noStrike">
                <a:solidFill>
                  <a:srgbClr val="F5F0E8"/>
                </a:solidFill>
                <a:effectLst/>
                <a:uFillTx/>
                <a:latin typeface="Noto Sans SC"/>
                <a:ea typeface="Noto Sans SC"/>
              </a:rPr>
              <a:t>Oportunidades de Negocio</a:t>
            </a:r>
            <a:endParaRPr lang="es-E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2"/>
          <p:cNvSpPr/>
          <p:nvPr/>
        </p:nvSpPr>
        <p:spPr>
          <a:xfrm>
            <a:off x="5638680" y="1181160"/>
            <a:ext cx="913680" cy="37440"/>
          </a:xfrm>
          <a:custGeom>
            <a:avLst/>
            <a:gdLst>
              <a:gd name="textAreaLeft" fmla="*/ 0 w 913680"/>
              <a:gd name="textAreaRight" fmla="*/ 914400 w 91368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3"/>
          <p:cNvSpPr/>
          <p:nvPr/>
        </p:nvSpPr>
        <p:spPr>
          <a:xfrm>
            <a:off x="399960" y="1371600"/>
            <a:ext cx="5581080" cy="1923480"/>
          </a:xfrm>
          <a:custGeom>
            <a:avLst/>
            <a:gdLst>
              <a:gd name="textAreaLeft" fmla="*/ 0 w 5581080"/>
              <a:gd name="textAreaRight" fmla="*/ 5581800 w 5581080"/>
              <a:gd name="textAreaTop" fmla="*/ 0 h 1923480"/>
              <a:gd name="textAreaBottom" fmla="*/ 1924200 h 1923480"/>
            </a:gdLst>
            <a:ahLst/>
            <a:cxnLst/>
            <a:rect l="textAreaLeft" t="textAreaTop" r="textAreaRight" b="textAreaBottom"/>
            <a:pathLst>
              <a:path w="5581650" h="1924050">
                <a:moveTo>
                  <a:pt x="38100" y="0"/>
                </a:moveTo>
                <a:lnTo>
                  <a:pt x="5467342" y="0"/>
                </a:lnTo>
                <a:cubicBezTo>
                  <a:pt x="5530473" y="0"/>
                  <a:pt x="5581650" y="51177"/>
                  <a:pt x="5581650" y="114308"/>
                </a:cubicBezTo>
                <a:lnTo>
                  <a:pt x="5581650" y="1809742"/>
                </a:lnTo>
                <a:cubicBezTo>
                  <a:pt x="5581650" y="1872873"/>
                  <a:pt x="5530473" y="1924050"/>
                  <a:pt x="5467342" y="1924050"/>
                </a:cubicBez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4"/>
          <p:cNvSpPr/>
          <p:nvPr/>
        </p:nvSpPr>
        <p:spPr>
          <a:xfrm>
            <a:off x="399960" y="1371600"/>
            <a:ext cx="37440" cy="1923480"/>
          </a:xfrm>
          <a:custGeom>
            <a:avLst/>
            <a:gdLst>
              <a:gd name="textAreaLeft" fmla="*/ 0 w 37440"/>
              <a:gd name="textAreaRight" fmla="*/ 38160 w 37440"/>
              <a:gd name="textAreaTop" fmla="*/ 0 h 1923480"/>
              <a:gd name="textAreaBottom" fmla="*/ 1924200 h 1923480"/>
            </a:gdLst>
            <a:ahLst/>
            <a:cxnLst/>
            <a:rect l="textAreaLeft" t="textAreaTop" r="textAreaRight" b="textAreaBottom"/>
            <a:pathLst>
              <a:path w="38100" h="1924050">
                <a:moveTo>
                  <a:pt x="3810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5"/>
          <p:cNvSpPr/>
          <p:nvPr/>
        </p:nvSpPr>
        <p:spPr>
          <a:xfrm>
            <a:off x="609480" y="156204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6"/>
          <p:cNvSpPr/>
          <p:nvPr/>
        </p:nvSpPr>
        <p:spPr>
          <a:xfrm>
            <a:off x="735840" y="168588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35719" y="35719"/>
                </a:moveTo>
                <a:cubicBezTo>
                  <a:pt x="16018" y="35719"/>
                  <a:pt x="0" y="51736"/>
                  <a:pt x="0" y="71438"/>
                </a:cubicBez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71438"/>
                </a:lnTo>
                <a:cubicBezTo>
                  <a:pt x="285750" y="51736"/>
                  <a:pt x="269732" y="35719"/>
                  <a:pt x="250031" y="35719"/>
                </a:cubicBezTo>
                <a:lnTo>
                  <a:pt x="35719" y="35719"/>
                </a:lnTo>
                <a:close/>
                <a:moveTo>
                  <a:pt x="232172" y="102691"/>
                </a:moveTo>
                <a:lnTo>
                  <a:pt x="232172" y="183059"/>
                </a:lnTo>
                <a:cubicBezTo>
                  <a:pt x="232172" y="190481"/>
                  <a:pt x="226200" y="196453"/>
                  <a:pt x="218777" y="196453"/>
                </a:cubicBezTo>
                <a:cubicBezTo>
                  <a:pt x="214815" y="196453"/>
                  <a:pt x="211243" y="194723"/>
                  <a:pt x="208787" y="191988"/>
                </a:cubicBezTo>
                <a:cubicBezTo>
                  <a:pt x="203095" y="194835"/>
                  <a:pt x="196621" y="196453"/>
                  <a:pt x="189756" y="196453"/>
                </a:cubicBezTo>
                <a:cubicBezTo>
                  <a:pt x="166315" y="196453"/>
                  <a:pt x="147340" y="177478"/>
                  <a:pt x="147340" y="154037"/>
                </a:cubicBezTo>
                <a:cubicBezTo>
                  <a:pt x="147340" y="130597"/>
                  <a:pt x="166315" y="111621"/>
                  <a:pt x="189756" y="111621"/>
                </a:cubicBezTo>
                <a:cubicBezTo>
                  <a:pt x="195281" y="111621"/>
                  <a:pt x="200527" y="112681"/>
                  <a:pt x="205383" y="114579"/>
                </a:cubicBezTo>
                <a:lnTo>
                  <a:pt x="205383" y="102691"/>
                </a:lnTo>
                <a:cubicBezTo>
                  <a:pt x="205383" y="95269"/>
                  <a:pt x="211355" y="89297"/>
                  <a:pt x="218777" y="89297"/>
                </a:cubicBezTo>
                <a:cubicBezTo>
                  <a:pt x="226200" y="89297"/>
                  <a:pt x="232172" y="95269"/>
                  <a:pt x="232172" y="102691"/>
                </a:cubicBezTo>
                <a:close/>
                <a:moveTo>
                  <a:pt x="205383" y="154037"/>
                </a:moveTo>
                <a:cubicBezTo>
                  <a:pt x="205383" y="145412"/>
                  <a:pt x="198381" y="138410"/>
                  <a:pt x="189756" y="138410"/>
                </a:cubicBezTo>
                <a:cubicBezTo>
                  <a:pt x="181131" y="138410"/>
                  <a:pt x="174129" y="145412"/>
                  <a:pt x="174129" y="154037"/>
                </a:cubicBezTo>
                <a:cubicBezTo>
                  <a:pt x="174129" y="162662"/>
                  <a:pt x="181131" y="169664"/>
                  <a:pt x="189756" y="169664"/>
                </a:cubicBezTo>
                <a:cubicBezTo>
                  <a:pt x="198381" y="169664"/>
                  <a:pt x="205383" y="162662"/>
                  <a:pt x="205383" y="154037"/>
                </a:cubicBezTo>
                <a:close/>
                <a:moveTo>
                  <a:pt x="89297" y="116086"/>
                </a:moveTo>
                <a:cubicBezTo>
                  <a:pt x="84386" y="116086"/>
                  <a:pt x="80367" y="120104"/>
                  <a:pt x="80367" y="125016"/>
                </a:cubicBezTo>
                <a:lnTo>
                  <a:pt x="80367" y="142875"/>
                </a:lnTo>
                <a:lnTo>
                  <a:pt x="107156" y="142875"/>
                </a:lnTo>
                <a:lnTo>
                  <a:pt x="107156" y="125016"/>
                </a:lnTo>
                <a:cubicBezTo>
                  <a:pt x="107156" y="120104"/>
                  <a:pt x="103138" y="116086"/>
                  <a:pt x="98227" y="116086"/>
                </a:cubicBezTo>
                <a:lnTo>
                  <a:pt x="89297" y="116086"/>
                </a:lnTo>
                <a:close/>
                <a:moveTo>
                  <a:pt x="107156" y="169664"/>
                </a:moveTo>
                <a:lnTo>
                  <a:pt x="80367" y="169664"/>
                </a:lnTo>
                <a:lnTo>
                  <a:pt x="80367" y="183059"/>
                </a:lnTo>
                <a:cubicBezTo>
                  <a:pt x="80367" y="190481"/>
                  <a:pt x="74395" y="196453"/>
                  <a:pt x="66973" y="196453"/>
                </a:cubicBezTo>
                <a:cubicBezTo>
                  <a:pt x="59550" y="196453"/>
                  <a:pt x="53578" y="190481"/>
                  <a:pt x="53578" y="183059"/>
                </a:cubicBezTo>
                <a:lnTo>
                  <a:pt x="53578" y="125016"/>
                </a:lnTo>
                <a:cubicBezTo>
                  <a:pt x="53578" y="105315"/>
                  <a:pt x="69596" y="89297"/>
                  <a:pt x="89297" y="89297"/>
                </a:cubicBezTo>
                <a:lnTo>
                  <a:pt x="98227" y="89297"/>
                </a:lnTo>
                <a:cubicBezTo>
                  <a:pt x="117928" y="89297"/>
                  <a:pt x="133945" y="105315"/>
                  <a:pt x="133945" y="125016"/>
                </a:cubicBezTo>
                <a:lnTo>
                  <a:pt x="133945" y="183059"/>
                </a:lnTo>
                <a:cubicBezTo>
                  <a:pt x="133945" y="190481"/>
                  <a:pt x="127974" y="196453"/>
                  <a:pt x="120551" y="196453"/>
                </a:cubicBezTo>
                <a:cubicBezTo>
                  <a:pt x="113128" y="196453"/>
                  <a:pt x="107156" y="190481"/>
                  <a:pt x="107156" y="183059"/>
                </a:cubicBezTo>
                <a:lnTo>
                  <a:pt x="107156" y="169664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7"/>
          <p:cNvSpPr/>
          <p:nvPr/>
        </p:nvSpPr>
        <p:spPr>
          <a:xfrm>
            <a:off x="1257480" y="1676520"/>
            <a:ext cx="230436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Publicidad Contextual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8"/>
          <p:cNvSpPr/>
          <p:nvPr/>
        </p:nvSpPr>
        <p:spPr>
          <a:xfrm>
            <a:off x="609480" y="2209680"/>
            <a:ext cx="52570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Oportunidades de monetización enfocadas: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9"/>
          <p:cNvSpPr/>
          <p:nvPr/>
        </p:nvSpPr>
        <p:spPr>
          <a:xfrm>
            <a:off x="628560" y="2610000"/>
            <a:ext cx="151560" cy="151560"/>
          </a:xfrm>
          <a:custGeom>
            <a:avLst/>
            <a:gdLst>
              <a:gd name="textAreaLeft" fmla="*/ 0 w 151560"/>
              <a:gd name="textAreaRight" fmla="*/ 152280 w 15156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52400" h="152400">
                <a:moveTo>
                  <a:pt x="9138" y="21521"/>
                </a:moveTo>
                <a:cubicBezTo>
                  <a:pt x="11192" y="14407"/>
                  <a:pt x="17711" y="9525"/>
                  <a:pt x="25122" y="9525"/>
                </a:cubicBezTo>
                <a:lnTo>
                  <a:pt x="127516" y="9525"/>
                </a:lnTo>
                <a:cubicBezTo>
                  <a:pt x="134928" y="9525"/>
                  <a:pt x="141446" y="14407"/>
                  <a:pt x="143530" y="21521"/>
                </a:cubicBezTo>
                <a:lnTo>
                  <a:pt x="150495" y="45393"/>
                </a:lnTo>
                <a:cubicBezTo>
                  <a:pt x="154305" y="58400"/>
                  <a:pt x="144512" y="71438"/>
                  <a:pt x="130969" y="71438"/>
                </a:cubicBezTo>
                <a:cubicBezTo>
                  <a:pt x="123140" y="71438"/>
                  <a:pt x="116265" y="67002"/>
                  <a:pt x="112871" y="60394"/>
                </a:cubicBezTo>
                <a:cubicBezTo>
                  <a:pt x="109418" y="66913"/>
                  <a:pt x="102572" y="71438"/>
                  <a:pt x="94595" y="71438"/>
                </a:cubicBezTo>
                <a:cubicBezTo>
                  <a:pt x="86678" y="71438"/>
                  <a:pt x="79802" y="66973"/>
                  <a:pt x="76349" y="60424"/>
                </a:cubicBezTo>
                <a:cubicBezTo>
                  <a:pt x="72896" y="66973"/>
                  <a:pt x="66020" y="71438"/>
                  <a:pt x="58103" y="71438"/>
                </a:cubicBezTo>
                <a:cubicBezTo>
                  <a:pt x="50125" y="71438"/>
                  <a:pt x="43279" y="66943"/>
                  <a:pt x="39826" y="60394"/>
                </a:cubicBezTo>
                <a:cubicBezTo>
                  <a:pt x="36433" y="66973"/>
                  <a:pt x="29557" y="71438"/>
                  <a:pt x="21729" y="71438"/>
                </a:cubicBezTo>
                <a:cubicBezTo>
                  <a:pt x="8156" y="71438"/>
                  <a:pt x="-1607" y="58430"/>
                  <a:pt x="2203" y="45393"/>
                </a:cubicBezTo>
                <a:lnTo>
                  <a:pt x="9138" y="21521"/>
                </a:lnTo>
                <a:close/>
                <a:moveTo>
                  <a:pt x="28694" y="104775"/>
                </a:moveTo>
                <a:lnTo>
                  <a:pt x="123944" y="104775"/>
                </a:lnTo>
                <a:lnTo>
                  <a:pt x="123944" y="85011"/>
                </a:lnTo>
                <a:cubicBezTo>
                  <a:pt x="126206" y="85487"/>
                  <a:pt x="128558" y="85725"/>
                  <a:pt x="130939" y="85725"/>
                </a:cubicBezTo>
                <a:cubicBezTo>
                  <a:pt x="135195" y="85725"/>
                  <a:pt x="139273" y="84951"/>
                  <a:pt x="142994" y="83582"/>
                </a:cubicBezTo>
                <a:lnTo>
                  <a:pt x="142994" y="128588"/>
                </a:lnTo>
                <a:cubicBezTo>
                  <a:pt x="142994" y="136475"/>
                  <a:pt x="136594" y="142875"/>
                  <a:pt x="128707" y="142875"/>
                </a:cubicBezTo>
                <a:lnTo>
                  <a:pt x="23932" y="142875"/>
                </a:lnTo>
                <a:cubicBezTo>
                  <a:pt x="16044" y="142875"/>
                  <a:pt x="9644" y="136475"/>
                  <a:pt x="9644" y="128588"/>
                </a:cubicBezTo>
                <a:lnTo>
                  <a:pt x="9644" y="83582"/>
                </a:lnTo>
                <a:cubicBezTo>
                  <a:pt x="13365" y="84951"/>
                  <a:pt x="17413" y="85725"/>
                  <a:pt x="21699" y="85725"/>
                </a:cubicBezTo>
                <a:cubicBezTo>
                  <a:pt x="24110" y="85725"/>
                  <a:pt x="26432" y="85487"/>
                  <a:pt x="28694" y="85011"/>
                </a:cubicBezTo>
                <a:lnTo>
                  <a:pt x="28694" y="104775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0"/>
          <p:cNvSpPr/>
          <p:nvPr/>
        </p:nvSpPr>
        <p:spPr>
          <a:xfrm>
            <a:off x="876240" y="2571840"/>
            <a:ext cx="32569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Tiendas especializadas: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Casa del Libro, Fnac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1"/>
          <p:cNvSpPr/>
          <p:nvPr/>
        </p:nvSpPr>
        <p:spPr>
          <a:xfrm>
            <a:off x="619200" y="2914560"/>
            <a:ext cx="170640" cy="151560"/>
          </a:xfrm>
          <a:custGeom>
            <a:avLst/>
            <a:gdLst>
              <a:gd name="textAreaLeft" fmla="*/ 0 w 170640"/>
              <a:gd name="textAreaRight" fmla="*/ 171360 w 17064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71450" h="152400">
                <a:moveTo>
                  <a:pt x="85725" y="0"/>
                </a:moveTo>
                <a:cubicBezTo>
                  <a:pt x="87690" y="0"/>
                  <a:pt x="89565" y="804"/>
                  <a:pt x="90904" y="2232"/>
                </a:cubicBezTo>
                <a:lnTo>
                  <a:pt x="133767" y="47476"/>
                </a:lnTo>
                <a:lnTo>
                  <a:pt x="133916" y="47625"/>
                </a:lnTo>
                <a:lnTo>
                  <a:pt x="157163" y="47625"/>
                </a:lnTo>
                <a:cubicBezTo>
                  <a:pt x="162431" y="47625"/>
                  <a:pt x="166688" y="51881"/>
                  <a:pt x="166688" y="57150"/>
                </a:cubicBezTo>
                <a:cubicBezTo>
                  <a:pt x="166688" y="61466"/>
                  <a:pt x="163830" y="65097"/>
                  <a:pt x="159901" y="66288"/>
                </a:cubicBezTo>
                <a:lnTo>
                  <a:pt x="146179" y="127962"/>
                </a:lnTo>
                <a:cubicBezTo>
                  <a:pt x="144244" y="136684"/>
                  <a:pt x="136505" y="142875"/>
                  <a:pt x="127575" y="142875"/>
                </a:cubicBezTo>
                <a:lnTo>
                  <a:pt x="43845" y="142875"/>
                </a:lnTo>
                <a:cubicBezTo>
                  <a:pt x="34915" y="142875"/>
                  <a:pt x="27176" y="136684"/>
                  <a:pt x="25241" y="127962"/>
                </a:cubicBezTo>
                <a:lnTo>
                  <a:pt x="11549" y="66288"/>
                </a:lnTo>
                <a:cubicBezTo>
                  <a:pt x="7620" y="65127"/>
                  <a:pt x="4763" y="61466"/>
                  <a:pt x="4763" y="57150"/>
                </a:cubicBezTo>
                <a:cubicBezTo>
                  <a:pt x="4763" y="51881"/>
                  <a:pt x="9019" y="47625"/>
                  <a:pt x="14288" y="47625"/>
                </a:cubicBezTo>
                <a:lnTo>
                  <a:pt x="37534" y="47625"/>
                </a:lnTo>
                <a:lnTo>
                  <a:pt x="37683" y="47476"/>
                </a:lnTo>
                <a:lnTo>
                  <a:pt x="80546" y="2232"/>
                </a:lnTo>
                <a:cubicBezTo>
                  <a:pt x="81885" y="804"/>
                  <a:pt x="83760" y="0"/>
                  <a:pt x="85725" y="0"/>
                </a:cubicBezTo>
                <a:close/>
                <a:moveTo>
                  <a:pt x="85725" y="17532"/>
                </a:moveTo>
                <a:lnTo>
                  <a:pt x="57210" y="47625"/>
                </a:lnTo>
                <a:lnTo>
                  <a:pt x="114240" y="47625"/>
                </a:lnTo>
                <a:lnTo>
                  <a:pt x="85725" y="17532"/>
                </a:lnTo>
                <a:close/>
                <a:moveTo>
                  <a:pt x="61912" y="78581"/>
                </a:moveTo>
                <a:cubicBezTo>
                  <a:pt x="61912" y="74622"/>
                  <a:pt x="58728" y="71438"/>
                  <a:pt x="54769" y="71438"/>
                </a:cubicBezTo>
                <a:cubicBezTo>
                  <a:pt x="50810" y="71438"/>
                  <a:pt x="47625" y="74622"/>
                  <a:pt x="47625" y="78581"/>
                </a:cubicBezTo>
                <a:lnTo>
                  <a:pt x="47625" y="111919"/>
                </a:lnTo>
                <a:cubicBezTo>
                  <a:pt x="47625" y="115878"/>
                  <a:pt x="50810" y="119062"/>
                  <a:pt x="54769" y="119062"/>
                </a:cubicBezTo>
                <a:cubicBezTo>
                  <a:pt x="58728" y="119062"/>
                  <a:pt x="61912" y="115878"/>
                  <a:pt x="61912" y="111919"/>
                </a:cubicBezTo>
                <a:lnTo>
                  <a:pt x="61912" y="78581"/>
                </a:lnTo>
                <a:close/>
                <a:moveTo>
                  <a:pt x="85725" y="71438"/>
                </a:moveTo>
                <a:cubicBezTo>
                  <a:pt x="81766" y="71438"/>
                  <a:pt x="78581" y="74622"/>
                  <a:pt x="78581" y="78581"/>
                </a:cubicBezTo>
                <a:lnTo>
                  <a:pt x="78581" y="111919"/>
                </a:lnTo>
                <a:cubicBezTo>
                  <a:pt x="78581" y="115878"/>
                  <a:pt x="81766" y="119062"/>
                  <a:pt x="85725" y="119062"/>
                </a:cubicBezTo>
                <a:cubicBezTo>
                  <a:pt x="89684" y="119062"/>
                  <a:pt x="92869" y="115878"/>
                  <a:pt x="92869" y="111919"/>
                </a:cubicBezTo>
                <a:lnTo>
                  <a:pt x="92869" y="78581"/>
                </a:lnTo>
                <a:cubicBezTo>
                  <a:pt x="92869" y="74622"/>
                  <a:pt x="89684" y="71438"/>
                  <a:pt x="85725" y="71438"/>
                </a:cubicBezTo>
                <a:close/>
                <a:moveTo>
                  <a:pt x="123825" y="78581"/>
                </a:moveTo>
                <a:cubicBezTo>
                  <a:pt x="123825" y="74622"/>
                  <a:pt x="120640" y="71438"/>
                  <a:pt x="116681" y="71438"/>
                </a:cubicBezTo>
                <a:cubicBezTo>
                  <a:pt x="112722" y="71438"/>
                  <a:pt x="109537" y="74622"/>
                  <a:pt x="109537" y="78581"/>
                </a:cubicBezTo>
                <a:lnTo>
                  <a:pt x="109537" y="111919"/>
                </a:lnTo>
                <a:cubicBezTo>
                  <a:pt x="109537" y="115878"/>
                  <a:pt x="112722" y="119062"/>
                  <a:pt x="116681" y="119062"/>
                </a:cubicBezTo>
                <a:cubicBezTo>
                  <a:pt x="120640" y="119062"/>
                  <a:pt x="123825" y="115878"/>
                  <a:pt x="123825" y="111919"/>
                </a:cubicBezTo>
                <a:lnTo>
                  <a:pt x="123825" y="78581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2"/>
          <p:cNvSpPr/>
          <p:nvPr/>
        </p:nvSpPr>
        <p:spPr>
          <a:xfrm>
            <a:off x="876240" y="2876400"/>
            <a:ext cx="35330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Plataformas de segunda mano: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Wallapop, Vinted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3"/>
          <p:cNvSpPr/>
          <p:nvPr/>
        </p:nvSpPr>
        <p:spPr>
          <a:xfrm>
            <a:off x="399960" y="3448080"/>
            <a:ext cx="5581080" cy="1923480"/>
          </a:xfrm>
          <a:custGeom>
            <a:avLst/>
            <a:gdLst>
              <a:gd name="textAreaLeft" fmla="*/ 0 w 5581080"/>
              <a:gd name="textAreaRight" fmla="*/ 5581800 w 5581080"/>
              <a:gd name="textAreaTop" fmla="*/ 0 h 1923480"/>
              <a:gd name="textAreaBottom" fmla="*/ 1924200 h 1923480"/>
            </a:gdLst>
            <a:ahLst/>
            <a:cxnLst/>
            <a:rect l="textAreaLeft" t="textAreaTop" r="textAreaRight" b="textAreaBottom"/>
            <a:pathLst>
              <a:path w="5581650" h="1924050">
                <a:moveTo>
                  <a:pt x="38100" y="0"/>
                </a:moveTo>
                <a:lnTo>
                  <a:pt x="5467342" y="0"/>
                </a:lnTo>
                <a:cubicBezTo>
                  <a:pt x="5530473" y="0"/>
                  <a:pt x="5581650" y="51177"/>
                  <a:pt x="5581650" y="114308"/>
                </a:cubicBezTo>
                <a:lnTo>
                  <a:pt x="5581650" y="1809742"/>
                </a:lnTo>
                <a:cubicBezTo>
                  <a:pt x="5581650" y="1872873"/>
                  <a:pt x="5530473" y="1924050"/>
                  <a:pt x="5467342" y="1924050"/>
                </a:cubicBez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4"/>
          <p:cNvSpPr/>
          <p:nvPr/>
        </p:nvSpPr>
        <p:spPr>
          <a:xfrm>
            <a:off x="399960" y="3448080"/>
            <a:ext cx="37440" cy="1923480"/>
          </a:xfrm>
          <a:custGeom>
            <a:avLst/>
            <a:gdLst>
              <a:gd name="textAreaLeft" fmla="*/ 0 w 37440"/>
              <a:gd name="textAreaRight" fmla="*/ 38160 w 37440"/>
              <a:gd name="textAreaTop" fmla="*/ 0 h 1923480"/>
              <a:gd name="textAreaBottom" fmla="*/ 1924200 h 1923480"/>
            </a:gdLst>
            <a:ahLst/>
            <a:cxnLst/>
            <a:rect l="textAreaLeft" t="textAreaTop" r="textAreaRight" b="textAreaBottom"/>
            <a:pathLst>
              <a:path w="38100" h="1924050">
                <a:moveTo>
                  <a:pt x="3810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5"/>
          <p:cNvSpPr/>
          <p:nvPr/>
        </p:nvSpPr>
        <p:spPr>
          <a:xfrm>
            <a:off x="609480" y="363852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6"/>
          <p:cNvSpPr/>
          <p:nvPr/>
        </p:nvSpPr>
        <p:spPr>
          <a:xfrm>
            <a:off x="717840" y="3762360"/>
            <a:ext cx="320760" cy="285120"/>
          </a:xfrm>
          <a:custGeom>
            <a:avLst/>
            <a:gdLst>
              <a:gd name="textAreaLeft" fmla="*/ 0 w 320760"/>
              <a:gd name="textAreaRight" fmla="*/ 321480 w 32076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321469" h="285750">
                <a:moveTo>
                  <a:pt x="174687" y="48667"/>
                </a:moveTo>
                <a:cubicBezTo>
                  <a:pt x="179822" y="44593"/>
                  <a:pt x="183059" y="38286"/>
                  <a:pt x="183059" y="31254"/>
                </a:cubicBezTo>
                <a:cubicBezTo>
                  <a:pt x="183059" y="18920"/>
                  <a:pt x="173069" y="8930"/>
                  <a:pt x="160734" y="8930"/>
                </a:cubicBezTo>
                <a:cubicBezTo>
                  <a:pt x="148400" y="8930"/>
                  <a:pt x="138410" y="18920"/>
                  <a:pt x="138410" y="31254"/>
                </a:cubicBezTo>
                <a:cubicBezTo>
                  <a:pt x="138410" y="38286"/>
                  <a:pt x="141703" y="44593"/>
                  <a:pt x="146782" y="48667"/>
                </a:cubicBezTo>
                <a:lnTo>
                  <a:pt x="108607" y="108719"/>
                </a:lnTo>
                <a:cubicBezTo>
                  <a:pt x="103026" y="117481"/>
                  <a:pt x="91139" y="119658"/>
                  <a:pt x="82823" y="113407"/>
                </a:cubicBezTo>
                <a:lnTo>
                  <a:pt x="49616" y="88571"/>
                </a:lnTo>
                <a:cubicBezTo>
                  <a:pt x="52127" y="84999"/>
                  <a:pt x="53578" y="80590"/>
                  <a:pt x="53578" y="75902"/>
                </a:cubicBezTo>
                <a:cubicBezTo>
                  <a:pt x="53578" y="63568"/>
                  <a:pt x="43588" y="53578"/>
                  <a:pt x="31254" y="53578"/>
                </a:cubicBezTo>
                <a:cubicBezTo>
                  <a:pt x="18920" y="53578"/>
                  <a:pt x="8930" y="63568"/>
                  <a:pt x="8930" y="75902"/>
                </a:cubicBezTo>
                <a:cubicBezTo>
                  <a:pt x="8930" y="88069"/>
                  <a:pt x="18697" y="98003"/>
                  <a:pt x="30807" y="98227"/>
                </a:cubicBezTo>
                <a:lnTo>
                  <a:pt x="49002" y="219615"/>
                </a:lnTo>
                <a:cubicBezTo>
                  <a:pt x="51625" y="237083"/>
                  <a:pt x="66638" y="250031"/>
                  <a:pt x="84330" y="250031"/>
                </a:cubicBezTo>
                <a:lnTo>
                  <a:pt x="237139" y="250031"/>
                </a:lnTo>
                <a:cubicBezTo>
                  <a:pt x="254831" y="250031"/>
                  <a:pt x="269844" y="237083"/>
                  <a:pt x="272467" y="219615"/>
                </a:cubicBezTo>
                <a:lnTo>
                  <a:pt x="290661" y="98227"/>
                </a:lnTo>
                <a:cubicBezTo>
                  <a:pt x="302772" y="98003"/>
                  <a:pt x="312539" y="88069"/>
                  <a:pt x="312539" y="75902"/>
                </a:cubicBezTo>
                <a:cubicBezTo>
                  <a:pt x="312539" y="63568"/>
                  <a:pt x="302549" y="53578"/>
                  <a:pt x="290215" y="53578"/>
                </a:cubicBezTo>
                <a:cubicBezTo>
                  <a:pt x="277881" y="53578"/>
                  <a:pt x="267891" y="63568"/>
                  <a:pt x="267891" y="75902"/>
                </a:cubicBezTo>
                <a:cubicBezTo>
                  <a:pt x="267891" y="80590"/>
                  <a:pt x="269342" y="84999"/>
                  <a:pt x="271853" y="88571"/>
                </a:cubicBezTo>
                <a:lnTo>
                  <a:pt x="238702" y="113463"/>
                </a:lnTo>
                <a:cubicBezTo>
                  <a:pt x="230386" y="119714"/>
                  <a:pt x="218498" y="117537"/>
                  <a:pt x="212917" y="108775"/>
                </a:cubicBezTo>
                <a:lnTo>
                  <a:pt x="174687" y="48667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7"/>
          <p:cNvSpPr/>
          <p:nvPr/>
        </p:nvSpPr>
        <p:spPr>
          <a:xfrm>
            <a:off x="1257480" y="3753000"/>
            <a:ext cx="1923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Modelo Freemium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8"/>
          <p:cNvSpPr/>
          <p:nvPr/>
        </p:nvSpPr>
        <p:spPr>
          <a:xfrm>
            <a:off x="609480" y="4286160"/>
            <a:ext cx="525708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Versión gratuita + Premium con características avanzadas: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9"/>
          <p:cNvSpPr/>
          <p:nvPr/>
        </p:nvSpPr>
        <p:spPr>
          <a:xfrm>
            <a:off x="609480" y="4686480"/>
            <a:ext cx="189720" cy="151560"/>
          </a:xfrm>
          <a:custGeom>
            <a:avLst/>
            <a:gdLst>
              <a:gd name="textAreaLeft" fmla="*/ 0 w 189720"/>
              <a:gd name="textAreaRight" fmla="*/ 190440 w 18972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90500" h="152400">
                <a:moveTo>
                  <a:pt x="0" y="76200"/>
                </a:moveTo>
                <a:cubicBezTo>
                  <a:pt x="0" y="49887"/>
                  <a:pt x="21312" y="28575"/>
                  <a:pt x="47625" y="28575"/>
                </a:cubicBezTo>
                <a:cubicBezTo>
                  <a:pt x="62627" y="28575"/>
                  <a:pt x="76736" y="35629"/>
                  <a:pt x="85725" y="47625"/>
                </a:cubicBezTo>
                <a:lnTo>
                  <a:pt x="95250" y="60335"/>
                </a:lnTo>
                <a:lnTo>
                  <a:pt x="104775" y="47625"/>
                </a:lnTo>
                <a:cubicBezTo>
                  <a:pt x="113764" y="35629"/>
                  <a:pt x="127873" y="28575"/>
                  <a:pt x="142875" y="28575"/>
                </a:cubicBezTo>
                <a:cubicBezTo>
                  <a:pt x="169188" y="28575"/>
                  <a:pt x="190500" y="49887"/>
                  <a:pt x="190500" y="76200"/>
                </a:cubicBezTo>
                <a:cubicBezTo>
                  <a:pt x="190500" y="102513"/>
                  <a:pt x="169188" y="123825"/>
                  <a:pt x="142875" y="123825"/>
                </a:cubicBezTo>
                <a:cubicBezTo>
                  <a:pt x="127873" y="123825"/>
                  <a:pt x="113764" y="116771"/>
                  <a:pt x="104775" y="104775"/>
                </a:cubicBezTo>
                <a:lnTo>
                  <a:pt x="95250" y="92065"/>
                </a:lnTo>
                <a:lnTo>
                  <a:pt x="85725" y="104775"/>
                </a:lnTo>
                <a:cubicBezTo>
                  <a:pt x="76736" y="116771"/>
                  <a:pt x="62627" y="123825"/>
                  <a:pt x="47625" y="123825"/>
                </a:cubicBezTo>
                <a:cubicBezTo>
                  <a:pt x="21312" y="123825"/>
                  <a:pt x="0" y="102513"/>
                  <a:pt x="0" y="76200"/>
                </a:cubicBezTo>
                <a:close/>
                <a:moveTo>
                  <a:pt x="83344" y="76200"/>
                </a:moveTo>
                <a:lnTo>
                  <a:pt x="70485" y="59055"/>
                </a:lnTo>
                <a:cubicBezTo>
                  <a:pt x="65097" y="51852"/>
                  <a:pt x="56614" y="47625"/>
                  <a:pt x="47625" y="47625"/>
                </a:cubicBezTo>
                <a:cubicBezTo>
                  <a:pt x="31849" y="47625"/>
                  <a:pt x="19050" y="60424"/>
                  <a:pt x="19050" y="76200"/>
                </a:cubicBezTo>
                <a:cubicBezTo>
                  <a:pt x="19050" y="91976"/>
                  <a:pt x="31849" y="104775"/>
                  <a:pt x="47625" y="104775"/>
                </a:cubicBezTo>
                <a:cubicBezTo>
                  <a:pt x="56614" y="104775"/>
                  <a:pt x="65097" y="100548"/>
                  <a:pt x="70485" y="93345"/>
                </a:cubicBezTo>
                <a:lnTo>
                  <a:pt x="83344" y="76200"/>
                </a:lnTo>
                <a:close/>
                <a:moveTo>
                  <a:pt x="107156" y="76200"/>
                </a:moveTo>
                <a:lnTo>
                  <a:pt x="120015" y="93345"/>
                </a:lnTo>
                <a:cubicBezTo>
                  <a:pt x="125403" y="100548"/>
                  <a:pt x="133886" y="104775"/>
                  <a:pt x="142875" y="104775"/>
                </a:cubicBezTo>
                <a:cubicBezTo>
                  <a:pt x="158651" y="104775"/>
                  <a:pt x="171450" y="91976"/>
                  <a:pt x="171450" y="76200"/>
                </a:cubicBezTo>
                <a:cubicBezTo>
                  <a:pt x="171450" y="60424"/>
                  <a:pt x="158651" y="47625"/>
                  <a:pt x="142875" y="47625"/>
                </a:cubicBezTo>
                <a:cubicBezTo>
                  <a:pt x="133886" y="47625"/>
                  <a:pt x="125403" y="51852"/>
                  <a:pt x="120015" y="59055"/>
                </a:cubicBezTo>
                <a:lnTo>
                  <a:pt x="107156" y="7620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0"/>
          <p:cNvSpPr/>
          <p:nvPr/>
        </p:nvSpPr>
        <p:spPr>
          <a:xfrm>
            <a:off x="876240" y="4648320"/>
            <a:ext cx="2923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Colección ilimitada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(vs. 100 libros gratis)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1"/>
          <p:cNvSpPr/>
          <p:nvPr/>
        </p:nvSpPr>
        <p:spPr>
          <a:xfrm>
            <a:off x="619200" y="4991040"/>
            <a:ext cx="170640" cy="151560"/>
          </a:xfrm>
          <a:custGeom>
            <a:avLst/>
            <a:gdLst>
              <a:gd name="textAreaLeft" fmla="*/ 0 w 170640"/>
              <a:gd name="textAreaRight" fmla="*/ 171360 w 170640"/>
              <a:gd name="textAreaTop" fmla="*/ 0 h 151560"/>
              <a:gd name="textAreaBottom" fmla="*/ 152280 h 151560"/>
            </a:gdLst>
            <a:ahLst/>
            <a:cxnLst/>
            <a:rect l="textAreaLeft" t="textAreaTop" r="textAreaRight" b="textAreaBottom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2"/>
          <p:cNvSpPr/>
          <p:nvPr/>
        </p:nvSpPr>
        <p:spPr>
          <a:xfrm>
            <a:off x="876240" y="4952880"/>
            <a:ext cx="28281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Sincronización cloud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entre dispositivos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23"/>
          <p:cNvSpPr/>
          <p:nvPr/>
        </p:nvSpPr>
        <p:spPr>
          <a:xfrm>
            <a:off x="6229440" y="1371600"/>
            <a:ext cx="5581080" cy="3009240"/>
          </a:xfrm>
          <a:custGeom>
            <a:avLst/>
            <a:gdLst>
              <a:gd name="textAreaLeft" fmla="*/ 0 w 5581080"/>
              <a:gd name="textAreaRight" fmla="*/ 5581800 w 5581080"/>
              <a:gd name="textAreaTop" fmla="*/ 0 h 3009240"/>
              <a:gd name="textAreaBottom" fmla="*/ 3009960 h 3009240"/>
            </a:gdLst>
            <a:ahLst/>
            <a:cxnLst/>
            <a:rect l="textAreaLeft" t="textAreaTop" r="textAreaRight" b="textAreaBottom"/>
            <a:pathLst>
              <a:path w="5581650" h="3009900">
                <a:moveTo>
                  <a:pt x="38100" y="0"/>
                </a:moveTo>
                <a:lnTo>
                  <a:pt x="5467364" y="0"/>
                </a:lnTo>
                <a:cubicBezTo>
                  <a:pt x="5530482" y="0"/>
                  <a:pt x="5581650" y="51168"/>
                  <a:pt x="5581650" y="114286"/>
                </a:cubicBezTo>
                <a:lnTo>
                  <a:pt x="5581650" y="2895614"/>
                </a:lnTo>
                <a:cubicBezTo>
                  <a:pt x="5581650" y="2958732"/>
                  <a:pt x="5530482" y="3009900"/>
                  <a:pt x="5467364" y="3009900"/>
                </a:cubicBezTo>
                <a:lnTo>
                  <a:pt x="38100" y="3009900"/>
                </a:lnTo>
                <a:cubicBezTo>
                  <a:pt x="17058" y="3009900"/>
                  <a:pt x="0" y="2992842"/>
                  <a:pt x="0" y="2971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4"/>
          <p:cNvSpPr/>
          <p:nvPr/>
        </p:nvSpPr>
        <p:spPr>
          <a:xfrm>
            <a:off x="6229440" y="1371600"/>
            <a:ext cx="37440" cy="3009240"/>
          </a:xfrm>
          <a:custGeom>
            <a:avLst/>
            <a:gdLst>
              <a:gd name="textAreaLeft" fmla="*/ 0 w 37440"/>
              <a:gd name="textAreaRight" fmla="*/ 38160 w 37440"/>
              <a:gd name="textAreaTop" fmla="*/ 0 h 3009240"/>
              <a:gd name="textAreaBottom" fmla="*/ 3009960 h 3009240"/>
            </a:gdLst>
            <a:ahLst/>
            <a:cxnLst/>
            <a:rect l="textAreaLeft" t="textAreaTop" r="textAreaRight" b="textAreaBottom"/>
            <a:pathLst>
              <a:path w="38100" h="3009900">
                <a:moveTo>
                  <a:pt x="38100" y="0"/>
                </a:moveTo>
                <a:lnTo>
                  <a:pt x="38100" y="0"/>
                </a:lnTo>
                <a:lnTo>
                  <a:pt x="38100" y="3009900"/>
                </a:lnTo>
                <a:lnTo>
                  <a:pt x="38100" y="3009900"/>
                </a:lnTo>
                <a:cubicBezTo>
                  <a:pt x="17072" y="3009900"/>
                  <a:pt x="0" y="2992828"/>
                  <a:pt x="0" y="2971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5"/>
          <p:cNvSpPr/>
          <p:nvPr/>
        </p:nvSpPr>
        <p:spPr>
          <a:xfrm>
            <a:off x="6438960" y="1562040"/>
            <a:ext cx="532800" cy="532800"/>
          </a:xfrm>
          <a:custGeom>
            <a:avLst/>
            <a:gdLst>
              <a:gd name="textAreaLeft" fmla="*/ 0 w 532800"/>
              <a:gd name="textAreaRight" fmla="*/ 533520 w 532800"/>
              <a:gd name="textAreaTop" fmla="*/ 0 h 532800"/>
              <a:gd name="textAreaBottom" fmla="*/ 533520 h 532800"/>
            </a:gdLst>
            <a:ahLst/>
            <a:cxnLst/>
            <a:rect l="textAreaLeft" t="textAreaTop" r="textAreaRight" b="textAreaBottom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6"/>
          <p:cNvSpPr/>
          <p:nvPr/>
        </p:nvSpPr>
        <p:spPr>
          <a:xfrm>
            <a:off x="6564960" y="1685880"/>
            <a:ext cx="285120" cy="285120"/>
          </a:xfrm>
          <a:custGeom>
            <a:avLst/>
            <a:gdLst>
              <a:gd name="textAreaLeft" fmla="*/ 0 w 285120"/>
              <a:gd name="textAreaRight" fmla="*/ 285840 w 285120"/>
              <a:gd name="textAreaTop" fmla="*/ 0 h 285120"/>
              <a:gd name="textAreaBottom" fmla="*/ 285840 h 285120"/>
            </a:gdLst>
            <a:ahLst/>
            <a:cxnLst/>
            <a:rect l="textAreaLeft" t="textAreaTop" r="textAreaRight" b="textAreaBottom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2D2A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7"/>
          <p:cNvSpPr/>
          <p:nvPr/>
        </p:nvSpPr>
        <p:spPr>
          <a:xfrm>
            <a:off x="7086600" y="1676520"/>
            <a:ext cx="18946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10000"/>
              </a:lnSpc>
            </a:pPr>
            <a:r>
              <a:rPr lang="en-US" sz="18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Mercado Objetivo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28"/>
          <p:cNvSpPr/>
          <p:nvPr/>
        </p:nvSpPr>
        <p:spPr>
          <a:xfrm>
            <a:off x="6438960" y="2209680"/>
            <a:ext cx="5180760" cy="608760"/>
          </a:xfrm>
          <a:custGeom>
            <a:avLst/>
            <a:gdLst>
              <a:gd name="textAreaLeft" fmla="*/ 0 w 5180760"/>
              <a:gd name="textAreaRight" fmla="*/ 5181480 w 5180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5181600" h="609600">
                <a:moveTo>
                  <a:pt x="762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533400"/>
                </a:lnTo>
                <a:cubicBezTo>
                  <a:pt x="5181600" y="575456"/>
                  <a:pt x="5147456" y="609600"/>
                  <a:pt x="5105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A2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9"/>
          <p:cNvSpPr/>
          <p:nvPr/>
        </p:nvSpPr>
        <p:spPr>
          <a:xfrm>
            <a:off x="6553080" y="2343240"/>
            <a:ext cx="1142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Lectores ávidos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0"/>
          <p:cNvSpPr/>
          <p:nvPr/>
        </p:nvSpPr>
        <p:spPr>
          <a:xfrm>
            <a:off x="10744200" y="2324160"/>
            <a:ext cx="856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Millones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1"/>
          <p:cNvSpPr/>
          <p:nvPr/>
        </p:nvSpPr>
        <p:spPr>
          <a:xfrm>
            <a:off x="6553080" y="2629080"/>
            <a:ext cx="4952160" cy="75600"/>
          </a:xfrm>
          <a:custGeom>
            <a:avLst/>
            <a:gdLst>
              <a:gd name="textAreaLeft" fmla="*/ 0 w 4952160"/>
              <a:gd name="textAreaRight" fmla="*/ 4952880 w 495216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4953000" h="76200">
                <a:moveTo>
                  <a:pt x="38100" y="0"/>
                </a:moveTo>
                <a:lnTo>
                  <a:pt x="4914900" y="0"/>
                </a:lnTo>
                <a:cubicBezTo>
                  <a:pt x="4935928" y="0"/>
                  <a:pt x="4953000" y="17072"/>
                  <a:pt x="4953000" y="38100"/>
                </a:cubicBezTo>
                <a:lnTo>
                  <a:pt x="4953000" y="38100"/>
                </a:lnTo>
                <a:cubicBezTo>
                  <a:pt x="4953000" y="59128"/>
                  <a:pt x="4935928" y="76200"/>
                  <a:pt x="4914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32"/>
          <p:cNvSpPr/>
          <p:nvPr/>
        </p:nvSpPr>
        <p:spPr>
          <a:xfrm>
            <a:off x="6553080" y="2629080"/>
            <a:ext cx="4209480" cy="75600"/>
          </a:xfrm>
          <a:custGeom>
            <a:avLst/>
            <a:gdLst>
              <a:gd name="textAreaLeft" fmla="*/ 0 w 4209480"/>
              <a:gd name="textAreaRight" fmla="*/ 4210200 w 420948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4210050" h="76200">
                <a:moveTo>
                  <a:pt x="38100" y="0"/>
                </a:moveTo>
                <a:lnTo>
                  <a:pt x="4171950" y="0"/>
                </a:lnTo>
                <a:cubicBezTo>
                  <a:pt x="4192978" y="0"/>
                  <a:pt x="4210050" y="17072"/>
                  <a:pt x="4210050" y="38100"/>
                </a:cubicBezTo>
                <a:lnTo>
                  <a:pt x="4210050" y="38100"/>
                </a:lnTo>
                <a:cubicBezTo>
                  <a:pt x="4210050" y="59128"/>
                  <a:pt x="4192978" y="76200"/>
                  <a:pt x="41719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3"/>
          <p:cNvSpPr/>
          <p:nvPr/>
        </p:nvSpPr>
        <p:spPr>
          <a:xfrm>
            <a:off x="6438960" y="2895480"/>
            <a:ext cx="5180760" cy="608760"/>
          </a:xfrm>
          <a:custGeom>
            <a:avLst/>
            <a:gdLst>
              <a:gd name="textAreaLeft" fmla="*/ 0 w 5180760"/>
              <a:gd name="textAreaRight" fmla="*/ 5181480 w 5180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5181600" h="609600">
                <a:moveTo>
                  <a:pt x="762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533400"/>
                </a:lnTo>
                <a:cubicBezTo>
                  <a:pt x="5181600" y="575456"/>
                  <a:pt x="5147456" y="609600"/>
                  <a:pt x="5105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A2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4"/>
          <p:cNvSpPr/>
          <p:nvPr/>
        </p:nvSpPr>
        <p:spPr>
          <a:xfrm>
            <a:off x="6553080" y="3029040"/>
            <a:ext cx="1513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Vendedores de libros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5"/>
          <p:cNvSpPr/>
          <p:nvPr/>
        </p:nvSpPr>
        <p:spPr>
          <a:xfrm>
            <a:off x="10638000" y="3009960"/>
            <a:ext cx="9612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Creciente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36"/>
          <p:cNvSpPr/>
          <p:nvPr/>
        </p:nvSpPr>
        <p:spPr>
          <a:xfrm>
            <a:off x="6553080" y="3314880"/>
            <a:ext cx="4952160" cy="75600"/>
          </a:xfrm>
          <a:custGeom>
            <a:avLst/>
            <a:gdLst>
              <a:gd name="textAreaLeft" fmla="*/ 0 w 4952160"/>
              <a:gd name="textAreaRight" fmla="*/ 4952880 w 495216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4953000" h="76200">
                <a:moveTo>
                  <a:pt x="38100" y="0"/>
                </a:moveTo>
                <a:lnTo>
                  <a:pt x="4914900" y="0"/>
                </a:lnTo>
                <a:cubicBezTo>
                  <a:pt x="4935928" y="0"/>
                  <a:pt x="4953000" y="17072"/>
                  <a:pt x="4953000" y="38100"/>
                </a:cubicBezTo>
                <a:lnTo>
                  <a:pt x="4953000" y="38100"/>
                </a:lnTo>
                <a:cubicBezTo>
                  <a:pt x="4953000" y="59128"/>
                  <a:pt x="4935928" y="76200"/>
                  <a:pt x="4914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37"/>
          <p:cNvSpPr/>
          <p:nvPr/>
        </p:nvSpPr>
        <p:spPr>
          <a:xfrm>
            <a:off x="6553080" y="3314880"/>
            <a:ext cx="3466440" cy="75600"/>
          </a:xfrm>
          <a:custGeom>
            <a:avLst/>
            <a:gdLst>
              <a:gd name="textAreaLeft" fmla="*/ 0 w 3466440"/>
              <a:gd name="textAreaRight" fmla="*/ 3467160 w 346644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3467100" h="76200">
                <a:moveTo>
                  <a:pt x="38100" y="0"/>
                </a:moveTo>
                <a:lnTo>
                  <a:pt x="3429000" y="0"/>
                </a:lnTo>
                <a:cubicBezTo>
                  <a:pt x="3450028" y="0"/>
                  <a:pt x="3467100" y="17072"/>
                  <a:pt x="3467100" y="38100"/>
                </a:cubicBezTo>
                <a:lnTo>
                  <a:pt x="3467100" y="38100"/>
                </a:lnTo>
                <a:cubicBezTo>
                  <a:pt x="3467100" y="59128"/>
                  <a:pt x="3450028" y="76200"/>
                  <a:pt x="34290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8"/>
          <p:cNvSpPr/>
          <p:nvPr/>
        </p:nvSpPr>
        <p:spPr>
          <a:xfrm>
            <a:off x="6438960" y="3581280"/>
            <a:ext cx="5180760" cy="608760"/>
          </a:xfrm>
          <a:custGeom>
            <a:avLst/>
            <a:gdLst>
              <a:gd name="textAreaLeft" fmla="*/ 0 w 5180760"/>
              <a:gd name="textAreaRight" fmla="*/ 5181480 w 5180760"/>
              <a:gd name="textAreaTop" fmla="*/ 0 h 608760"/>
              <a:gd name="textAreaBottom" fmla="*/ 609480 h 608760"/>
            </a:gdLst>
            <a:ahLst/>
            <a:cxnLst/>
            <a:rect l="textAreaLeft" t="textAreaTop" r="textAreaRight" b="textAreaBottom"/>
            <a:pathLst>
              <a:path w="5181600" h="609600">
                <a:moveTo>
                  <a:pt x="76200" y="0"/>
                </a:moveTo>
                <a:lnTo>
                  <a:pt x="5105400" y="0"/>
                </a:lnTo>
                <a:cubicBezTo>
                  <a:pt x="5147456" y="0"/>
                  <a:pt x="5181600" y="34144"/>
                  <a:pt x="5181600" y="76200"/>
                </a:cubicBezTo>
                <a:lnTo>
                  <a:pt x="5181600" y="533400"/>
                </a:lnTo>
                <a:cubicBezTo>
                  <a:pt x="5181600" y="575456"/>
                  <a:pt x="5147456" y="609600"/>
                  <a:pt x="5105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2A2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39"/>
          <p:cNvSpPr/>
          <p:nvPr/>
        </p:nvSpPr>
        <p:spPr>
          <a:xfrm>
            <a:off x="6553080" y="3714840"/>
            <a:ext cx="1056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Coleccionistas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0"/>
          <p:cNvSpPr/>
          <p:nvPr/>
        </p:nvSpPr>
        <p:spPr>
          <a:xfrm>
            <a:off x="10977120" y="3695760"/>
            <a:ext cx="6278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D8A25A"/>
                </a:solidFill>
                <a:effectLst/>
                <a:uFillTx/>
                <a:latin typeface="Quattrocento Sans"/>
                <a:ea typeface="Quattrocento Sans"/>
              </a:rPr>
              <a:t>Nicho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1"/>
          <p:cNvSpPr/>
          <p:nvPr/>
        </p:nvSpPr>
        <p:spPr>
          <a:xfrm>
            <a:off x="6553080" y="4000680"/>
            <a:ext cx="4952160" cy="75600"/>
          </a:xfrm>
          <a:custGeom>
            <a:avLst/>
            <a:gdLst>
              <a:gd name="textAreaLeft" fmla="*/ 0 w 4952160"/>
              <a:gd name="textAreaRight" fmla="*/ 4952880 w 495216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4953000" h="76200">
                <a:moveTo>
                  <a:pt x="38100" y="0"/>
                </a:moveTo>
                <a:lnTo>
                  <a:pt x="4914900" y="0"/>
                </a:lnTo>
                <a:cubicBezTo>
                  <a:pt x="4935928" y="0"/>
                  <a:pt x="4953000" y="17072"/>
                  <a:pt x="4953000" y="38100"/>
                </a:cubicBezTo>
                <a:lnTo>
                  <a:pt x="4953000" y="38100"/>
                </a:lnTo>
                <a:cubicBezTo>
                  <a:pt x="4953000" y="59128"/>
                  <a:pt x="4935928" y="76200"/>
                  <a:pt x="4914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E3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2"/>
          <p:cNvSpPr/>
          <p:nvPr/>
        </p:nvSpPr>
        <p:spPr>
          <a:xfrm>
            <a:off x="6553080" y="4000680"/>
            <a:ext cx="2228040" cy="75600"/>
          </a:xfrm>
          <a:custGeom>
            <a:avLst/>
            <a:gdLst>
              <a:gd name="textAreaLeft" fmla="*/ 0 w 2228040"/>
              <a:gd name="textAreaRight" fmla="*/ 2228760 w 2228040"/>
              <a:gd name="textAreaTop" fmla="*/ 0 h 75600"/>
              <a:gd name="textAreaBottom" fmla="*/ 76320 h 75600"/>
            </a:gdLst>
            <a:ahLst/>
            <a:cxnLst/>
            <a:rect l="textAreaLeft" t="textAreaTop" r="textAreaRight" b="textAreaBottom"/>
            <a:pathLst>
              <a:path w="2228850" h="76200">
                <a:moveTo>
                  <a:pt x="38100" y="0"/>
                </a:moveTo>
                <a:lnTo>
                  <a:pt x="2190750" y="0"/>
                </a:lnTo>
                <a:cubicBezTo>
                  <a:pt x="2211778" y="0"/>
                  <a:pt x="2228850" y="17072"/>
                  <a:pt x="2228850" y="38100"/>
                </a:cubicBezTo>
                <a:lnTo>
                  <a:pt x="2228850" y="38100"/>
                </a:lnTo>
                <a:cubicBezTo>
                  <a:pt x="2228850" y="59128"/>
                  <a:pt x="2211778" y="76200"/>
                  <a:pt x="21907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43"/>
          <p:cNvSpPr/>
          <p:nvPr/>
        </p:nvSpPr>
        <p:spPr>
          <a:xfrm>
            <a:off x="6215040" y="4538520"/>
            <a:ext cx="5590440" cy="1189800"/>
          </a:xfrm>
          <a:custGeom>
            <a:avLst/>
            <a:gdLst>
              <a:gd name="textAreaLeft" fmla="*/ 0 w 5590440"/>
              <a:gd name="textAreaRight" fmla="*/ 5591160 w 5590440"/>
              <a:gd name="textAreaTop" fmla="*/ 0 h 1189800"/>
              <a:gd name="textAreaBottom" fmla="*/ 1190520 h 1189800"/>
            </a:gdLst>
            <a:ahLst/>
            <a:cxnLst/>
            <a:rect l="textAreaLeft" t="textAreaTop" r="textAreaRight" b="textAreaBottom"/>
            <a:pathLst>
              <a:path w="5591175" h="1190625">
                <a:moveTo>
                  <a:pt x="114300" y="0"/>
                </a:moveTo>
                <a:lnTo>
                  <a:pt x="5476875" y="0"/>
                </a:lnTo>
                <a:cubicBezTo>
                  <a:pt x="5539959" y="0"/>
                  <a:pt x="5591175" y="51216"/>
                  <a:pt x="5591175" y="114300"/>
                </a:cubicBezTo>
                <a:lnTo>
                  <a:pt x="5591175" y="1076325"/>
                </a:lnTo>
                <a:cubicBezTo>
                  <a:pt x="5591175" y="1139409"/>
                  <a:pt x="5539959" y="1190625"/>
                  <a:pt x="5476875" y="1190625"/>
                </a:cubicBezTo>
                <a:lnTo>
                  <a:pt x="114300" y="1190625"/>
                </a:lnTo>
                <a:cubicBezTo>
                  <a:pt x="51216" y="1190625"/>
                  <a:pt x="0" y="1139409"/>
                  <a:pt x="0" y="10763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8A25A">
              <a:alpha val="1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4"/>
          <p:cNvSpPr/>
          <p:nvPr/>
        </p:nvSpPr>
        <p:spPr>
          <a:xfrm>
            <a:off x="6419880" y="4734000"/>
            <a:ext cx="142200" cy="189720"/>
          </a:xfrm>
          <a:custGeom>
            <a:avLst/>
            <a:gdLst>
              <a:gd name="textAreaLeft" fmla="*/ 0 w 142200"/>
              <a:gd name="textAreaRight" fmla="*/ 142920 w 142200"/>
              <a:gd name="textAreaTop" fmla="*/ 0 h 189720"/>
              <a:gd name="textAreaBottom" fmla="*/ 190440 h 189720"/>
            </a:gdLst>
            <a:ahLst/>
            <a:cxnLst/>
            <a:rect l="textAreaLeft" t="textAreaTop" r="textAreaRight" b="textAreaBottom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45"/>
          <p:cNvSpPr/>
          <p:nvPr/>
        </p:nvSpPr>
        <p:spPr>
          <a:xfrm>
            <a:off x="6610320" y="4695840"/>
            <a:ext cx="51332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Ventaja Competitiva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6"/>
          <p:cNvSpPr/>
          <p:nvPr/>
        </p:nvSpPr>
        <p:spPr>
          <a:xfrm>
            <a:off x="6372360" y="5076720"/>
            <a:ext cx="535248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Primera app española con </a:t>
            </a:r>
            <a:r>
              <a:rPr lang="en-US" sz="12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escaneo inteligente + offline + exportación</a:t>
            </a: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 en un solo producto.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Image 0" descr="https://kimi-img.moonshot.cn/pub/slides/okc/w6fij2ylek6p4/scanbook_assets/cover_image.png"/>
          <p:cNvSpPr/>
          <p:nvPr/>
        </p:nvSpPr>
        <p:spPr>
          <a:xfrm>
            <a:off x="0" y="0"/>
            <a:ext cx="12191400" cy="6857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0"/>
          <p:cNvSpPr/>
          <p:nvPr/>
        </p:nvSpPr>
        <p:spPr>
          <a:xfrm>
            <a:off x="0" y="0"/>
            <a:ext cx="12191400" cy="6857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6857280"/>
              <a:gd name="textAreaBottom" fmla="*/ 6858000 h 6857280"/>
            </a:gdLst>
            <a:ahLst/>
            <a:cxnLst/>
            <a:rect l="textAreaLeft" t="textAreaTop" r="textAreaRight" b="textAreaBottom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2D2A26">
                  <a:alpha val="95000"/>
                </a:srgbClr>
              </a:gs>
              <a:gs pos="50000">
                <a:srgbClr val="2D2A26">
                  <a:alpha val="85000"/>
                </a:srgbClr>
              </a:gs>
              <a:gs pos="100000">
                <a:srgbClr val="2D2A26">
                  <a:alpha val="7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"/>
          <p:cNvSpPr/>
          <p:nvPr/>
        </p:nvSpPr>
        <p:spPr>
          <a:xfrm>
            <a:off x="5657760" y="721440"/>
            <a:ext cx="875520" cy="761400"/>
          </a:xfrm>
          <a:custGeom>
            <a:avLst/>
            <a:gdLst>
              <a:gd name="textAreaLeft" fmla="*/ 0 w 875520"/>
              <a:gd name="textAreaRight" fmla="*/ 876240 w 875520"/>
              <a:gd name="textAreaTop" fmla="*/ 0 h 761400"/>
              <a:gd name="textAreaBottom" fmla="*/ 762120 h 761400"/>
            </a:gdLst>
            <a:ahLst/>
            <a:cxnLst/>
            <a:rect l="textAreaLeft" t="textAreaTop" r="textAreaRight" b="textAreaBottom"/>
            <a:pathLst>
              <a:path w="876300" h="762000">
                <a:moveTo>
                  <a:pt x="381000" y="0"/>
                </a:moveTo>
                <a:lnTo>
                  <a:pt x="495300" y="0"/>
                </a:lnTo>
                <a:cubicBezTo>
                  <a:pt x="705580" y="0"/>
                  <a:pt x="876300" y="170720"/>
                  <a:pt x="876300" y="381000"/>
                </a:cubicBezTo>
                <a:lnTo>
                  <a:pt x="876300" y="381000"/>
                </a:lnTo>
                <a:cubicBezTo>
                  <a:pt x="876300" y="591280"/>
                  <a:pt x="705580" y="762000"/>
                  <a:pt x="4953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"/>
          <p:cNvSpPr/>
          <p:nvPr/>
        </p:nvSpPr>
        <p:spPr>
          <a:xfrm>
            <a:off x="5867280" y="874080"/>
            <a:ext cx="456480" cy="456480"/>
          </a:xfrm>
          <a:custGeom>
            <a:avLst/>
            <a:gdLst>
              <a:gd name="textAreaLeft" fmla="*/ 0 w 456480"/>
              <a:gd name="textAreaRight" fmla="*/ 457200 w 456480"/>
              <a:gd name="textAreaTop" fmla="*/ 0 h 456480"/>
              <a:gd name="textAreaBottom" fmla="*/ 457200 h 456480"/>
            </a:gdLst>
            <a:ahLst/>
            <a:cxnLst/>
            <a:rect l="textAreaLeft" t="textAreaTop" r="textAreaRight" b="textAreaBottom"/>
            <a:pathLst>
              <a:path w="457200" h="457200">
                <a:moveTo>
                  <a:pt x="228600" y="135731"/>
                </a:moveTo>
                <a:cubicBezTo>
                  <a:pt x="271970" y="135731"/>
                  <a:pt x="307181" y="100520"/>
                  <a:pt x="307181" y="57150"/>
                </a:cubicBezTo>
                <a:cubicBezTo>
                  <a:pt x="307181" y="13780"/>
                  <a:pt x="271970" y="-21431"/>
                  <a:pt x="228600" y="-21431"/>
                </a:cubicBezTo>
                <a:cubicBezTo>
                  <a:pt x="185230" y="-21431"/>
                  <a:pt x="150019" y="13780"/>
                  <a:pt x="150019" y="57150"/>
                </a:cubicBezTo>
                <a:cubicBezTo>
                  <a:pt x="150019" y="100520"/>
                  <a:pt x="185230" y="135731"/>
                  <a:pt x="228600" y="135731"/>
                </a:cubicBezTo>
                <a:close/>
                <a:moveTo>
                  <a:pt x="228600" y="402461"/>
                </a:moveTo>
                <a:lnTo>
                  <a:pt x="228600" y="269141"/>
                </a:lnTo>
                <a:cubicBezTo>
                  <a:pt x="243155" y="263069"/>
                  <a:pt x="257979" y="256907"/>
                  <a:pt x="272981" y="250656"/>
                </a:cubicBezTo>
                <a:cubicBezTo>
                  <a:pt x="307806" y="236190"/>
                  <a:pt x="345132" y="228689"/>
                  <a:pt x="382905" y="228689"/>
                </a:cubicBezTo>
                <a:lnTo>
                  <a:pt x="400050" y="228689"/>
                </a:lnTo>
                <a:lnTo>
                  <a:pt x="400050" y="371564"/>
                </a:lnTo>
                <a:lnTo>
                  <a:pt x="382905" y="371564"/>
                </a:lnTo>
                <a:cubicBezTo>
                  <a:pt x="330131" y="371564"/>
                  <a:pt x="277803" y="382012"/>
                  <a:pt x="229046" y="402372"/>
                </a:cubicBezTo>
                <a:lnTo>
                  <a:pt x="228600" y="402550"/>
                </a:lnTo>
                <a:close/>
                <a:moveTo>
                  <a:pt x="228600" y="207169"/>
                </a:moveTo>
                <a:lnTo>
                  <a:pt x="206186" y="197793"/>
                </a:lnTo>
                <a:cubicBezTo>
                  <a:pt x="164396" y="180380"/>
                  <a:pt x="119569" y="171450"/>
                  <a:pt x="74295" y="171450"/>
                </a:cubicBezTo>
                <a:lnTo>
                  <a:pt x="42863" y="171450"/>
                </a:lnTo>
                <a:cubicBezTo>
                  <a:pt x="19199" y="171450"/>
                  <a:pt x="0" y="190649"/>
                  <a:pt x="0" y="214313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74295" y="428625"/>
                </a:lnTo>
                <a:cubicBezTo>
                  <a:pt x="119569" y="428625"/>
                  <a:pt x="164396" y="437555"/>
                  <a:pt x="206186" y="454968"/>
                </a:cubicBezTo>
                <a:lnTo>
                  <a:pt x="217616" y="459700"/>
                </a:lnTo>
                <a:cubicBezTo>
                  <a:pt x="224671" y="462647"/>
                  <a:pt x="232529" y="462647"/>
                  <a:pt x="239584" y="459700"/>
                </a:cubicBezTo>
                <a:lnTo>
                  <a:pt x="251014" y="454968"/>
                </a:lnTo>
                <a:cubicBezTo>
                  <a:pt x="292804" y="437555"/>
                  <a:pt x="337631" y="428625"/>
                  <a:pt x="382905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2"/>
                </a:cubicBezTo>
                <a:lnTo>
                  <a:pt x="457200" y="214312"/>
                </a:lnTo>
                <a:cubicBezTo>
                  <a:pt x="457200" y="190649"/>
                  <a:pt x="438001" y="171450"/>
                  <a:pt x="414338" y="171450"/>
                </a:cubicBezTo>
                <a:lnTo>
                  <a:pt x="382905" y="171450"/>
                </a:lnTo>
                <a:cubicBezTo>
                  <a:pt x="337631" y="171450"/>
                  <a:pt x="292804" y="180380"/>
                  <a:pt x="251014" y="197793"/>
                </a:cubicBezTo>
                <a:lnTo>
                  <a:pt x="228600" y="207169"/>
                </a:lnTo>
                <a:close/>
              </a:path>
            </a:pathLst>
          </a:custGeom>
          <a:solidFill>
            <a:srgbClr val="D8A2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4370040" y="1635840"/>
            <a:ext cx="3447360" cy="57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80000"/>
              </a:lnSpc>
            </a:pPr>
            <a:r>
              <a:rPr lang="en-US" sz="450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ScanBook</a:t>
            </a:r>
            <a:endParaRPr lang="es-E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5334120" y="2359800"/>
            <a:ext cx="1523160" cy="37440"/>
          </a:xfrm>
          <a:custGeom>
            <a:avLst/>
            <a:gdLst>
              <a:gd name="textAreaLeft" fmla="*/ 0 w 1523160"/>
              <a:gd name="textAreaRight" fmla="*/ 1523880 w 1523160"/>
              <a:gd name="textAreaTop" fmla="*/ 0 h 37440"/>
              <a:gd name="textAreaBottom" fmla="*/ 38160 h 37440"/>
            </a:gdLst>
            <a:ahLst/>
            <a:cxnLst/>
            <a:rect l="textAreaLeft" t="textAreaTop" r="textAreaRight" b="textAreaBottom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8B8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4441320" y="2626560"/>
            <a:ext cx="33044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0" u="none" strike="noStrike">
                <a:solidFill>
                  <a:srgbClr val="F5F0E8"/>
                </a:solidFill>
                <a:effectLst/>
                <a:uFillTx/>
                <a:latin typeface="Sorts Mill Goudy"/>
                <a:ea typeface="Sorts Mill Goudy"/>
              </a:rPr>
              <a:t>Tu Biblioteca, Simplificada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3697560" y="3440880"/>
            <a:ext cx="479988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</a:pPr>
            <a:r>
              <a:rPr lang="en-US" sz="15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Transforma la forma de gestionar tu colección de libros.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40000"/>
              </a:lnSpc>
            </a:pPr>
            <a:r>
              <a:rPr lang="en-US" sz="1500" b="1" u="none" strike="noStrike">
                <a:solidFill>
                  <a:srgbClr val="E8B87D"/>
                </a:solidFill>
                <a:effectLst/>
                <a:uFillTx/>
                <a:latin typeface="Quattrocento Sans"/>
                <a:ea typeface="Quattrocento Sans"/>
              </a:rPr>
              <a:t>Escanea, organiza y disfruta.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7"/>
          <p:cNvSpPr/>
          <p:nvPr/>
        </p:nvSpPr>
        <p:spPr>
          <a:xfrm>
            <a:off x="434412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8"/>
          <p:cNvSpPr/>
          <p:nvPr/>
        </p:nvSpPr>
        <p:spPr>
          <a:xfrm>
            <a:off x="442980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29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9"/>
          <p:cNvSpPr/>
          <p:nvPr/>
        </p:nvSpPr>
        <p:spPr>
          <a:xfrm>
            <a:off x="446328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Features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10"/>
          <p:cNvSpPr/>
          <p:nvPr/>
        </p:nvSpPr>
        <p:spPr>
          <a:xfrm>
            <a:off x="559152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567720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92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2"/>
          <p:cNvSpPr/>
          <p:nvPr/>
        </p:nvSpPr>
        <p:spPr>
          <a:xfrm>
            <a:off x="571032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Tests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3"/>
          <p:cNvSpPr/>
          <p:nvPr/>
        </p:nvSpPr>
        <p:spPr>
          <a:xfrm>
            <a:off x="6838560" y="4293360"/>
            <a:ext cx="1009080" cy="923040"/>
          </a:xfrm>
          <a:custGeom>
            <a:avLst/>
            <a:gdLst>
              <a:gd name="textAreaLeft" fmla="*/ 0 w 1009080"/>
              <a:gd name="textAreaRight" fmla="*/ 1009800 w 1009080"/>
              <a:gd name="textAreaTop" fmla="*/ 0 h 923040"/>
              <a:gd name="textAreaBottom" fmla="*/ 923760 h 923040"/>
            </a:gdLst>
            <a:ahLst/>
            <a:cxnLst/>
            <a:rect l="textAreaLeft" t="textAreaTop" r="textAreaRight" b="textAreaBottom"/>
            <a:pathLst>
              <a:path w="1009650" h="923925">
                <a:moveTo>
                  <a:pt x="76196" y="0"/>
                </a:moveTo>
                <a:lnTo>
                  <a:pt x="933454" y="0"/>
                </a:lnTo>
                <a:cubicBezTo>
                  <a:pt x="975536" y="0"/>
                  <a:pt x="1009650" y="34114"/>
                  <a:pt x="1009650" y="76196"/>
                </a:cubicBezTo>
                <a:lnTo>
                  <a:pt x="1009650" y="847729"/>
                </a:lnTo>
                <a:cubicBezTo>
                  <a:pt x="1009650" y="889811"/>
                  <a:pt x="975536" y="923925"/>
                  <a:pt x="9334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3E3A36">
              <a:alpha val="60000"/>
            </a:srgbClr>
          </a:solidFill>
          <a:ln w="12700">
            <a:solidFill>
              <a:srgbClr val="D8A25A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4"/>
          <p:cNvSpPr/>
          <p:nvPr/>
        </p:nvSpPr>
        <p:spPr>
          <a:xfrm>
            <a:off x="6924240" y="4450680"/>
            <a:ext cx="837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D8A25A"/>
                </a:solidFill>
                <a:effectLst/>
                <a:uFillTx/>
                <a:latin typeface="Oranienbaum"/>
                <a:ea typeface="Oranienbaum"/>
              </a:rPr>
              <a:t>10/12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5"/>
          <p:cNvSpPr/>
          <p:nvPr/>
        </p:nvSpPr>
        <p:spPr>
          <a:xfrm>
            <a:off x="6957720" y="4831560"/>
            <a:ext cx="770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30000"/>
              </a:lnSpc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Quattrocento Sans"/>
                <a:ea typeface="Quattrocento Sans"/>
              </a:rPr>
              <a:t>Seguridad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6"/>
          <p:cNvSpPr/>
          <p:nvPr/>
        </p:nvSpPr>
        <p:spPr>
          <a:xfrm>
            <a:off x="5019840" y="5460120"/>
            <a:ext cx="2152080" cy="666000"/>
          </a:xfrm>
          <a:custGeom>
            <a:avLst/>
            <a:gdLst>
              <a:gd name="textAreaLeft" fmla="*/ 0 w 2152080"/>
              <a:gd name="textAreaRight" fmla="*/ 2152800 w 2152080"/>
              <a:gd name="textAreaTop" fmla="*/ 0 h 666000"/>
              <a:gd name="textAreaBottom" fmla="*/ 666720 h 666000"/>
            </a:gdLst>
            <a:ahLst/>
            <a:cxnLst/>
            <a:rect l="textAreaLeft" t="textAreaTop" r="textAreaRight" b="textAreaBottom"/>
            <a:pathLst>
              <a:path w="2152650" h="666750">
                <a:moveTo>
                  <a:pt x="114301" y="0"/>
                </a:moveTo>
                <a:lnTo>
                  <a:pt x="2038349" y="0"/>
                </a:lnTo>
                <a:cubicBezTo>
                  <a:pt x="2101476" y="0"/>
                  <a:pt x="2152650" y="51174"/>
                  <a:pt x="2152650" y="114301"/>
                </a:cubicBezTo>
                <a:lnTo>
                  <a:pt x="2152650" y="552449"/>
                </a:lnTo>
                <a:cubicBezTo>
                  <a:pt x="2152650" y="615576"/>
                  <a:pt x="2101476" y="666750"/>
                  <a:pt x="2038349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25400">
            <a:solidFill>
              <a:srgbClr val="D8A2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7"/>
          <p:cNvSpPr/>
          <p:nvPr/>
        </p:nvSpPr>
        <p:spPr>
          <a:xfrm>
            <a:off x="5262480" y="5622120"/>
            <a:ext cx="1666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2250" b="1" u="none" strike="noStrike">
                <a:solidFill>
                  <a:srgbClr val="E8B87D"/>
                </a:solidFill>
                <a:effectLst/>
                <a:uFillTx/>
                <a:latin typeface="Noto Sans SC"/>
                <a:ea typeface="Noto Sans SC"/>
              </a:rPr>
              <a:t>¿Preguntas?</a:t>
            </a:r>
            <a:endParaRPr lang="es-E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LibreOffice/26.2.1.2$Linux_X86_64 LibreOffice_project/8399f6259d8c87f40e7255cdb3c9b958f5e08948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2026-03-12T15:43:37Z</dcterms:created>
  <dc:creator>Kimi</dc:creator>
  <dc:description/>
  <dc:language>es-ES</dc:language>
  <cp:lastModifiedBy/>
  <dcterms:modified xsi:type="dcterms:W3CDTF">2026-03-13T11:26:47Z</dcterms:modified>
  <cp:revision>7</cp:revision>
  <dc:subject>ScanBook - Presentación</dc:subject>
  <dc:title>ScanBook - Presentación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{"Label":"ScanBook - Presentación","ContentProducer":"001191110108MACG2KBH8F10000","ProduceID":"19ce2add-a442-8e8a-8000-00002793465d","ReservedCode1":"","ContentPropagator":"001191110108MACG2KBH8F20000","PropagateID":"19ce2add-a442-8e8a-8000-00002793465d","ReservedCode2":""}</vt:lpwstr>
  </property>
  <property fmtid="{D5CDD505-2E9C-101B-9397-08002B2CF9AE}" pid="3" name="Notes">
    <vt:i4>15</vt:i4>
  </property>
  <property fmtid="{D5CDD505-2E9C-101B-9397-08002B2CF9AE}" pid="4" name="PresentationFormat">
    <vt:lpwstr>On-screen Show (16:9)</vt:lpwstr>
  </property>
  <property fmtid="{D5CDD505-2E9C-101B-9397-08002B2CF9AE}" pid="5" name="Slides">
    <vt:i4>15</vt:i4>
  </property>
</Properties>
</file>