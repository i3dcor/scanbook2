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  <p:embeddedFontLst>
    <p:embeddedFont>
      <p:font typeface="Noto Sans"/>
      <p:regular r:id="rId19"/>
      <p:bold r:id="rId20"/>
      <p:italic r:id="rId21"/>
      <p:boldItalic r:id="rId22"/>
    </p:embeddedFont>
    <p:embeddedFont>
      <p:font typeface="Calibri Light"/>
    </p:embeddedFont>
    <p:embeddedFont>
      <p:font typeface="Sorts Mill Goudy"/>
      <p:regular r:id="rId23"/>
    </p:embeddedFont>
    <p:embeddedFont>
      <p:font typeface="MiSans"/>
      <p:regular r:id="rId24"/>
    </p:embeddedFont>
    <p:embeddedFont>
      <p:font typeface="Oranienbaum"/>
      <p:regular r:id="rId25"/>
    </p:embeddedFont>
    <p:embeddedFont>
      <p:font typeface="Quattrocento Sans"/>
      <p:regular r:id="rId26"/>
    </p:embeddedFont>
    <p:embeddedFont>
      <p:font typeface="Noto Sans SC"/>
      <p:regular r:id="rId27"/>
    </p:embeddedFont>
    <p:embeddedFont>
      <p:font typeface="DejaVu Sans"/>
      <p:regular r:id="rId28"/>
      <p:bold r:id="rId29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font" Target="fonts/Font_1_Noto_Sans_Regular.fntdata"/><Relationship Id="rId20" Type="http://schemas.openxmlformats.org/officeDocument/2006/relationships/font" Target="fonts/Font_2_Noto_Sans_Bold.fntdata"/><Relationship Id="rId21" Type="http://schemas.openxmlformats.org/officeDocument/2006/relationships/font" Target="fonts/Font_3_Noto_Sans_Italic.fntdata"/><Relationship Id="rId22" Type="http://schemas.openxmlformats.org/officeDocument/2006/relationships/font" Target="fonts/Font_4_Noto_Sans_BoldItalic.fntdata"/><Relationship Id="rId23" Type="http://schemas.openxmlformats.org/officeDocument/2006/relationships/font" Target="fonts/Font_5_Sorts_Mill_Goudy_Regular.fntdata"/><Relationship Id="rId24" Type="http://schemas.openxmlformats.org/officeDocument/2006/relationships/font" Target="fonts/Font_6_MiSans_Regular.fntdata"/><Relationship Id="rId25" Type="http://schemas.openxmlformats.org/officeDocument/2006/relationships/font" Target="fonts/Font_7_Oranienbaum_Regular.fntdata"/><Relationship Id="rId26" Type="http://schemas.openxmlformats.org/officeDocument/2006/relationships/font" Target="fonts/Font_8_Quattrocento_Sans_Regular.fntdata"/><Relationship Id="rId27" Type="http://schemas.openxmlformats.org/officeDocument/2006/relationships/font" Target="fonts/Font_9_Noto_Sans_SC_Regular.fntdata"/><Relationship Id="rId28" Type="http://schemas.openxmlformats.org/officeDocument/2006/relationships/font" Target="fonts/Font_10_DejaVu_Sans_Regular.fntdata"/><Relationship Id="rId29" Type="http://schemas.openxmlformats.org/officeDocument/2006/relationships/font" Target="fonts/Font_11_DejaVu_Sans_Bold.fntdata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Pulse para desplazar la diapositiva</a:t>
            </a:r>
            <a:endParaRPr lang="es-E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9D97CF0-EA4B-40AD-9101-DD80308C49BF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88B6A69-90F2-4BF1-B5AD-BD70AB1B2B6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87154E-57E7-477D-9A24-51B11294296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EDE1D4-837E-432F-A439-4D554E4E9BC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F599E1B-6379-46A7-B1DE-1449BEE1E0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D30C3D5-A331-4162-91FD-CBBC95C84B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1CBDB1-EB2F-479D-968E-59942CF2550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61427A2-0C51-4137-8DAF-82497E1A031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FA0783D-570B-40E9-8A13-C210530E1FC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630B7EE-7217-42AE-9B99-C1184C64D83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CB62792-7B07-46A9-A1EF-6DA9F93877A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477A168-5EDC-4941-981E-BE9D97795DE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B197DE8-666D-4F7B-8AA2-404B4A0F295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D3D64FF-94E7-4056-A843-BE6AC974EE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46F958A-CEF3-4A31-AFEA-3F7EA03D236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7E9C8A-5575-47C7-B5D8-D74B145F681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Pulse para editar el formato del texto de </a:t>
            </a:r>
            <a:r>
              <a:rPr lang="es-E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título</a:t>
            </a:r>
            <a:endParaRPr lang="es-E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 0" descr="https://kimi-img.moonshot.cn/pub/slides/okc/w6fij2ylek6p4/scanbook_assets/cover_image.png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2D2A26">
                  <a:alpha val="95000"/>
                </a:srgbClr>
              </a:gs>
              <a:gs pos="50000">
                <a:srgbClr val="2D2A26">
                  <a:alpha val="75000"/>
                </a:srgbClr>
              </a:gs>
              <a:gs pos="100000">
                <a:srgbClr val="000000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380880" y="2009880"/>
            <a:ext cx="7772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80000"/>
              </a:lnSpc>
            </a:pPr>
            <a:r>
              <a:rPr lang="en-US" sz="72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ScanBook</a:t>
            </a:r>
            <a:endParaRPr lang="es-ES" sz="7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2"/>
          <p:cNvSpPr/>
          <p:nvPr/>
        </p:nvSpPr>
        <p:spPr>
          <a:xfrm>
            <a:off x="380880" y="3152880"/>
            <a:ext cx="3579120" cy="87120"/>
          </a:xfrm>
          <a:custGeom>
            <a:avLst/>
            <a:gdLst>
              <a:gd name="textAreaLeft" fmla="*/ 0 w 3579120"/>
              <a:gd name="textAreaRight" fmla="*/ 3579480 w 3579120"/>
              <a:gd name="textAreaTop" fmla="*/ 0 h 87120"/>
              <a:gd name="textAreaBottom" fmla="*/ 87480 h 87120"/>
            </a:gdLst>
            <a:ahLst/>
            <a:cxnLst/>
            <a:rect l="textAreaLeft" t="textAreaTop" r="textAreaRight" b="textAreaBottom"/>
            <a:pathLst>
              <a:path w="1524000" h="38100">
                <a:moveTo>
                  <a:pt x="0" y="0"/>
                </a:moveTo>
                <a:lnTo>
                  <a:pt x="1524000" y="0"/>
                </a:lnTo>
                <a:lnTo>
                  <a:pt x="15240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2480" rIns="90000" bIns="4248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380880" y="3495600"/>
            <a:ext cx="7486200" cy="8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0" u="none" strike="noStrike">
                <a:solidFill>
                  <a:srgbClr val="F5F0E8"/>
                </a:solidFill>
                <a:effectLst/>
                <a:uFillTx/>
                <a:latin typeface="Sorts Mill Goudy"/>
                <a:ea typeface="Sorts Mill Goudy"/>
              </a:rPr>
              <a:t>Transforma tu biblioteca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700" b="0" u="none" strike="noStrike">
                <a:solidFill>
                  <a:srgbClr val="F5F0E8"/>
                </a:solidFill>
                <a:effectLst/>
                <a:uFillTx/>
                <a:latin typeface="Sorts Mill Goudy"/>
                <a:ea typeface="Sorts Mill Goudy"/>
              </a:rPr>
              <a:t>en segundos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380880" y="4581360"/>
            <a:ext cx="74102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La forma más inteligente de gestionar tu colección de libros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Image 0" descr="https://kimi-img.moonshot.cn/pub/slides/okc/w6fij2ylek6p4/scanbook_assets/problem_image.png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2D2A26">
                  <a:alpha val="95000"/>
                </a:srgbClr>
              </a:gs>
              <a:gs pos="50000">
                <a:srgbClr val="2D2A26">
                  <a:alpha val="80000"/>
                </a:srgbClr>
              </a:gs>
              <a:gs pos="100000">
                <a:srgbClr val="2D2A26">
                  <a:alpha val="4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1"/>
          <p:cNvSpPr/>
          <p:nvPr/>
        </p:nvSpPr>
        <p:spPr>
          <a:xfrm>
            <a:off x="9993240" y="609480"/>
            <a:ext cx="1800000" cy="418680"/>
          </a:xfrm>
          <a:custGeom>
            <a:avLst/>
            <a:gdLst>
              <a:gd name="textAreaLeft" fmla="*/ 0 w 1800000"/>
              <a:gd name="textAreaRight" fmla="*/ 1800360 w 1800000"/>
              <a:gd name="textAreaTop" fmla="*/ 0 h 418680"/>
              <a:gd name="textAreaBottom" fmla="*/ 419040 h 418680"/>
            </a:gdLst>
            <a:ahLst/>
            <a:cxnLst/>
            <a:rect l="textAreaLeft" t="textAreaTop" r="textAreaRight" b="textAreaBottom"/>
            <a:pathLst>
              <a:path w="1800225" h="419100">
                <a:moveTo>
                  <a:pt x="0" y="0"/>
                </a:moveTo>
                <a:lnTo>
                  <a:pt x="1800225" y="0"/>
                </a:lnTo>
                <a:lnTo>
                  <a:pt x="180022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11793240" y="609480"/>
            <a:ext cx="37800" cy="418680"/>
          </a:xfrm>
          <a:custGeom>
            <a:avLst/>
            <a:gdLst>
              <a:gd name="textAreaLeft" fmla="*/ 0 w 37800"/>
              <a:gd name="textAreaRight" fmla="*/ 38160 w 37800"/>
              <a:gd name="textAreaTop" fmla="*/ 0 h 418680"/>
              <a:gd name="textAreaBottom" fmla="*/ 419040 h 418680"/>
            </a:gdLst>
            <a:ahLst/>
            <a:cxnLst/>
            <a:rect l="textAreaLeft" t="textAreaTop" r="textAreaRight" b="textAreaBottom"/>
            <a:pathLst>
              <a:path w="38100" h="41910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10098000" y="685800"/>
            <a:ext cx="14857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30000"/>
              </a:lnSpc>
            </a:pPr>
            <a:r>
              <a:rPr lang="en-US" sz="1350" b="0" u="none" spc="136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EL PROBLEMA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5124600" y="1257480"/>
            <a:ext cx="66862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</a:pP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¿Te resulta familiar</a:t>
            </a:r>
            <a:endParaRPr lang="es-E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esta escena?</a:t>
            </a:r>
            <a:endParaRPr lang="es-E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7373880" y="2990880"/>
            <a:ext cx="39240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Ir al trastero, cargar con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montones de libros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11456280" y="3029040"/>
            <a:ext cx="356760" cy="285480"/>
          </a:xfrm>
          <a:custGeom>
            <a:avLst/>
            <a:gdLst>
              <a:gd name="textAreaLeft" fmla="*/ 0 w 356760"/>
              <a:gd name="textAreaRight" fmla="*/ 357120 w 35676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357188" h="285750">
                <a:moveTo>
                  <a:pt x="312706" y="132383"/>
                </a:moveTo>
                <a:cubicBezTo>
                  <a:pt x="318511" y="138968"/>
                  <a:pt x="328501" y="140419"/>
                  <a:pt x="336035" y="135452"/>
                </a:cubicBezTo>
                <a:cubicBezTo>
                  <a:pt x="344239" y="129983"/>
                  <a:pt x="346472" y="118876"/>
                  <a:pt x="341002" y="110672"/>
                </a:cubicBezTo>
                <a:lnTo>
                  <a:pt x="314213" y="70489"/>
                </a:lnTo>
                <a:cubicBezTo>
                  <a:pt x="312651" y="68145"/>
                  <a:pt x="310530" y="66191"/>
                  <a:pt x="308018" y="64796"/>
                </a:cubicBezTo>
                <a:lnTo>
                  <a:pt x="196118" y="2623"/>
                </a:lnTo>
                <a:cubicBezTo>
                  <a:pt x="185347" y="-3349"/>
                  <a:pt x="172231" y="-3349"/>
                  <a:pt x="161404" y="2623"/>
                </a:cubicBezTo>
                <a:lnTo>
                  <a:pt x="49560" y="64740"/>
                </a:lnTo>
                <a:cubicBezTo>
                  <a:pt x="46546" y="66415"/>
                  <a:pt x="44146" y="68870"/>
                  <a:pt x="42528" y="71884"/>
                </a:cubicBezTo>
                <a:lnTo>
                  <a:pt x="15460" y="122058"/>
                </a:lnTo>
                <a:cubicBezTo>
                  <a:pt x="8427" y="135117"/>
                  <a:pt x="13339" y="151358"/>
                  <a:pt x="26398" y="158390"/>
                </a:cubicBezTo>
                <a:lnTo>
                  <a:pt x="44816" y="168269"/>
                </a:lnTo>
                <a:lnTo>
                  <a:pt x="44816" y="198016"/>
                </a:lnTo>
                <a:cubicBezTo>
                  <a:pt x="44816" y="210852"/>
                  <a:pt x="51736" y="222740"/>
                  <a:pt x="62898" y="229102"/>
                </a:cubicBezTo>
                <a:lnTo>
                  <a:pt x="161125" y="284745"/>
                </a:lnTo>
                <a:cubicBezTo>
                  <a:pt x="172064" y="290940"/>
                  <a:pt x="185403" y="290940"/>
                  <a:pt x="196342" y="284745"/>
                </a:cubicBezTo>
                <a:lnTo>
                  <a:pt x="294568" y="229102"/>
                </a:lnTo>
                <a:cubicBezTo>
                  <a:pt x="305786" y="222740"/>
                  <a:pt x="312651" y="210908"/>
                  <a:pt x="312651" y="198016"/>
                </a:cubicBezTo>
                <a:lnTo>
                  <a:pt x="312651" y="132438"/>
                </a:lnTo>
                <a:close/>
                <a:moveTo>
                  <a:pt x="178761" y="126913"/>
                </a:moveTo>
                <a:lnTo>
                  <a:pt x="94990" y="80367"/>
                </a:lnTo>
                <a:lnTo>
                  <a:pt x="178761" y="33821"/>
                </a:lnTo>
                <a:lnTo>
                  <a:pt x="262533" y="80367"/>
                </a:lnTo>
                <a:lnTo>
                  <a:pt x="178761" y="126913"/>
                </a:lnTo>
                <a:close/>
                <a:moveTo>
                  <a:pt x="155600" y="154930"/>
                </a:moveTo>
                <a:lnTo>
                  <a:pt x="143712" y="180715"/>
                </a:lnTo>
                <a:lnTo>
                  <a:pt x="51178" y="131155"/>
                </a:lnTo>
                <a:lnTo>
                  <a:pt x="65354" y="104812"/>
                </a:lnTo>
                <a:lnTo>
                  <a:pt x="155600" y="15493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8294760" y="3505320"/>
            <a:ext cx="30096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Escribir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título y autor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uno por uno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11491920" y="354348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208452" y="15125"/>
                </a:moveTo>
                <a:cubicBezTo>
                  <a:pt x="216824" y="5525"/>
                  <a:pt x="228935" y="0"/>
                  <a:pt x="241715" y="0"/>
                </a:cubicBezTo>
                <a:cubicBezTo>
                  <a:pt x="266049" y="0"/>
                  <a:pt x="285806" y="19757"/>
                  <a:pt x="285806" y="44090"/>
                </a:cubicBezTo>
                <a:cubicBezTo>
                  <a:pt x="285806" y="56815"/>
                  <a:pt x="280281" y="68982"/>
                  <a:pt x="270681" y="77353"/>
                </a:cubicBezTo>
                <a:lnTo>
                  <a:pt x="158335" y="175133"/>
                </a:lnTo>
                <a:lnTo>
                  <a:pt x="152363" y="169106"/>
                </a:lnTo>
                <a:lnTo>
                  <a:pt x="116644" y="133387"/>
                </a:lnTo>
                <a:lnTo>
                  <a:pt x="110617" y="127415"/>
                </a:lnTo>
                <a:lnTo>
                  <a:pt x="208452" y="15125"/>
                </a:lnTo>
                <a:close/>
                <a:moveTo>
                  <a:pt x="89911" y="144549"/>
                </a:moveTo>
                <a:cubicBezTo>
                  <a:pt x="90413" y="145107"/>
                  <a:pt x="104924" y="159618"/>
                  <a:pt x="133387" y="188082"/>
                </a:cubicBezTo>
                <a:lnTo>
                  <a:pt x="141145" y="195839"/>
                </a:lnTo>
                <a:lnTo>
                  <a:pt x="131601" y="237251"/>
                </a:lnTo>
                <a:cubicBezTo>
                  <a:pt x="129425" y="246794"/>
                  <a:pt x="122169" y="254384"/>
                  <a:pt x="112737" y="257008"/>
                </a:cubicBezTo>
                <a:lnTo>
                  <a:pt x="17971" y="283518"/>
                </a:lnTo>
                <a:lnTo>
                  <a:pt x="69484" y="232004"/>
                </a:lnTo>
                <a:cubicBezTo>
                  <a:pt x="70154" y="232060"/>
                  <a:pt x="70768" y="232116"/>
                  <a:pt x="71438" y="232116"/>
                </a:cubicBezTo>
                <a:cubicBezTo>
                  <a:pt x="81316" y="232116"/>
                  <a:pt x="89297" y="224135"/>
                  <a:pt x="89297" y="214257"/>
                </a:cubicBezTo>
                <a:cubicBezTo>
                  <a:pt x="89297" y="204378"/>
                  <a:pt x="81316" y="196397"/>
                  <a:pt x="71438" y="196397"/>
                </a:cubicBezTo>
                <a:cubicBezTo>
                  <a:pt x="61559" y="196397"/>
                  <a:pt x="53578" y="204378"/>
                  <a:pt x="53578" y="214257"/>
                </a:cubicBezTo>
                <a:cubicBezTo>
                  <a:pt x="53578" y="214926"/>
                  <a:pt x="53634" y="215596"/>
                  <a:pt x="53690" y="216210"/>
                </a:cubicBezTo>
                <a:lnTo>
                  <a:pt x="2177" y="267779"/>
                </a:lnTo>
                <a:lnTo>
                  <a:pt x="28742" y="173013"/>
                </a:lnTo>
                <a:cubicBezTo>
                  <a:pt x="31366" y="163581"/>
                  <a:pt x="38956" y="156325"/>
                  <a:pt x="48499" y="154149"/>
                </a:cubicBezTo>
                <a:lnTo>
                  <a:pt x="89911" y="144549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8432640" y="4019400"/>
            <a:ext cx="28666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Un 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tra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baj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o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ab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urr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ido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y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lab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ori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os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0"/>
          <p:cNvSpPr/>
          <p:nvPr/>
        </p:nvSpPr>
        <p:spPr>
          <a:xfrm>
            <a:off x="11491920" y="405756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91920" y="183449"/>
                </a:moveTo>
                <a:cubicBezTo>
                  <a:pt x="104198" y="171171"/>
                  <a:pt x="122002" y="160734"/>
                  <a:pt x="142875" y="160734"/>
                </a:cubicBezTo>
                <a:cubicBezTo>
                  <a:pt x="163748" y="160734"/>
                  <a:pt x="181552" y="171171"/>
                  <a:pt x="193830" y="183449"/>
                </a:cubicBezTo>
                <a:cubicBezTo>
                  <a:pt x="200025" y="189644"/>
                  <a:pt x="205048" y="196509"/>
                  <a:pt x="208564" y="203206"/>
                </a:cubicBezTo>
                <a:cubicBezTo>
                  <a:pt x="212024" y="209736"/>
                  <a:pt x="214313" y="216824"/>
                  <a:pt x="214313" y="223242"/>
                </a:cubicBezTo>
                <a:cubicBezTo>
                  <a:pt x="214313" y="226144"/>
                  <a:pt x="212861" y="228935"/>
                  <a:pt x="210462" y="230609"/>
                </a:cubicBezTo>
                <a:cubicBezTo>
                  <a:pt x="208062" y="232283"/>
                  <a:pt x="204992" y="232674"/>
                  <a:pt x="202257" y="231614"/>
                </a:cubicBezTo>
                <a:lnTo>
                  <a:pt x="190816" y="227316"/>
                </a:lnTo>
                <a:cubicBezTo>
                  <a:pt x="175803" y="221679"/>
                  <a:pt x="159841" y="218777"/>
                  <a:pt x="143768" y="218777"/>
                </a:cubicBezTo>
                <a:lnTo>
                  <a:pt x="141982" y="218777"/>
                </a:lnTo>
                <a:cubicBezTo>
                  <a:pt x="125909" y="218777"/>
                  <a:pt x="110003" y="221679"/>
                  <a:pt x="94934" y="227316"/>
                </a:cubicBezTo>
                <a:lnTo>
                  <a:pt x="83493" y="231614"/>
                </a:lnTo>
                <a:cubicBezTo>
                  <a:pt x="80758" y="232618"/>
                  <a:pt x="77688" y="232283"/>
                  <a:pt x="75288" y="230609"/>
                </a:cubicBezTo>
                <a:cubicBezTo>
                  <a:pt x="72889" y="228935"/>
                  <a:pt x="71438" y="226144"/>
                  <a:pt x="71438" y="223242"/>
                </a:cubicBezTo>
                <a:cubicBezTo>
                  <a:pt x="71438" y="216768"/>
                  <a:pt x="73782" y="209736"/>
                  <a:pt x="77186" y="203206"/>
                </a:cubicBezTo>
                <a:cubicBezTo>
                  <a:pt x="80702" y="196509"/>
                  <a:pt x="85725" y="189644"/>
                  <a:pt x="91920" y="183449"/>
                </a:cubicBezTo>
                <a:close/>
                <a:moveTo>
                  <a:pt x="68424" y="88850"/>
                </a:moveTo>
                <a:cubicBezTo>
                  <a:pt x="70935" y="85055"/>
                  <a:pt x="75847" y="83716"/>
                  <a:pt x="79921" y="85781"/>
                </a:cubicBezTo>
                <a:lnTo>
                  <a:pt x="124346" y="108105"/>
                </a:lnTo>
                <a:cubicBezTo>
                  <a:pt x="127360" y="109612"/>
                  <a:pt x="129257" y="112681"/>
                  <a:pt x="129257" y="116086"/>
                </a:cubicBezTo>
                <a:cubicBezTo>
                  <a:pt x="129257" y="119490"/>
                  <a:pt x="127360" y="122560"/>
                  <a:pt x="124346" y="124067"/>
                </a:cubicBezTo>
                <a:lnTo>
                  <a:pt x="79921" y="146391"/>
                </a:lnTo>
                <a:cubicBezTo>
                  <a:pt x="75847" y="148400"/>
                  <a:pt x="70935" y="147117"/>
                  <a:pt x="68424" y="143321"/>
                </a:cubicBezTo>
                <a:cubicBezTo>
                  <a:pt x="65912" y="139526"/>
                  <a:pt x="66694" y="134448"/>
                  <a:pt x="70154" y="131545"/>
                </a:cubicBezTo>
                <a:lnTo>
                  <a:pt x="88739" y="116086"/>
                </a:lnTo>
                <a:lnTo>
                  <a:pt x="70210" y="100626"/>
                </a:lnTo>
                <a:cubicBezTo>
                  <a:pt x="66749" y="97724"/>
                  <a:pt x="65968" y="92646"/>
                  <a:pt x="68480" y="88850"/>
                </a:cubicBezTo>
                <a:close/>
                <a:moveTo>
                  <a:pt x="215540" y="100626"/>
                </a:moveTo>
                <a:lnTo>
                  <a:pt x="197011" y="116086"/>
                </a:lnTo>
                <a:lnTo>
                  <a:pt x="215540" y="131545"/>
                </a:lnTo>
                <a:cubicBezTo>
                  <a:pt x="219001" y="134448"/>
                  <a:pt x="219782" y="139526"/>
                  <a:pt x="217270" y="143321"/>
                </a:cubicBezTo>
                <a:cubicBezTo>
                  <a:pt x="214759" y="147117"/>
                  <a:pt x="209848" y="148456"/>
                  <a:pt x="205773" y="146391"/>
                </a:cubicBezTo>
                <a:lnTo>
                  <a:pt x="161348" y="124067"/>
                </a:lnTo>
                <a:cubicBezTo>
                  <a:pt x="158335" y="122560"/>
                  <a:pt x="156437" y="119490"/>
                  <a:pt x="156437" y="116086"/>
                </a:cubicBezTo>
                <a:cubicBezTo>
                  <a:pt x="156437" y="112681"/>
                  <a:pt x="158335" y="109612"/>
                  <a:pt x="161348" y="108105"/>
                </a:cubicBezTo>
                <a:lnTo>
                  <a:pt x="205773" y="85781"/>
                </a:lnTo>
                <a:cubicBezTo>
                  <a:pt x="209848" y="83772"/>
                  <a:pt x="214759" y="85055"/>
                  <a:pt x="217270" y="88850"/>
                </a:cubicBezTo>
                <a:cubicBezTo>
                  <a:pt x="219782" y="92646"/>
                  <a:pt x="219001" y="97724"/>
                  <a:pt x="215540" y="100626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7648560" y="4533840"/>
            <a:ext cx="3657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Prefieres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dejarlo y tomar un café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11473920" y="4572000"/>
            <a:ext cx="321120" cy="285480"/>
          </a:xfrm>
          <a:custGeom>
            <a:avLst/>
            <a:gdLst>
              <a:gd name="textAreaLeft" fmla="*/ 0 w 321120"/>
              <a:gd name="textAreaRight" fmla="*/ 321480 w 32112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321469" h="285750">
                <a:moveTo>
                  <a:pt x="35719" y="35719"/>
                </a:moveTo>
                <a:cubicBezTo>
                  <a:pt x="35719" y="25840"/>
                  <a:pt x="43700" y="17859"/>
                  <a:pt x="53578" y="17859"/>
                </a:cubicBezTo>
                <a:lnTo>
                  <a:pt x="250031" y="17859"/>
                </a:lnTo>
                <a:cubicBezTo>
                  <a:pt x="289489" y="17859"/>
                  <a:pt x="321469" y="49839"/>
                  <a:pt x="321469" y="89297"/>
                </a:cubicBezTo>
                <a:cubicBezTo>
                  <a:pt x="321469" y="128755"/>
                  <a:pt x="289489" y="160734"/>
                  <a:pt x="250031" y="160734"/>
                </a:cubicBezTo>
                <a:cubicBezTo>
                  <a:pt x="250031" y="190314"/>
                  <a:pt x="226033" y="214313"/>
                  <a:pt x="196453" y="214313"/>
                </a:cubicBezTo>
                <a:lnTo>
                  <a:pt x="89297" y="214313"/>
                </a:lnTo>
                <a:cubicBezTo>
                  <a:pt x="59717" y="214313"/>
                  <a:pt x="35719" y="190314"/>
                  <a:pt x="35719" y="160734"/>
                </a:cubicBezTo>
                <a:lnTo>
                  <a:pt x="35719" y="35719"/>
                </a:lnTo>
                <a:close/>
                <a:moveTo>
                  <a:pt x="285750" y="89297"/>
                </a:moveTo>
                <a:cubicBezTo>
                  <a:pt x="285750" y="69596"/>
                  <a:pt x="269732" y="53578"/>
                  <a:pt x="250031" y="53578"/>
                </a:cubicBezTo>
                <a:lnTo>
                  <a:pt x="250031" y="125016"/>
                </a:lnTo>
                <a:cubicBezTo>
                  <a:pt x="269732" y="125016"/>
                  <a:pt x="285750" y="108998"/>
                  <a:pt x="285750" y="89297"/>
                </a:cubicBezTo>
                <a:close/>
                <a:moveTo>
                  <a:pt x="35719" y="250031"/>
                </a:moveTo>
                <a:lnTo>
                  <a:pt x="250031" y="250031"/>
                </a:lnTo>
                <a:cubicBezTo>
                  <a:pt x="259910" y="250031"/>
                  <a:pt x="267891" y="258012"/>
                  <a:pt x="267891" y="267891"/>
                </a:cubicBezTo>
                <a:cubicBezTo>
                  <a:pt x="267891" y="277769"/>
                  <a:pt x="259910" y="285750"/>
                  <a:pt x="250031" y="285750"/>
                </a:cubicBezTo>
                <a:lnTo>
                  <a:pt x="35719" y="285750"/>
                </a:lnTo>
                <a:cubicBezTo>
                  <a:pt x="25840" y="285750"/>
                  <a:pt x="17859" y="277769"/>
                  <a:pt x="17859" y="267891"/>
                </a:cubicBezTo>
                <a:cubicBezTo>
                  <a:pt x="17859" y="258012"/>
                  <a:pt x="25840" y="250031"/>
                  <a:pt x="35719" y="2500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>
            <a:off x="5410080" y="5248440"/>
            <a:ext cx="6400440" cy="18720"/>
          </a:xfrm>
          <a:custGeom>
            <a:avLst/>
            <a:gdLst>
              <a:gd name="textAreaLeft" fmla="*/ 0 w 6400440"/>
              <a:gd name="textAreaRight" fmla="*/ 6400800 w 6400440"/>
              <a:gd name="textAreaTop" fmla="*/ 0 h 18720"/>
              <a:gd name="textAreaBottom" fmla="*/ 19080 h 18720"/>
            </a:gdLst>
            <a:ahLst/>
            <a:cxnLst/>
            <a:rect l="textAreaLeft" t="textAreaTop" r="textAreaRight" b="textAreaBottom"/>
            <a:pathLst>
              <a:path w="6400800" h="19050">
                <a:moveTo>
                  <a:pt x="0" y="0"/>
                </a:moveTo>
                <a:lnTo>
                  <a:pt x="6400800" y="0"/>
                </a:lnTo>
                <a:lnTo>
                  <a:pt x="64008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5267160" y="5562720"/>
            <a:ext cx="6543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</a:pP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"En este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mundo de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inmediatez,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catalogar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libros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manualment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e es una </a:t>
            </a:r>
            <a:r>
              <a:rPr lang="en-US" sz="2250" b="0" u="none" strike="noStrike">
                <a:solidFill>
                  <a:srgbClr val="D8A25A"/>
                </a:solidFill>
                <a:effectLst/>
                <a:uFillTx/>
                <a:latin typeface="Sorts Mill Goudy"/>
                <a:ea typeface="Sorts Mill Goudy"/>
              </a:rPr>
              <a:t>tortura"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0" descr="https://kimi-img.moonshot.cn/pub/slides/okc/w6fij2ylek6p4/scanbook_assets/solution_image.png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2D2A26">
                  <a:alpha val="95000"/>
                </a:srgbClr>
              </a:gs>
              <a:gs pos="50000">
                <a:srgbClr val="2D2A26">
                  <a:alpha val="80000"/>
                </a:srgbClr>
              </a:gs>
              <a:gs pos="100000">
                <a:srgbClr val="2D2A26">
                  <a:alpha val="4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"/>
          <p:cNvSpPr/>
          <p:nvPr/>
        </p:nvSpPr>
        <p:spPr>
          <a:xfrm>
            <a:off x="399960" y="247680"/>
            <a:ext cx="1742760" cy="418680"/>
          </a:xfrm>
          <a:custGeom>
            <a:avLst/>
            <a:gdLst>
              <a:gd name="textAreaLeft" fmla="*/ 0 w 1742760"/>
              <a:gd name="textAreaRight" fmla="*/ 1743120 w 1742760"/>
              <a:gd name="textAreaTop" fmla="*/ 0 h 418680"/>
              <a:gd name="textAreaBottom" fmla="*/ 419040 h 418680"/>
            </a:gdLst>
            <a:ahLst/>
            <a:cxnLst/>
            <a:rect l="textAreaLeft" t="textAreaTop" r="textAreaRight" b="textAreaBottom"/>
            <a:pathLst>
              <a:path w="1743075" h="419100">
                <a:moveTo>
                  <a:pt x="0" y="0"/>
                </a:moveTo>
                <a:lnTo>
                  <a:pt x="1743075" y="0"/>
                </a:lnTo>
                <a:lnTo>
                  <a:pt x="174307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"/>
          <p:cNvSpPr/>
          <p:nvPr/>
        </p:nvSpPr>
        <p:spPr>
          <a:xfrm>
            <a:off x="399960" y="247680"/>
            <a:ext cx="37800" cy="418680"/>
          </a:xfrm>
          <a:custGeom>
            <a:avLst/>
            <a:gdLst>
              <a:gd name="textAreaLeft" fmla="*/ 0 w 37800"/>
              <a:gd name="textAreaRight" fmla="*/ 38160 w 37800"/>
              <a:gd name="textAreaTop" fmla="*/ 0 h 418680"/>
              <a:gd name="textAreaBottom" fmla="*/ 419040 h 418680"/>
            </a:gdLst>
            <a:ahLst/>
            <a:cxnLst/>
            <a:rect l="textAreaLeft" t="textAreaTop" r="textAreaRight" b="textAreaBottom"/>
            <a:pathLst>
              <a:path w="38100" h="41910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"/>
          <p:cNvSpPr/>
          <p:nvPr/>
        </p:nvSpPr>
        <p:spPr>
          <a:xfrm>
            <a:off x="609480" y="324000"/>
            <a:ext cx="1428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0" u="none" spc="136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LA SOLUCIÓN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380880" y="895320"/>
            <a:ext cx="7600680" cy="14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Scan</a:t>
            </a: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Book</a:t>
            </a: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:</a:t>
            </a:r>
            <a:endParaRPr lang="es-E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Tu </a:t>
            </a: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salva</a:t>
            </a:r>
            <a:r>
              <a:rPr lang="en-US" sz="45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ción</a:t>
            </a:r>
            <a:endParaRPr lang="es-E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80880" y="2629080"/>
            <a:ext cx="609120" cy="609120"/>
          </a:xfrm>
          <a:custGeom>
            <a:avLst/>
            <a:gdLst>
              <a:gd name="textAreaLeft" fmla="*/ 0 w 609120"/>
              <a:gd name="textAreaRight" fmla="*/ 609480 w 609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6"/>
          <p:cNvSpPr/>
          <p:nvPr/>
        </p:nvSpPr>
        <p:spPr>
          <a:xfrm>
            <a:off x="527400" y="2790720"/>
            <a:ext cx="321120" cy="285480"/>
          </a:xfrm>
          <a:custGeom>
            <a:avLst/>
            <a:gdLst>
              <a:gd name="textAreaLeft" fmla="*/ 0 w 321120"/>
              <a:gd name="textAreaRight" fmla="*/ 321480 w 32112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321469" h="285750">
                <a:moveTo>
                  <a:pt x="37226" y="214313"/>
                </a:moveTo>
                <a:lnTo>
                  <a:pt x="60945" y="190593"/>
                </a:lnTo>
                <a:cubicBezTo>
                  <a:pt x="74340" y="177198"/>
                  <a:pt x="92534" y="169664"/>
                  <a:pt x="111454" y="169664"/>
                </a:cubicBezTo>
                <a:lnTo>
                  <a:pt x="196453" y="169664"/>
                </a:lnTo>
                <a:cubicBezTo>
                  <a:pt x="206332" y="169664"/>
                  <a:pt x="214313" y="177645"/>
                  <a:pt x="214313" y="187523"/>
                </a:cubicBezTo>
                <a:cubicBezTo>
                  <a:pt x="214313" y="197402"/>
                  <a:pt x="206332" y="205383"/>
                  <a:pt x="196453" y="205383"/>
                </a:cubicBezTo>
                <a:lnTo>
                  <a:pt x="156270" y="205383"/>
                </a:lnTo>
                <a:cubicBezTo>
                  <a:pt x="148847" y="205383"/>
                  <a:pt x="142875" y="211355"/>
                  <a:pt x="142875" y="218777"/>
                </a:cubicBezTo>
                <a:cubicBezTo>
                  <a:pt x="142875" y="226200"/>
                  <a:pt x="148847" y="232172"/>
                  <a:pt x="156270" y="232172"/>
                </a:cubicBezTo>
                <a:lnTo>
                  <a:pt x="219112" y="232172"/>
                </a:lnTo>
                <a:lnTo>
                  <a:pt x="285917" y="182947"/>
                </a:lnTo>
                <a:cubicBezTo>
                  <a:pt x="295852" y="175636"/>
                  <a:pt x="309804" y="177757"/>
                  <a:pt x="317116" y="187691"/>
                </a:cubicBezTo>
                <a:cubicBezTo>
                  <a:pt x="324427" y="197625"/>
                  <a:pt x="322306" y="211578"/>
                  <a:pt x="312372" y="218889"/>
                </a:cubicBezTo>
                <a:lnTo>
                  <a:pt x="241715" y="270960"/>
                </a:lnTo>
                <a:cubicBezTo>
                  <a:pt x="228656" y="280560"/>
                  <a:pt x="212917" y="285750"/>
                  <a:pt x="196676" y="285750"/>
                </a:cubicBezTo>
                <a:lnTo>
                  <a:pt x="17859" y="285750"/>
                </a:lnTo>
                <a:cubicBezTo>
                  <a:pt x="7981" y="285750"/>
                  <a:pt x="0" y="277769"/>
                  <a:pt x="0" y="267891"/>
                </a:cubicBezTo>
                <a:lnTo>
                  <a:pt x="0" y="232172"/>
                </a:lnTo>
                <a:cubicBezTo>
                  <a:pt x="0" y="222293"/>
                  <a:pt x="7981" y="214313"/>
                  <a:pt x="17859" y="214313"/>
                </a:cubicBezTo>
                <a:lnTo>
                  <a:pt x="37226" y="214313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7"/>
          <p:cNvSpPr/>
          <p:nvPr/>
        </p:nvSpPr>
        <p:spPr>
          <a:xfrm>
            <a:off x="1181160" y="2629080"/>
            <a:ext cx="43239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D8A25A"/>
                </a:solidFill>
                <a:effectLst/>
                <a:uFillTx/>
                <a:latin typeface="Noto Sans SC"/>
                <a:ea typeface="Noto Sans SC"/>
              </a:rPr>
              <a:t>Coge un libro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1181160" y="3009960"/>
            <a:ext cx="4304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Directamente de la 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estantería, con una 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sola mano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380880" y="3505320"/>
            <a:ext cx="609120" cy="609120"/>
          </a:xfrm>
          <a:custGeom>
            <a:avLst/>
            <a:gdLst>
              <a:gd name="textAreaLeft" fmla="*/ 0 w 609120"/>
              <a:gd name="textAreaRight" fmla="*/ 609480 w 609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0"/>
          <p:cNvSpPr/>
          <p:nvPr/>
        </p:nvSpPr>
        <p:spPr>
          <a:xfrm>
            <a:off x="581040" y="3666960"/>
            <a:ext cx="213840" cy="285480"/>
          </a:xfrm>
          <a:custGeom>
            <a:avLst/>
            <a:gdLst>
              <a:gd name="textAreaLeft" fmla="*/ 0 w 213840"/>
              <a:gd name="textAreaRight" fmla="*/ 214200 w 21384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14313" h="285750">
                <a:moveTo>
                  <a:pt x="8930" y="35719"/>
                </a:moveTo>
                <a:cubicBezTo>
                  <a:pt x="8930" y="16018"/>
                  <a:pt x="24947" y="0"/>
                  <a:pt x="44648" y="0"/>
                </a:cubicBezTo>
                <a:lnTo>
                  <a:pt x="169664" y="0"/>
                </a:lnTo>
                <a:cubicBezTo>
                  <a:pt x="189365" y="0"/>
                  <a:pt x="205383" y="16018"/>
                  <a:pt x="205383" y="35719"/>
                </a:cubicBezTo>
                <a:lnTo>
                  <a:pt x="205383" y="250031"/>
                </a:lnTo>
                <a:cubicBezTo>
                  <a:pt x="205383" y="269732"/>
                  <a:pt x="189365" y="285750"/>
                  <a:pt x="169664" y="285750"/>
                </a:cubicBezTo>
                <a:lnTo>
                  <a:pt x="44648" y="285750"/>
                </a:lnTo>
                <a:cubicBezTo>
                  <a:pt x="24947" y="285750"/>
                  <a:pt x="8930" y="269732"/>
                  <a:pt x="8930" y="250031"/>
                </a:cubicBezTo>
                <a:lnTo>
                  <a:pt x="8930" y="35719"/>
                </a:lnTo>
                <a:close/>
                <a:moveTo>
                  <a:pt x="44648" y="35719"/>
                </a:moveTo>
                <a:lnTo>
                  <a:pt x="44648" y="205383"/>
                </a:lnTo>
                <a:lnTo>
                  <a:pt x="169664" y="205383"/>
                </a:lnTo>
                <a:lnTo>
                  <a:pt x="169664" y="35719"/>
                </a:lnTo>
                <a:lnTo>
                  <a:pt x="44648" y="35719"/>
                </a:lnTo>
                <a:close/>
                <a:moveTo>
                  <a:pt x="107156" y="263426"/>
                </a:moveTo>
                <a:cubicBezTo>
                  <a:pt x="117035" y="263426"/>
                  <a:pt x="125016" y="255445"/>
                  <a:pt x="125016" y="245566"/>
                </a:cubicBezTo>
                <a:cubicBezTo>
                  <a:pt x="125016" y="235688"/>
                  <a:pt x="117035" y="227707"/>
                  <a:pt x="107156" y="227707"/>
                </a:cubicBezTo>
                <a:cubicBezTo>
                  <a:pt x="97278" y="227707"/>
                  <a:pt x="89297" y="235688"/>
                  <a:pt x="89297" y="245566"/>
                </a:cubicBezTo>
                <a:cubicBezTo>
                  <a:pt x="89297" y="255445"/>
                  <a:pt x="97278" y="263426"/>
                  <a:pt x="107156" y="263426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1181160" y="3505320"/>
            <a:ext cx="3447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D8A25A"/>
                </a:solidFill>
                <a:effectLst/>
                <a:uFillTx/>
                <a:latin typeface="Noto Sans SC"/>
                <a:ea typeface="Noto Sans SC"/>
              </a:rPr>
              <a:t>Escanea el ISBN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1181160" y="3886200"/>
            <a:ext cx="3428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Con tu móvil, de forma rápida y sencilla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380880" y="4381560"/>
            <a:ext cx="609120" cy="609120"/>
          </a:xfrm>
          <a:custGeom>
            <a:avLst/>
            <a:gdLst>
              <a:gd name="textAreaLeft" fmla="*/ 0 w 609120"/>
              <a:gd name="textAreaRight" fmla="*/ 609480 w 609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4"/>
          <p:cNvSpPr/>
          <p:nvPr/>
        </p:nvSpPr>
        <p:spPr>
          <a:xfrm>
            <a:off x="545400" y="454356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1181160" y="4381560"/>
            <a:ext cx="5162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D8A25A"/>
                </a:solidFill>
                <a:effectLst/>
                <a:uFillTx/>
                <a:latin typeface="Noto Sans SC"/>
                <a:ea typeface="Noto Sans SC"/>
              </a:rPr>
              <a:t>¡Listo!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1181160" y="4762440"/>
            <a:ext cx="5143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ISBN, título, autor y portada almacenados automáticamente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7"/>
          <p:cNvSpPr/>
          <p:nvPr/>
        </p:nvSpPr>
        <p:spPr>
          <a:xfrm>
            <a:off x="399960" y="5410080"/>
            <a:ext cx="7295760" cy="1199880"/>
          </a:xfrm>
          <a:custGeom>
            <a:avLst/>
            <a:gdLst>
              <a:gd name="textAreaLeft" fmla="*/ 0 w 7295760"/>
              <a:gd name="textAreaRight" fmla="*/ 7296120 w 7295760"/>
              <a:gd name="textAreaTop" fmla="*/ 0 h 1199880"/>
              <a:gd name="textAreaBottom" fmla="*/ 1200240 h 1199880"/>
            </a:gdLst>
            <a:ahLst/>
            <a:cxnLst/>
            <a:rect l="textAreaLeft" t="textAreaTop" r="textAreaRight" b="textAreaBottom"/>
            <a:pathLst>
              <a:path w="7296150" h="1200150">
                <a:moveTo>
                  <a:pt x="0" y="0"/>
                </a:moveTo>
                <a:lnTo>
                  <a:pt x="7296150" y="0"/>
                </a:lnTo>
                <a:lnTo>
                  <a:pt x="7296150" y="1200150"/>
                </a:lnTo>
                <a:lnTo>
                  <a:pt x="0" y="120015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8"/>
          <p:cNvSpPr/>
          <p:nvPr/>
        </p:nvSpPr>
        <p:spPr>
          <a:xfrm>
            <a:off x="399960" y="5410080"/>
            <a:ext cx="37800" cy="1199880"/>
          </a:xfrm>
          <a:custGeom>
            <a:avLst/>
            <a:gdLst>
              <a:gd name="textAreaLeft" fmla="*/ 0 w 37800"/>
              <a:gd name="textAreaRight" fmla="*/ 38160 w 37800"/>
              <a:gd name="textAreaTop" fmla="*/ 0 h 1199880"/>
              <a:gd name="textAreaBottom" fmla="*/ 1200240 h 1199880"/>
            </a:gdLst>
            <a:ahLst/>
            <a:cxnLst/>
            <a:rect l="textAreaLeft" t="textAreaTop" r="textAreaRight" b="textAreaBottom"/>
            <a:pathLst>
              <a:path w="38100" h="1200150">
                <a:moveTo>
                  <a:pt x="0" y="0"/>
                </a:moveTo>
                <a:lnTo>
                  <a:pt x="38100" y="0"/>
                </a:lnTo>
                <a:lnTo>
                  <a:pt x="38100" y="1200150"/>
                </a:lnTo>
                <a:lnTo>
                  <a:pt x="0" y="120015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47640" y="5638680"/>
            <a:ext cx="693396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800" b="0" u="none" strike="noStrike">
                <a:solidFill>
                  <a:srgbClr val="F5F0E8"/>
                </a:solidFill>
                <a:effectLst/>
                <a:uFillTx/>
                <a:latin typeface="Sorts Mill Goudy"/>
                <a:ea typeface="Sorts Mill Goudy"/>
              </a:rPr>
              <a:t>Vuelves a colocar el libro en su sitio y estás listo para el siguiente.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Sorts Mill Goudy"/>
                <a:ea typeface="Sorts Mill Goudy"/>
              </a:rPr>
              <a:t>Solo han pasado unos segundos.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3430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CÓMO FUNCIONA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266760" y="685800"/>
            <a:ext cx="11658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80000"/>
              </a:lnSpc>
            </a:pPr>
            <a:r>
              <a:rPr lang="en-US" sz="36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Así de Fácil</a:t>
            </a:r>
            <a:endParaRPr lang="es-E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5486400" y="1295280"/>
            <a:ext cx="1218960" cy="37800"/>
          </a:xfrm>
          <a:custGeom>
            <a:avLst/>
            <a:gdLst>
              <a:gd name="textAreaLeft" fmla="*/ 0 w 1218960"/>
              <a:gd name="textAreaRight" fmla="*/ 1219320 w 121896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1082160" y="1562040"/>
            <a:ext cx="761760" cy="761760"/>
          </a:xfrm>
          <a:custGeom>
            <a:avLst/>
            <a:gdLst>
              <a:gd name="textAreaLeft" fmla="*/ 0 w 761760"/>
              <a:gd name="textAreaRight" fmla="*/ 762120 w 76176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01520" dir="2700000" dist="50402" kx="0" ky="0" rotWithShape="0" sx="100000" sy="100000">
              <a:srgbClr val="FFFFFF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1291680" y="1771560"/>
            <a:ext cx="342720" cy="342720"/>
          </a:xfrm>
          <a:custGeom>
            <a:avLst/>
            <a:gdLst>
              <a:gd name="textAreaLeft" fmla="*/ 0 w 342720"/>
              <a:gd name="textAreaRight" fmla="*/ 343080 w 34272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42900" h="342900">
                <a:moveTo>
                  <a:pt x="186050" y="5760"/>
                </a:moveTo>
                <a:cubicBezTo>
                  <a:pt x="177812" y="-1875"/>
                  <a:pt x="165088" y="-1875"/>
                  <a:pt x="156917" y="5760"/>
                </a:cubicBezTo>
                <a:lnTo>
                  <a:pt x="6898" y="145063"/>
                </a:lnTo>
                <a:cubicBezTo>
                  <a:pt x="469" y="151090"/>
                  <a:pt x="-1674" y="160400"/>
                  <a:pt x="1540" y="168570"/>
                </a:cubicBezTo>
                <a:cubicBezTo>
                  <a:pt x="4755" y="176741"/>
                  <a:pt x="12591" y="182166"/>
                  <a:pt x="21431" y="182166"/>
                </a:cubicBezTo>
                <a:lnTo>
                  <a:pt x="32147" y="182166"/>
                </a:lnTo>
                <a:lnTo>
                  <a:pt x="32147" y="300038"/>
                </a:lnTo>
                <a:cubicBezTo>
                  <a:pt x="32147" y="323679"/>
                  <a:pt x="51368" y="342900"/>
                  <a:pt x="75009" y="342900"/>
                </a:cubicBezTo>
                <a:lnTo>
                  <a:pt x="267891" y="342900"/>
                </a:lnTo>
                <a:cubicBezTo>
                  <a:pt x="291532" y="342900"/>
                  <a:pt x="310753" y="323679"/>
                  <a:pt x="310753" y="300038"/>
                </a:cubicBezTo>
                <a:lnTo>
                  <a:pt x="310753" y="182166"/>
                </a:lnTo>
                <a:lnTo>
                  <a:pt x="321469" y="182166"/>
                </a:lnTo>
                <a:cubicBezTo>
                  <a:pt x="330309" y="182166"/>
                  <a:pt x="338212" y="176741"/>
                  <a:pt x="341427" y="168570"/>
                </a:cubicBezTo>
                <a:cubicBezTo>
                  <a:pt x="344641" y="160400"/>
                  <a:pt x="342498" y="151023"/>
                  <a:pt x="336069" y="145063"/>
                </a:cubicBezTo>
                <a:lnTo>
                  <a:pt x="186050" y="5760"/>
                </a:lnTo>
                <a:close/>
                <a:moveTo>
                  <a:pt x="160734" y="214313"/>
                </a:moveTo>
                <a:lnTo>
                  <a:pt x="182166" y="214313"/>
                </a:lnTo>
                <a:cubicBezTo>
                  <a:pt x="199913" y="214313"/>
                  <a:pt x="214313" y="228712"/>
                  <a:pt x="214313" y="246459"/>
                </a:cubicBezTo>
                <a:lnTo>
                  <a:pt x="214313" y="310753"/>
                </a:lnTo>
                <a:lnTo>
                  <a:pt x="128588" y="310753"/>
                </a:lnTo>
                <a:lnTo>
                  <a:pt x="128588" y="246459"/>
                </a:lnTo>
                <a:cubicBezTo>
                  <a:pt x="128588" y="228712"/>
                  <a:pt x="142987" y="214313"/>
                  <a:pt x="160734" y="214313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380880" y="2495520"/>
            <a:ext cx="2161800" cy="352404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524040"/>
              <a:gd name="textAreaBottom" fmla="*/ 3524400 h 3524040"/>
            </a:gdLst>
            <a:ahLst/>
            <a:cxnLst/>
            <a:rect l="textAreaLeft" t="textAreaTop" r="textAreaRight" b="textAreaBottom"/>
            <a:pathLst>
              <a:path w="2162175" h="352425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448055"/>
                </a:lnTo>
                <a:cubicBezTo>
                  <a:pt x="2162175" y="3490136"/>
                  <a:pt x="2128061" y="3524250"/>
                  <a:pt x="2085980" y="3524250"/>
                </a:cubicBezTo>
                <a:lnTo>
                  <a:pt x="76195" y="3524250"/>
                </a:lnTo>
                <a:cubicBezTo>
                  <a:pt x="34114" y="3524250"/>
                  <a:pt x="0" y="3490136"/>
                  <a:pt x="0" y="344805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6"/>
          <p:cNvSpPr/>
          <p:nvPr/>
        </p:nvSpPr>
        <p:spPr>
          <a:xfrm>
            <a:off x="380880" y="2495520"/>
            <a:ext cx="2161800" cy="3780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2162175" h="3810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447840" y="2666880"/>
            <a:ext cx="20286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1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485640" y="3124080"/>
            <a:ext cx="1952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Principal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495360" y="3505320"/>
            <a:ext cx="1933200" cy="19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Tu colección personal con búsqueda en tiempo real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10"/>
          <p:cNvSpPr/>
          <p:nvPr/>
        </p:nvSpPr>
        <p:spPr>
          <a:xfrm>
            <a:off x="533520" y="5557680"/>
            <a:ext cx="1856880" cy="9000"/>
          </a:xfrm>
          <a:custGeom>
            <a:avLst/>
            <a:gdLst>
              <a:gd name="textAreaLeft" fmla="*/ 0 w 1856880"/>
              <a:gd name="textAreaRight" fmla="*/ 1857240 w 185688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857375" h="9525">
                <a:moveTo>
                  <a:pt x="0" y="0"/>
                </a:moveTo>
                <a:lnTo>
                  <a:pt x="1857375" y="0"/>
                </a:lnTo>
                <a:lnTo>
                  <a:pt x="18573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949320" y="5710320"/>
            <a:ext cx="132840" cy="132840"/>
          </a:xfrm>
          <a:custGeom>
            <a:avLst/>
            <a:gdLst>
              <a:gd name="textAreaLeft" fmla="*/ 0 w 132840"/>
              <a:gd name="textAreaRight" fmla="*/ 133200 w 13284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33350" h="133350">
                <a:moveTo>
                  <a:pt x="10418" y="12502"/>
                </a:moveTo>
                <a:cubicBezTo>
                  <a:pt x="6954" y="12502"/>
                  <a:pt x="4167" y="15288"/>
                  <a:pt x="4167" y="18752"/>
                </a:cubicBezTo>
                <a:lnTo>
                  <a:pt x="4167" y="31254"/>
                </a:lnTo>
                <a:cubicBezTo>
                  <a:pt x="4167" y="34718"/>
                  <a:pt x="6954" y="37505"/>
                  <a:pt x="10418" y="37505"/>
                </a:cubicBezTo>
                <a:lnTo>
                  <a:pt x="22920" y="37505"/>
                </a:lnTo>
                <a:cubicBezTo>
                  <a:pt x="26384" y="37505"/>
                  <a:pt x="29170" y="34718"/>
                  <a:pt x="29170" y="31254"/>
                </a:cubicBezTo>
                <a:lnTo>
                  <a:pt x="29170" y="18752"/>
                </a:lnTo>
                <a:cubicBezTo>
                  <a:pt x="29170" y="15288"/>
                  <a:pt x="26384" y="12502"/>
                  <a:pt x="22920" y="12502"/>
                </a:cubicBezTo>
                <a:lnTo>
                  <a:pt x="10418" y="12502"/>
                </a:lnTo>
                <a:close/>
                <a:moveTo>
                  <a:pt x="50006" y="16669"/>
                </a:moveTo>
                <a:cubicBezTo>
                  <a:pt x="45396" y="16669"/>
                  <a:pt x="41672" y="20393"/>
                  <a:pt x="41672" y="25003"/>
                </a:cubicBezTo>
                <a:cubicBezTo>
                  <a:pt x="41672" y="29613"/>
                  <a:pt x="45396" y="33337"/>
                  <a:pt x="50006" y="33337"/>
                </a:cubicBezTo>
                <a:lnTo>
                  <a:pt x="125016" y="33337"/>
                </a:lnTo>
                <a:cubicBezTo>
                  <a:pt x="129626" y="33337"/>
                  <a:pt x="133350" y="29613"/>
                  <a:pt x="133350" y="25003"/>
                </a:cubicBezTo>
                <a:cubicBezTo>
                  <a:pt x="133350" y="20393"/>
                  <a:pt x="129626" y="16669"/>
                  <a:pt x="125016" y="16669"/>
                </a:cubicBezTo>
                <a:lnTo>
                  <a:pt x="50006" y="16669"/>
                </a:lnTo>
                <a:close/>
                <a:moveTo>
                  <a:pt x="50006" y="58341"/>
                </a:moveTo>
                <a:cubicBezTo>
                  <a:pt x="45396" y="58341"/>
                  <a:pt x="41672" y="62065"/>
                  <a:pt x="41672" y="66675"/>
                </a:cubicBezTo>
                <a:cubicBezTo>
                  <a:pt x="41672" y="71285"/>
                  <a:pt x="45396" y="75009"/>
                  <a:pt x="50006" y="75009"/>
                </a:cubicBezTo>
                <a:lnTo>
                  <a:pt x="125016" y="75009"/>
                </a:lnTo>
                <a:cubicBezTo>
                  <a:pt x="129626" y="75009"/>
                  <a:pt x="133350" y="71285"/>
                  <a:pt x="133350" y="66675"/>
                </a:cubicBezTo>
                <a:cubicBezTo>
                  <a:pt x="133350" y="62065"/>
                  <a:pt x="129626" y="58341"/>
                  <a:pt x="125016" y="58341"/>
                </a:cubicBezTo>
                <a:lnTo>
                  <a:pt x="50006" y="58341"/>
                </a:lnTo>
                <a:close/>
                <a:moveTo>
                  <a:pt x="50006" y="100013"/>
                </a:moveTo>
                <a:cubicBezTo>
                  <a:pt x="45396" y="100013"/>
                  <a:pt x="41672" y="103737"/>
                  <a:pt x="41672" y="108347"/>
                </a:cubicBezTo>
                <a:cubicBezTo>
                  <a:pt x="41672" y="112957"/>
                  <a:pt x="45396" y="116681"/>
                  <a:pt x="50006" y="116681"/>
                </a:cubicBezTo>
                <a:lnTo>
                  <a:pt x="125016" y="116681"/>
                </a:lnTo>
                <a:cubicBezTo>
                  <a:pt x="129626" y="116681"/>
                  <a:pt x="133350" y="112957"/>
                  <a:pt x="133350" y="108347"/>
                </a:cubicBezTo>
                <a:cubicBezTo>
                  <a:pt x="133350" y="103737"/>
                  <a:pt x="129626" y="100013"/>
                  <a:pt x="125016" y="100013"/>
                </a:cubicBezTo>
                <a:lnTo>
                  <a:pt x="50006" y="100013"/>
                </a:lnTo>
                <a:close/>
                <a:moveTo>
                  <a:pt x="4167" y="60424"/>
                </a:moveTo>
                <a:lnTo>
                  <a:pt x="4167" y="72926"/>
                </a:lnTo>
                <a:cubicBezTo>
                  <a:pt x="4167" y="76390"/>
                  <a:pt x="6954" y="79177"/>
                  <a:pt x="10418" y="79177"/>
                </a:cubicBezTo>
                <a:lnTo>
                  <a:pt x="22920" y="79177"/>
                </a:lnTo>
                <a:cubicBezTo>
                  <a:pt x="26384" y="79177"/>
                  <a:pt x="29170" y="76390"/>
                  <a:pt x="29170" y="72926"/>
                </a:cubicBezTo>
                <a:lnTo>
                  <a:pt x="29170" y="60424"/>
                </a:lnTo>
                <a:cubicBezTo>
                  <a:pt x="29170" y="56960"/>
                  <a:pt x="26384" y="54173"/>
                  <a:pt x="22920" y="54173"/>
                </a:cubicBezTo>
                <a:lnTo>
                  <a:pt x="10418" y="54173"/>
                </a:lnTo>
                <a:cubicBezTo>
                  <a:pt x="6954" y="54173"/>
                  <a:pt x="4167" y="56960"/>
                  <a:pt x="4167" y="60424"/>
                </a:cubicBezTo>
                <a:close/>
                <a:moveTo>
                  <a:pt x="10418" y="95845"/>
                </a:moveTo>
                <a:cubicBezTo>
                  <a:pt x="6954" y="95845"/>
                  <a:pt x="4167" y="98632"/>
                  <a:pt x="4167" y="102096"/>
                </a:cubicBezTo>
                <a:lnTo>
                  <a:pt x="4167" y="114598"/>
                </a:lnTo>
                <a:cubicBezTo>
                  <a:pt x="4167" y="118062"/>
                  <a:pt x="6954" y="120848"/>
                  <a:pt x="10418" y="120848"/>
                </a:cubicBezTo>
                <a:lnTo>
                  <a:pt x="22920" y="120848"/>
                </a:lnTo>
                <a:cubicBezTo>
                  <a:pt x="26384" y="120848"/>
                  <a:pt x="29170" y="118062"/>
                  <a:pt x="29170" y="114598"/>
                </a:cubicBezTo>
                <a:lnTo>
                  <a:pt x="29170" y="102096"/>
                </a:lnTo>
                <a:cubicBezTo>
                  <a:pt x="29170" y="98632"/>
                  <a:pt x="26384" y="95845"/>
                  <a:pt x="22920" y="95845"/>
                </a:cubicBezTo>
                <a:lnTo>
                  <a:pt x="10418" y="95845"/>
                </a:lnTo>
                <a:close/>
              </a:path>
            </a:pathLst>
          </a:custGeom>
          <a:solidFill>
            <a:srgbClr val="A89C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728640" y="5676840"/>
            <a:ext cx="16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Lista de libros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3"/>
          <p:cNvSpPr/>
          <p:nvPr/>
        </p:nvSpPr>
        <p:spPr>
          <a:xfrm>
            <a:off x="3398400" y="1562040"/>
            <a:ext cx="761760" cy="761760"/>
          </a:xfrm>
          <a:custGeom>
            <a:avLst/>
            <a:gdLst>
              <a:gd name="textAreaLeft" fmla="*/ 0 w 761760"/>
              <a:gd name="textAreaRight" fmla="*/ 762120 w 76176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01520" dir="2700000" dist="50402" kx="0" ky="0" rotWithShape="0" sx="100000" sy="100000">
              <a:srgbClr val="FFFFFF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4"/>
          <p:cNvSpPr/>
          <p:nvPr/>
        </p:nvSpPr>
        <p:spPr>
          <a:xfrm>
            <a:off x="3607920" y="1771560"/>
            <a:ext cx="342720" cy="342720"/>
          </a:xfrm>
          <a:custGeom>
            <a:avLst/>
            <a:gdLst>
              <a:gd name="textAreaLeft" fmla="*/ 0 w 342720"/>
              <a:gd name="textAreaRight" fmla="*/ 343080 w 34272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42900" h="342900">
                <a:moveTo>
                  <a:pt x="99856" y="43398"/>
                </a:moveTo>
                <a:lnTo>
                  <a:pt x="92891" y="64294"/>
                </a:lnTo>
                <a:lnTo>
                  <a:pt x="42863" y="64294"/>
                </a:lnTo>
                <a:cubicBezTo>
                  <a:pt x="19221" y="64294"/>
                  <a:pt x="0" y="83515"/>
                  <a:pt x="0" y="107156"/>
                </a:cubicBezTo>
                <a:lnTo>
                  <a:pt x="0" y="278606"/>
                </a:lnTo>
                <a:cubicBezTo>
                  <a:pt x="0" y="302248"/>
                  <a:pt x="19221" y="321469"/>
                  <a:pt x="42863" y="321469"/>
                </a:cubicBezTo>
                <a:lnTo>
                  <a:pt x="300038" y="321469"/>
                </a:lnTo>
                <a:cubicBezTo>
                  <a:pt x="323679" y="321469"/>
                  <a:pt x="342900" y="302248"/>
                  <a:pt x="342900" y="278606"/>
                </a:cubicBezTo>
                <a:lnTo>
                  <a:pt x="342900" y="107156"/>
                </a:lnTo>
                <a:cubicBezTo>
                  <a:pt x="342900" y="83515"/>
                  <a:pt x="323679" y="64294"/>
                  <a:pt x="300038" y="64294"/>
                </a:cubicBezTo>
                <a:lnTo>
                  <a:pt x="250009" y="64294"/>
                </a:lnTo>
                <a:lnTo>
                  <a:pt x="243044" y="43398"/>
                </a:lnTo>
                <a:cubicBezTo>
                  <a:pt x="238691" y="30272"/>
                  <a:pt x="226435" y="21431"/>
                  <a:pt x="212571" y="21431"/>
                </a:cubicBezTo>
                <a:lnTo>
                  <a:pt x="130329" y="21431"/>
                </a:lnTo>
                <a:cubicBezTo>
                  <a:pt x="116465" y="21431"/>
                  <a:pt x="104209" y="30272"/>
                  <a:pt x="99856" y="43398"/>
                </a:cubicBezTo>
                <a:close/>
                <a:moveTo>
                  <a:pt x="171450" y="128588"/>
                </a:moveTo>
                <a:cubicBezTo>
                  <a:pt x="206935" y="128588"/>
                  <a:pt x="235744" y="157397"/>
                  <a:pt x="235744" y="192881"/>
                </a:cubicBezTo>
                <a:cubicBezTo>
                  <a:pt x="235744" y="228366"/>
                  <a:pt x="206935" y="257175"/>
                  <a:pt x="171450" y="257175"/>
                </a:cubicBezTo>
                <a:cubicBezTo>
                  <a:pt x="135965" y="257175"/>
                  <a:pt x="107156" y="228366"/>
                  <a:pt x="107156" y="192881"/>
                </a:cubicBezTo>
                <a:cubicBezTo>
                  <a:pt x="107156" y="157397"/>
                  <a:pt x="135965" y="128588"/>
                  <a:pt x="171450" y="128588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2697480" y="2495520"/>
            <a:ext cx="2161800" cy="352404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524040"/>
              <a:gd name="textAreaBottom" fmla="*/ 3524400 h 3524040"/>
            </a:gdLst>
            <a:ahLst/>
            <a:cxnLst/>
            <a:rect l="textAreaLeft" t="textAreaTop" r="textAreaRight" b="textAreaBottom"/>
            <a:pathLst>
              <a:path w="2162175" h="352425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448055"/>
                </a:lnTo>
                <a:cubicBezTo>
                  <a:pt x="2162175" y="3490136"/>
                  <a:pt x="2128061" y="3524250"/>
                  <a:pt x="2085980" y="3524250"/>
                </a:cubicBezTo>
                <a:lnTo>
                  <a:pt x="76195" y="3524250"/>
                </a:lnTo>
                <a:cubicBezTo>
                  <a:pt x="34114" y="3524250"/>
                  <a:pt x="0" y="3490136"/>
                  <a:pt x="0" y="344805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2697480" y="2495520"/>
            <a:ext cx="2161800" cy="3780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2162175" h="3810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7"/>
          <p:cNvSpPr/>
          <p:nvPr/>
        </p:nvSpPr>
        <p:spPr>
          <a:xfrm>
            <a:off x="2764080" y="2666880"/>
            <a:ext cx="20286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2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2802240" y="3124080"/>
            <a:ext cx="1952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Escanear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2811600" y="3505320"/>
            <a:ext cx="1933200" cy="19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Abre la cámara y detecta el ISBN automáticamente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0"/>
          <p:cNvSpPr/>
          <p:nvPr/>
        </p:nvSpPr>
        <p:spPr>
          <a:xfrm>
            <a:off x="2849760" y="5557680"/>
            <a:ext cx="1856880" cy="9000"/>
          </a:xfrm>
          <a:custGeom>
            <a:avLst/>
            <a:gdLst>
              <a:gd name="textAreaLeft" fmla="*/ 0 w 1856880"/>
              <a:gd name="textAreaRight" fmla="*/ 1857240 w 185688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857375" h="9525">
                <a:moveTo>
                  <a:pt x="0" y="0"/>
                </a:moveTo>
                <a:lnTo>
                  <a:pt x="1857375" y="0"/>
                </a:lnTo>
                <a:lnTo>
                  <a:pt x="18573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1"/>
          <p:cNvSpPr/>
          <p:nvPr/>
        </p:nvSpPr>
        <p:spPr>
          <a:xfrm>
            <a:off x="3414960" y="57103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88240" y="-2578"/>
                </a:moveTo>
                <a:cubicBezTo>
                  <a:pt x="91340" y="-339"/>
                  <a:pt x="92486" y="3724"/>
                  <a:pt x="91079" y="7267"/>
                </a:cubicBezTo>
                <a:lnTo>
                  <a:pt x="70660" y="58341"/>
                </a:lnTo>
                <a:lnTo>
                  <a:pt x="108347" y="58341"/>
                </a:lnTo>
                <a:cubicBezTo>
                  <a:pt x="111863" y="58341"/>
                  <a:pt x="114988" y="60528"/>
                  <a:pt x="116186" y="63836"/>
                </a:cubicBezTo>
                <a:cubicBezTo>
                  <a:pt x="117384" y="67144"/>
                  <a:pt x="116369" y="70842"/>
                  <a:pt x="113686" y="73082"/>
                </a:cubicBezTo>
                <a:lnTo>
                  <a:pt x="38677" y="135590"/>
                </a:lnTo>
                <a:cubicBezTo>
                  <a:pt x="35734" y="138038"/>
                  <a:pt x="31540" y="138168"/>
                  <a:pt x="28441" y="135928"/>
                </a:cubicBezTo>
                <a:cubicBezTo>
                  <a:pt x="25342" y="133689"/>
                  <a:pt x="24196" y="129626"/>
                  <a:pt x="25602" y="126083"/>
                </a:cubicBezTo>
                <a:lnTo>
                  <a:pt x="46021" y="75009"/>
                </a:lnTo>
                <a:lnTo>
                  <a:pt x="8334" y="75009"/>
                </a:lnTo>
                <a:cubicBezTo>
                  <a:pt x="4818" y="75009"/>
                  <a:pt x="1693" y="72822"/>
                  <a:pt x="495" y="69514"/>
                </a:cubicBezTo>
                <a:cubicBezTo>
                  <a:pt x="-703" y="66206"/>
                  <a:pt x="313" y="62508"/>
                  <a:pt x="2995" y="60268"/>
                </a:cubicBezTo>
                <a:lnTo>
                  <a:pt x="78005" y="-2240"/>
                </a:lnTo>
                <a:cubicBezTo>
                  <a:pt x="80948" y="-4688"/>
                  <a:pt x="85141" y="-4818"/>
                  <a:pt x="88240" y="-2578"/>
                </a:cubicBezTo>
                <a:close/>
              </a:path>
            </a:pathLst>
          </a:custGeom>
          <a:solidFill>
            <a:srgbClr val="A89C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3045240" y="5676840"/>
            <a:ext cx="16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ML Kit IA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3"/>
          <p:cNvSpPr/>
          <p:nvPr/>
        </p:nvSpPr>
        <p:spPr>
          <a:xfrm>
            <a:off x="5715000" y="1562040"/>
            <a:ext cx="761760" cy="761760"/>
          </a:xfrm>
          <a:custGeom>
            <a:avLst/>
            <a:gdLst>
              <a:gd name="textAreaLeft" fmla="*/ 0 w 761760"/>
              <a:gd name="textAreaRight" fmla="*/ 762120 w 76176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01520" dir="2700000" dist="50402" kx="0" ky="0" rotWithShape="0" sx="100000" sy="100000">
              <a:srgbClr val="FFFFFF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4"/>
          <p:cNvSpPr/>
          <p:nvPr/>
        </p:nvSpPr>
        <p:spPr>
          <a:xfrm>
            <a:off x="5924520" y="1771560"/>
            <a:ext cx="342720" cy="342720"/>
          </a:xfrm>
          <a:custGeom>
            <a:avLst/>
            <a:gdLst>
              <a:gd name="textAreaLeft" fmla="*/ 0 w 342720"/>
              <a:gd name="textAreaRight" fmla="*/ 343080 w 34272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42900" h="342900">
                <a:moveTo>
                  <a:pt x="278606" y="139303"/>
                </a:moveTo>
                <a:cubicBezTo>
                  <a:pt x="278606" y="170044"/>
                  <a:pt x="268627" y="198440"/>
                  <a:pt x="251817" y="221479"/>
                </a:cubicBezTo>
                <a:lnTo>
                  <a:pt x="336605" y="306333"/>
                </a:lnTo>
                <a:cubicBezTo>
                  <a:pt x="344976" y="314705"/>
                  <a:pt x="344976" y="328300"/>
                  <a:pt x="336605" y="336672"/>
                </a:cubicBezTo>
                <a:cubicBezTo>
                  <a:pt x="328233" y="345043"/>
                  <a:pt x="314638" y="345043"/>
                  <a:pt x="306266" y="336672"/>
                </a:cubicBezTo>
                <a:lnTo>
                  <a:pt x="221479" y="251817"/>
                </a:lnTo>
                <a:cubicBezTo>
                  <a:pt x="198440" y="268627"/>
                  <a:pt x="170044" y="278606"/>
                  <a:pt x="139303" y="278606"/>
                </a:cubicBezTo>
                <a:cubicBezTo>
                  <a:pt x="62352" y="278606"/>
                  <a:pt x="0" y="216255"/>
                  <a:pt x="0" y="139303"/>
                </a:cubicBezTo>
                <a:cubicBezTo>
                  <a:pt x="0" y="62352"/>
                  <a:pt x="62352" y="0"/>
                  <a:pt x="139303" y="0"/>
                </a:cubicBezTo>
                <a:cubicBezTo>
                  <a:pt x="216255" y="0"/>
                  <a:pt x="278606" y="62352"/>
                  <a:pt x="278606" y="139303"/>
                </a:cubicBezTo>
                <a:close/>
                <a:moveTo>
                  <a:pt x="139303" y="235744"/>
                </a:moveTo>
                <a:cubicBezTo>
                  <a:pt x="192530" y="235744"/>
                  <a:pt x="235744" y="192530"/>
                  <a:pt x="235744" y="139303"/>
                </a:cubicBezTo>
                <a:cubicBezTo>
                  <a:pt x="235744" y="86076"/>
                  <a:pt x="192530" y="42863"/>
                  <a:pt x="139303" y="42863"/>
                </a:cubicBezTo>
                <a:cubicBezTo>
                  <a:pt x="86076" y="42863"/>
                  <a:pt x="42863" y="86076"/>
                  <a:pt x="42863" y="139303"/>
                </a:cubicBezTo>
                <a:cubicBezTo>
                  <a:pt x="42863" y="192530"/>
                  <a:pt x="86076" y="235744"/>
                  <a:pt x="139303" y="235744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5"/>
          <p:cNvSpPr/>
          <p:nvPr/>
        </p:nvSpPr>
        <p:spPr>
          <a:xfrm>
            <a:off x="5014080" y="2495520"/>
            <a:ext cx="2161800" cy="352404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524040"/>
              <a:gd name="textAreaBottom" fmla="*/ 3524400 h 3524040"/>
            </a:gdLst>
            <a:ahLst/>
            <a:cxnLst/>
            <a:rect l="textAreaLeft" t="textAreaTop" r="textAreaRight" b="textAreaBottom"/>
            <a:pathLst>
              <a:path w="2162175" h="352425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448055"/>
                </a:lnTo>
                <a:cubicBezTo>
                  <a:pt x="2162175" y="3490136"/>
                  <a:pt x="2128061" y="3524250"/>
                  <a:pt x="2085980" y="3524250"/>
                </a:cubicBezTo>
                <a:lnTo>
                  <a:pt x="76195" y="3524250"/>
                </a:lnTo>
                <a:cubicBezTo>
                  <a:pt x="34114" y="3524250"/>
                  <a:pt x="0" y="3490136"/>
                  <a:pt x="0" y="344805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6"/>
          <p:cNvSpPr/>
          <p:nvPr/>
        </p:nvSpPr>
        <p:spPr>
          <a:xfrm>
            <a:off x="5014080" y="2495520"/>
            <a:ext cx="2161800" cy="3780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2162175" h="3810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7"/>
          <p:cNvSpPr/>
          <p:nvPr/>
        </p:nvSpPr>
        <p:spPr>
          <a:xfrm>
            <a:off x="5080680" y="2666880"/>
            <a:ext cx="20286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3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8"/>
          <p:cNvSpPr/>
          <p:nvPr/>
        </p:nvSpPr>
        <p:spPr>
          <a:xfrm>
            <a:off x="5118840" y="3124080"/>
            <a:ext cx="1952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Resultado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9"/>
          <p:cNvSpPr/>
          <p:nvPr/>
        </p:nvSpPr>
        <p:spPr>
          <a:xfrm>
            <a:off x="5128200" y="3505320"/>
            <a:ext cx="1933200" cy="19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Muestra datos del libro o detecta duplicados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0"/>
          <p:cNvSpPr/>
          <p:nvPr/>
        </p:nvSpPr>
        <p:spPr>
          <a:xfrm>
            <a:off x="5166360" y="5557680"/>
            <a:ext cx="1856880" cy="9000"/>
          </a:xfrm>
          <a:custGeom>
            <a:avLst/>
            <a:gdLst>
              <a:gd name="textAreaLeft" fmla="*/ 0 w 1856880"/>
              <a:gd name="textAreaRight" fmla="*/ 1857240 w 185688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857375" h="9525">
                <a:moveTo>
                  <a:pt x="0" y="0"/>
                </a:moveTo>
                <a:lnTo>
                  <a:pt x="1857375" y="0"/>
                </a:lnTo>
                <a:lnTo>
                  <a:pt x="18573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1"/>
          <p:cNvSpPr/>
          <p:nvPr/>
        </p:nvSpPr>
        <p:spPr>
          <a:xfrm>
            <a:off x="5690520" y="57103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00013" y="133350"/>
                </a:moveTo>
                <a:lnTo>
                  <a:pt x="25003" y="133350"/>
                </a:lnTo>
                <a:cubicBezTo>
                  <a:pt x="11199" y="133350"/>
                  <a:pt x="0" y="122151"/>
                  <a:pt x="0" y="108347"/>
                </a:cubicBezTo>
                <a:lnTo>
                  <a:pt x="0" y="25003"/>
                </a:lnTo>
                <a:cubicBezTo>
                  <a:pt x="0" y="11199"/>
                  <a:pt x="11199" y="0"/>
                  <a:pt x="25003" y="0"/>
                </a:cubicBezTo>
                <a:lnTo>
                  <a:pt x="104180" y="0"/>
                </a:lnTo>
                <a:cubicBezTo>
                  <a:pt x="111082" y="0"/>
                  <a:pt x="116681" y="5600"/>
                  <a:pt x="116681" y="12502"/>
                </a:cubicBezTo>
                <a:lnTo>
                  <a:pt x="116681" y="87511"/>
                </a:lnTo>
                <a:cubicBezTo>
                  <a:pt x="116681" y="92954"/>
                  <a:pt x="113191" y="97590"/>
                  <a:pt x="108347" y="99309"/>
                </a:cubicBezTo>
                <a:lnTo>
                  <a:pt x="108347" y="116681"/>
                </a:lnTo>
                <a:cubicBezTo>
                  <a:pt x="112957" y="116681"/>
                  <a:pt x="116681" y="120406"/>
                  <a:pt x="116681" y="125016"/>
                </a:cubicBezTo>
                <a:cubicBezTo>
                  <a:pt x="116681" y="129626"/>
                  <a:pt x="112957" y="133350"/>
                  <a:pt x="108347" y="133350"/>
                </a:cubicBezTo>
                <a:lnTo>
                  <a:pt x="100013" y="133350"/>
                </a:lnTo>
                <a:close/>
                <a:moveTo>
                  <a:pt x="25003" y="100013"/>
                </a:moveTo>
                <a:cubicBezTo>
                  <a:pt x="20393" y="100013"/>
                  <a:pt x="16669" y="103737"/>
                  <a:pt x="16669" y="108347"/>
                </a:cubicBezTo>
                <a:cubicBezTo>
                  <a:pt x="16669" y="112957"/>
                  <a:pt x="20393" y="116681"/>
                  <a:pt x="25003" y="116681"/>
                </a:cubicBezTo>
                <a:lnTo>
                  <a:pt x="91678" y="116681"/>
                </a:lnTo>
                <a:lnTo>
                  <a:pt x="91678" y="100013"/>
                </a:lnTo>
                <a:lnTo>
                  <a:pt x="25003" y="100013"/>
                </a:lnTo>
                <a:close/>
                <a:moveTo>
                  <a:pt x="33337" y="39588"/>
                </a:moveTo>
                <a:cubicBezTo>
                  <a:pt x="33337" y="43052"/>
                  <a:pt x="36124" y="45839"/>
                  <a:pt x="39588" y="45839"/>
                </a:cubicBezTo>
                <a:lnTo>
                  <a:pt x="85427" y="45839"/>
                </a:lnTo>
                <a:cubicBezTo>
                  <a:pt x="88891" y="45839"/>
                  <a:pt x="91678" y="43052"/>
                  <a:pt x="91678" y="39588"/>
                </a:cubicBezTo>
                <a:cubicBezTo>
                  <a:pt x="91678" y="36124"/>
                  <a:pt x="88891" y="33337"/>
                  <a:pt x="85427" y="33337"/>
                </a:cubicBezTo>
                <a:lnTo>
                  <a:pt x="39588" y="33337"/>
                </a:lnTo>
                <a:cubicBezTo>
                  <a:pt x="36124" y="33337"/>
                  <a:pt x="33337" y="36124"/>
                  <a:pt x="33337" y="39588"/>
                </a:cubicBezTo>
                <a:close/>
                <a:moveTo>
                  <a:pt x="39588" y="58341"/>
                </a:moveTo>
                <a:cubicBezTo>
                  <a:pt x="36124" y="58341"/>
                  <a:pt x="33337" y="61127"/>
                  <a:pt x="33337" y="64591"/>
                </a:cubicBezTo>
                <a:cubicBezTo>
                  <a:pt x="33337" y="68055"/>
                  <a:pt x="36124" y="70842"/>
                  <a:pt x="39588" y="70842"/>
                </a:cubicBezTo>
                <a:lnTo>
                  <a:pt x="85427" y="70842"/>
                </a:lnTo>
                <a:cubicBezTo>
                  <a:pt x="88891" y="70842"/>
                  <a:pt x="91678" y="68055"/>
                  <a:pt x="91678" y="64591"/>
                </a:cubicBezTo>
                <a:cubicBezTo>
                  <a:pt x="91678" y="61127"/>
                  <a:pt x="88891" y="58341"/>
                  <a:pt x="85427" y="58341"/>
                </a:cubicBezTo>
                <a:lnTo>
                  <a:pt x="39588" y="58341"/>
                </a:lnTo>
                <a:close/>
              </a:path>
            </a:pathLst>
          </a:custGeom>
          <a:solidFill>
            <a:srgbClr val="A89C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2"/>
          <p:cNvSpPr/>
          <p:nvPr/>
        </p:nvSpPr>
        <p:spPr>
          <a:xfrm>
            <a:off x="5361480" y="5676840"/>
            <a:ext cx="16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Metadatos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3"/>
          <p:cNvSpPr/>
          <p:nvPr/>
        </p:nvSpPr>
        <p:spPr>
          <a:xfrm>
            <a:off x="8031600" y="1562040"/>
            <a:ext cx="761760" cy="761760"/>
          </a:xfrm>
          <a:custGeom>
            <a:avLst/>
            <a:gdLst>
              <a:gd name="textAreaLeft" fmla="*/ 0 w 761760"/>
              <a:gd name="textAreaRight" fmla="*/ 762120 w 76176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01520" dir="2700000" dist="50402" kx="0" ky="0" rotWithShape="0" sx="100000" sy="100000">
              <a:srgbClr val="FFFFFF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4"/>
          <p:cNvSpPr/>
          <p:nvPr/>
        </p:nvSpPr>
        <p:spPr>
          <a:xfrm>
            <a:off x="8241120" y="1771560"/>
            <a:ext cx="342720" cy="342720"/>
          </a:xfrm>
          <a:custGeom>
            <a:avLst/>
            <a:gdLst>
              <a:gd name="textAreaLeft" fmla="*/ 0 w 342720"/>
              <a:gd name="textAreaRight" fmla="*/ 343080 w 34272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42900" h="342900">
                <a:moveTo>
                  <a:pt x="315843" y="14533"/>
                </a:moveTo>
                <a:cubicBezTo>
                  <a:pt x="301176" y="-134"/>
                  <a:pt x="277468" y="-134"/>
                  <a:pt x="262801" y="14533"/>
                </a:cubicBezTo>
                <a:lnTo>
                  <a:pt x="246459" y="30874"/>
                </a:lnTo>
                <a:lnTo>
                  <a:pt x="312026" y="96441"/>
                </a:lnTo>
                <a:lnTo>
                  <a:pt x="328367" y="80099"/>
                </a:lnTo>
                <a:cubicBezTo>
                  <a:pt x="343034" y="65432"/>
                  <a:pt x="343034" y="41724"/>
                  <a:pt x="328367" y="27057"/>
                </a:cubicBezTo>
                <a:lnTo>
                  <a:pt x="315843" y="14533"/>
                </a:lnTo>
                <a:close/>
                <a:moveTo>
                  <a:pt x="115461" y="161873"/>
                </a:moveTo>
                <a:cubicBezTo>
                  <a:pt x="111376" y="165958"/>
                  <a:pt x="108228" y="170981"/>
                  <a:pt x="106420" y="176540"/>
                </a:cubicBezTo>
                <a:lnTo>
                  <a:pt x="86596" y="236012"/>
                </a:lnTo>
                <a:cubicBezTo>
                  <a:pt x="84653" y="241771"/>
                  <a:pt x="86194" y="248134"/>
                  <a:pt x="90480" y="252487"/>
                </a:cubicBezTo>
                <a:cubicBezTo>
                  <a:pt x="94766" y="256840"/>
                  <a:pt x="101129" y="258314"/>
                  <a:pt x="106955" y="256371"/>
                </a:cubicBezTo>
                <a:lnTo>
                  <a:pt x="166427" y="236547"/>
                </a:lnTo>
                <a:cubicBezTo>
                  <a:pt x="171919" y="234739"/>
                  <a:pt x="176942" y="231591"/>
                  <a:pt x="181094" y="227506"/>
                </a:cubicBezTo>
                <a:lnTo>
                  <a:pt x="289322" y="119144"/>
                </a:lnTo>
                <a:lnTo>
                  <a:pt x="223756" y="53578"/>
                </a:lnTo>
                <a:lnTo>
                  <a:pt x="115461" y="161873"/>
                </a:lnTo>
                <a:close/>
                <a:moveTo>
                  <a:pt x="64294" y="42863"/>
                </a:moveTo>
                <a:cubicBezTo>
                  <a:pt x="28798" y="42863"/>
                  <a:pt x="0" y="71661"/>
                  <a:pt x="0" y="107156"/>
                </a:cubicBezTo>
                <a:lnTo>
                  <a:pt x="0" y="278606"/>
                </a:lnTo>
                <a:cubicBezTo>
                  <a:pt x="0" y="314102"/>
                  <a:pt x="28798" y="342900"/>
                  <a:pt x="64294" y="342900"/>
                </a:cubicBezTo>
                <a:lnTo>
                  <a:pt x="235744" y="342900"/>
                </a:lnTo>
                <a:cubicBezTo>
                  <a:pt x="271239" y="342900"/>
                  <a:pt x="300038" y="314102"/>
                  <a:pt x="300038" y="278606"/>
                </a:cubicBezTo>
                <a:lnTo>
                  <a:pt x="300038" y="214313"/>
                </a:lnTo>
                <a:cubicBezTo>
                  <a:pt x="300038" y="202458"/>
                  <a:pt x="290460" y="192881"/>
                  <a:pt x="278606" y="192881"/>
                </a:cubicBezTo>
                <a:cubicBezTo>
                  <a:pt x="266752" y="192881"/>
                  <a:pt x="257175" y="202458"/>
                  <a:pt x="257175" y="214313"/>
                </a:cubicBezTo>
                <a:lnTo>
                  <a:pt x="257175" y="278606"/>
                </a:lnTo>
                <a:cubicBezTo>
                  <a:pt x="257175" y="290460"/>
                  <a:pt x="247598" y="300038"/>
                  <a:pt x="235744" y="300038"/>
                </a:cubicBezTo>
                <a:lnTo>
                  <a:pt x="64294" y="300038"/>
                </a:lnTo>
                <a:cubicBezTo>
                  <a:pt x="52440" y="300038"/>
                  <a:pt x="42863" y="290460"/>
                  <a:pt x="42863" y="278606"/>
                </a:cubicBezTo>
                <a:lnTo>
                  <a:pt x="42863" y="107156"/>
                </a:lnTo>
                <a:cubicBezTo>
                  <a:pt x="42863" y="95302"/>
                  <a:pt x="52440" y="85725"/>
                  <a:pt x="64294" y="85725"/>
                </a:cubicBezTo>
                <a:lnTo>
                  <a:pt x="128588" y="85725"/>
                </a:lnTo>
                <a:cubicBezTo>
                  <a:pt x="140442" y="85725"/>
                  <a:pt x="150019" y="76148"/>
                  <a:pt x="150019" y="64294"/>
                </a:cubicBezTo>
                <a:cubicBezTo>
                  <a:pt x="150019" y="52440"/>
                  <a:pt x="140442" y="42863"/>
                  <a:pt x="128588" y="42863"/>
                </a:cubicBezTo>
                <a:lnTo>
                  <a:pt x="64294" y="42863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5"/>
          <p:cNvSpPr/>
          <p:nvPr/>
        </p:nvSpPr>
        <p:spPr>
          <a:xfrm>
            <a:off x="7330320" y="2495520"/>
            <a:ext cx="2161800" cy="352404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524040"/>
              <a:gd name="textAreaBottom" fmla="*/ 3524400 h 3524040"/>
            </a:gdLst>
            <a:ahLst/>
            <a:cxnLst/>
            <a:rect l="textAreaLeft" t="textAreaTop" r="textAreaRight" b="textAreaBottom"/>
            <a:pathLst>
              <a:path w="2162175" h="352425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448055"/>
                </a:lnTo>
                <a:cubicBezTo>
                  <a:pt x="2162175" y="3490136"/>
                  <a:pt x="2128061" y="3524250"/>
                  <a:pt x="2085980" y="3524250"/>
                </a:cubicBezTo>
                <a:lnTo>
                  <a:pt x="76195" y="3524250"/>
                </a:lnTo>
                <a:cubicBezTo>
                  <a:pt x="34114" y="3524250"/>
                  <a:pt x="0" y="3490136"/>
                  <a:pt x="0" y="344805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6"/>
          <p:cNvSpPr/>
          <p:nvPr/>
        </p:nvSpPr>
        <p:spPr>
          <a:xfrm>
            <a:off x="7330320" y="2495520"/>
            <a:ext cx="2161800" cy="3780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2162175" h="3810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7"/>
          <p:cNvSpPr/>
          <p:nvPr/>
        </p:nvSpPr>
        <p:spPr>
          <a:xfrm>
            <a:off x="7396920" y="2666880"/>
            <a:ext cx="20286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4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8"/>
          <p:cNvSpPr/>
          <p:nvPr/>
        </p:nvSpPr>
        <p:spPr>
          <a:xfrm>
            <a:off x="7435080" y="3124080"/>
            <a:ext cx="1952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Editar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9"/>
          <p:cNvSpPr/>
          <p:nvPr/>
        </p:nvSpPr>
        <p:spPr>
          <a:xfrm>
            <a:off x="7444800" y="3505320"/>
            <a:ext cx="1933200" cy="19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Modifica o completa los datos si es necesario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0"/>
          <p:cNvSpPr/>
          <p:nvPr/>
        </p:nvSpPr>
        <p:spPr>
          <a:xfrm>
            <a:off x="7482960" y="5557680"/>
            <a:ext cx="1856880" cy="9000"/>
          </a:xfrm>
          <a:custGeom>
            <a:avLst/>
            <a:gdLst>
              <a:gd name="textAreaLeft" fmla="*/ 0 w 1856880"/>
              <a:gd name="textAreaRight" fmla="*/ 1857240 w 185688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857375" h="9525">
                <a:moveTo>
                  <a:pt x="0" y="0"/>
                </a:moveTo>
                <a:lnTo>
                  <a:pt x="1857375" y="0"/>
                </a:lnTo>
                <a:lnTo>
                  <a:pt x="18573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1"/>
          <p:cNvSpPr/>
          <p:nvPr/>
        </p:nvSpPr>
        <p:spPr>
          <a:xfrm>
            <a:off x="7972560" y="5710320"/>
            <a:ext cx="132840" cy="132840"/>
          </a:xfrm>
          <a:custGeom>
            <a:avLst/>
            <a:gdLst>
              <a:gd name="textAreaLeft" fmla="*/ 0 w 132840"/>
              <a:gd name="textAreaRight" fmla="*/ 133200 w 13284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33350" h="133350">
                <a:moveTo>
                  <a:pt x="0" y="108347"/>
                </a:moveTo>
                <a:lnTo>
                  <a:pt x="0" y="54173"/>
                </a:lnTo>
                <a:lnTo>
                  <a:pt x="35473" y="54173"/>
                </a:lnTo>
                <a:cubicBezTo>
                  <a:pt x="38989" y="48912"/>
                  <a:pt x="43808" y="44589"/>
                  <a:pt x="49459" y="41672"/>
                </a:cubicBezTo>
                <a:lnTo>
                  <a:pt x="0" y="41672"/>
                </a:lnTo>
                <a:lnTo>
                  <a:pt x="0" y="32738"/>
                </a:lnTo>
                <a:cubicBezTo>
                  <a:pt x="0" y="23545"/>
                  <a:pt x="7475" y="16070"/>
                  <a:pt x="16669" y="16070"/>
                </a:cubicBezTo>
                <a:lnTo>
                  <a:pt x="16695" y="16070"/>
                </a:lnTo>
                <a:cubicBezTo>
                  <a:pt x="17007" y="11746"/>
                  <a:pt x="20602" y="8334"/>
                  <a:pt x="25003" y="8334"/>
                </a:cubicBezTo>
                <a:lnTo>
                  <a:pt x="33337" y="8334"/>
                </a:lnTo>
                <a:cubicBezTo>
                  <a:pt x="37739" y="8334"/>
                  <a:pt x="41333" y="11746"/>
                  <a:pt x="41646" y="16070"/>
                </a:cubicBezTo>
                <a:lnTo>
                  <a:pt x="50006" y="16070"/>
                </a:lnTo>
                <a:lnTo>
                  <a:pt x="63341" y="9871"/>
                </a:lnTo>
                <a:cubicBezTo>
                  <a:pt x="65529" y="8855"/>
                  <a:pt x="67925" y="8308"/>
                  <a:pt x="70347" y="8308"/>
                </a:cubicBezTo>
                <a:lnTo>
                  <a:pt x="116681" y="8334"/>
                </a:lnTo>
                <a:cubicBezTo>
                  <a:pt x="125875" y="8334"/>
                  <a:pt x="133350" y="15809"/>
                  <a:pt x="133350" y="25003"/>
                </a:cubicBezTo>
                <a:lnTo>
                  <a:pt x="133350" y="41672"/>
                </a:lnTo>
                <a:lnTo>
                  <a:pt x="83865" y="41672"/>
                </a:lnTo>
                <a:cubicBezTo>
                  <a:pt x="89516" y="44589"/>
                  <a:pt x="94335" y="48912"/>
                  <a:pt x="97851" y="54173"/>
                </a:cubicBezTo>
                <a:lnTo>
                  <a:pt x="133324" y="54173"/>
                </a:lnTo>
                <a:lnTo>
                  <a:pt x="133324" y="108347"/>
                </a:lnTo>
                <a:cubicBezTo>
                  <a:pt x="133324" y="117541"/>
                  <a:pt x="125849" y="125016"/>
                  <a:pt x="116655" y="125016"/>
                </a:cubicBezTo>
                <a:lnTo>
                  <a:pt x="16669" y="125016"/>
                </a:lnTo>
                <a:cubicBezTo>
                  <a:pt x="7475" y="125016"/>
                  <a:pt x="0" y="117541"/>
                  <a:pt x="0" y="108347"/>
                </a:cubicBezTo>
                <a:close/>
                <a:moveTo>
                  <a:pt x="66675" y="50006"/>
                </a:moveTo>
                <a:cubicBezTo>
                  <a:pt x="57545" y="49712"/>
                  <a:pt x="48980" y="54414"/>
                  <a:pt x="44328" y="62275"/>
                </a:cubicBezTo>
                <a:cubicBezTo>
                  <a:pt x="39676" y="70137"/>
                  <a:pt x="39676" y="79908"/>
                  <a:pt x="44328" y="87769"/>
                </a:cubicBezTo>
                <a:cubicBezTo>
                  <a:pt x="48980" y="95631"/>
                  <a:pt x="57545" y="100333"/>
                  <a:pt x="66675" y="100039"/>
                </a:cubicBezTo>
                <a:cubicBezTo>
                  <a:pt x="75805" y="100333"/>
                  <a:pt x="84370" y="95631"/>
                  <a:pt x="89022" y="87769"/>
                </a:cubicBezTo>
                <a:cubicBezTo>
                  <a:pt x="93674" y="79908"/>
                  <a:pt x="93674" y="70137"/>
                  <a:pt x="89022" y="62275"/>
                </a:cubicBezTo>
                <a:cubicBezTo>
                  <a:pt x="84370" y="54414"/>
                  <a:pt x="75805" y="49712"/>
                  <a:pt x="66675" y="50006"/>
                </a:cubicBezTo>
                <a:close/>
              </a:path>
            </a:pathLst>
          </a:custGeom>
          <a:solidFill>
            <a:srgbClr val="A89C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2"/>
          <p:cNvSpPr/>
          <p:nvPr/>
        </p:nvSpPr>
        <p:spPr>
          <a:xfrm>
            <a:off x="7678080" y="5676840"/>
            <a:ext cx="16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Foto propia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43"/>
          <p:cNvSpPr/>
          <p:nvPr/>
        </p:nvSpPr>
        <p:spPr>
          <a:xfrm>
            <a:off x="10347840" y="1562040"/>
            <a:ext cx="761760" cy="761760"/>
          </a:xfrm>
          <a:custGeom>
            <a:avLst/>
            <a:gdLst>
              <a:gd name="textAreaLeft" fmla="*/ 0 w 761760"/>
              <a:gd name="textAreaRight" fmla="*/ 762120 w 76176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762000" h="762000">
                <a:moveTo>
                  <a:pt x="381000" y="0"/>
                </a:moveTo>
                <a:lnTo>
                  <a:pt x="381000" y="0"/>
                </a:lnTo>
                <a:cubicBezTo>
                  <a:pt x="591280" y="0"/>
                  <a:pt x="762000" y="170720"/>
                  <a:pt x="762000" y="381000"/>
                </a:cubicBezTo>
                <a:lnTo>
                  <a:pt x="762000" y="381000"/>
                </a:lnTo>
                <a:cubicBezTo>
                  <a:pt x="762000" y="591280"/>
                  <a:pt x="591280" y="762000"/>
                  <a:pt x="3810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01520" dir="2700000" dist="50402" kx="0" ky="0" rotWithShape="0" sx="100000" sy="100000">
              <a:srgbClr val="FFFFFF">
                <a:alpha val="7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4"/>
          <p:cNvSpPr/>
          <p:nvPr/>
        </p:nvSpPr>
        <p:spPr>
          <a:xfrm>
            <a:off x="10578960" y="1771560"/>
            <a:ext cx="299520" cy="342720"/>
          </a:xfrm>
          <a:custGeom>
            <a:avLst/>
            <a:gdLst>
              <a:gd name="textAreaLeft" fmla="*/ 0 w 299520"/>
              <a:gd name="textAreaRight" fmla="*/ 299880 w 29952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00038" h="342900">
                <a:moveTo>
                  <a:pt x="42863" y="21431"/>
                </a:moveTo>
                <a:cubicBezTo>
                  <a:pt x="19221" y="21431"/>
                  <a:pt x="0" y="40652"/>
                  <a:pt x="0" y="64294"/>
                </a:cubicBezTo>
                <a:lnTo>
                  <a:pt x="0" y="278606"/>
                </a:lnTo>
                <a:cubicBezTo>
                  <a:pt x="0" y="302248"/>
                  <a:pt x="19221" y="321469"/>
                  <a:pt x="42863" y="321469"/>
                </a:cubicBezTo>
                <a:lnTo>
                  <a:pt x="257175" y="321469"/>
                </a:lnTo>
                <a:cubicBezTo>
                  <a:pt x="280816" y="321469"/>
                  <a:pt x="300038" y="302248"/>
                  <a:pt x="300038" y="278606"/>
                </a:cubicBezTo>
                <a:lnTo>
                  <a:pt x="300038" y="116064"/>
                </a:lnTo>
                <a:cubicBezTo>
                  <a:pt x="300038" y="104678"/>
                  <a:pt x="295550" y="93762"/>
                  <a:pt x="287514" y="85725"/>
                </a:cubicBezTo>
                <a:lnTo>
                  <a:pt x="235744" y="33955"/>
                </a:lnTo>
                <a:cubicBezTo>
                  <a:pt x="227707" y="25918"/>
                  <a:pt x="216790" y="21431"/>
                  <a:pt x="205405" y="21431"/>
                </a:cubicBezTo>
                <a:lnTo>
                  <a:pt x="42863" y="21431"/>
                </a:lnTo>
                <a:close/>
                <a:moveTo>
                  <a:pt x="64294" y="85725"/>
                </a:moveTo>
                <a:cubicBezTo>
                  <a:pt x="64294" y="73871"/>
                  <a:pt x="73871" y="64294"/>
                  <a:pt x="85725" y="64294"/>
                </a:cubicBezTo>
                <a:lnTo>
                  <a:pt x="192881" y="64294"/>
                </a:lnTo>
                <a:cubicBezTo>
                  <a:pt x="204735" y="64294"/>
                  <a:pt x="214313" y="73871"/>
                  <a:pt x="214313" y="85725"/>
                </a:cubicBezTo>
                <a:lnTo>
                  <a:pt x="214313" y="128588"/>
                </a:lnTo>
                <a:cubicBezTo>
                  <a:pt x="214313" y="140442"/>
                  <a:pt x="204735" y="150019"/>
                  <a:pt x="192881" y="150019"/>
                </a:cubicBezTo>
                <a:lnTo>
                  <a:pt x="85725" y="150019"/>
                </a:lnTo>
                <a:cubicBezTo>
                  <a:pt x="73871" y="150019"/>
                  <a:pt x="64294" y="140442"/>
                  <a:pt x="64294" y="128588"/>
                </a:cubicBezTo>
                <a:lnTo>
                  <a:pt x="64294" y="85725"/>
                </a:lnTo>
                <a:close/>
                <a:moveTo>
                  <a:pt x="150019" y="192881"/>
                </a:moveTo>
                <a:cubicBezTo>
                  <a:pt x="173675" y="192881"/>
                  <a:pt x="192881" y="212087"/>
                  <a:pt x="192881" y="235744"/>
                </a:cubicBezTo>
                <a:cubicBezTo>
                  <a:pt x="192881" y="259400"/>
                  <a:pt x="173675" y="278606"/>
                  <a:pt x="150019" y="278606"/>
                </a:cubicBezTo>
                <a:cubicBezTo>
                  <a:pt x="126362" y="278606"/>
                  <a:pt x="107156" y="259400"/>
                  <a:pt x="107156" y="235744"/>
                </a:cubicBezTo>
                <a:cubicBezTo>
                  <a:pt x="107156" y="212087"/>
                  <a:pt x="126362" y="192881"/>
                  <a:pt x="150019" y="192881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5"/>
          <p:cNvSpPr/>
          <p:nvPr/>
        </p:nvSpPr>
        <p:spPr>
          <a:xfrm>
            <a:off x="9646920" y="2495520"/>
            <a:ext cx="2161800" cy="352404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524040"/>
              <a:gd name="textAreaBottom" fmla="*/ 3524400 h 3524040"/>
            </a:gdLst>
            <a:ahLst/>
            <a:cxnLst/>
            <a:rect l="textAreaLeft" t="textAreaTop" r="textAreaRight" b="textAreaBottom"/>
            <a:pathLst>
              <a:path w="2162175" h="352425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448055"/>
                </a:lnTo>
                <a:cubicBezTo>
                  <a:pt x="2162175" y="3490136"/>
                  <a:pt x="2128061" y="3524250"/>
                  <a:pt x="2085980" y="3524250"/>
                </a:cubicBezTo>
                <a:lnTo>
                  <a:pt x="76195" y="3524250"/>
                </a:lnTo>
                <a:cubicBezTo>
                  <a:pt x="34114" y="3524250"/>
                  <a:pt x="0" y="3490136"/>
                  <a:pt x="0" y="344805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6"/>
          <p:cNvSpPr/>
          <p:nvPr/>
        </p:nvSpPr>
        <p:spPr>
          <a:xfrm>
            <a:off x="9646920" y="2495520"/>
            <a:ext cx="2161800" cy="37800"/>
          </a:xfrm>
          <a:custGeom>
            <a:avLst/>
            <a:gdLst>
              <a:gd name="textAreaLeft" fmla="*/ 0 w 2161800"/>
              <a:gd name="textAreaRight" fmla="*/ 2162160 w 216180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2162175" h="38100">
                <a:moveTo>
                  <a:pt x="38100" y="0"/>
                </a:moveTo>
                <a:lnTo>
                  <a:pt x="2124075" y="0"/>
                </a:lnTo>
                <a:cubicBezTo>
                  <a:pt x="2145103" y="0"/>
                  <a:pt x="2162175" y="17072"/>
                  <a:pt x="2162175" y="38100"/>
                </a:cubicBezTo>
                <a:lnTo>
                  <a:pt x="2162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7"/>
          <p:cNvSpPr/>
          <p:nvPr/>
        </p:nvSpPr>
        <p:spPr>
          <a:xfrm>
            <a:off x="9713520" y="2666880"/>
            <a:ext cx="20286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5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8"/>
          <p:cNvSpPr/>
          <p:nvPr/>
        </p:nvSpPr>
        <p:spPr>
          <a:xfrm>
            <a:off x="9751680" y="3124080"/>
            <a:ext cx="1952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Guardar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9"/>
          <p:cNvSpPr/>
          <p:nvPr/>
        </p:nvSpPr>
        <p:spPr>
          <a:xfrm>
            <a:off x="9761040" y="3505320"/>
            <a:ext cx="1933200" cy="19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Guarda en la base de datos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50"/>
          <p:cNvSpPr/>
          <p:nvPr/>
        </p:nvSpPr>
        <p:spPr>
          <a:xfrm>
            <a:off x="9799200" y="5557680"/>
            <a:ext cx="1856880" cy="9000"/>
          </a:xfrm>
          <a:custGeom>
            <a:avLst/>
            <a:gdLst>
              <a:gd name="textAreaLeft" fmla="*/ 0 w 1856880"/>
              <a:gd name="textAreaRight" fmla="*/ 1857240 w 185688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857375" h="9525">
                <a:moveTo>
                  <a:pt x="0" y="0"/>
                </a:moveTo>
                <a:lnTo>
                  <a:pt x="1857375" y="0"/>
                </a:lnTo>
                <a:lnTo>
                  <a:pt x="1857375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51"/>
          <p:cNvSpPr/>
          <p:nvPr/>
        </p:nvSpPr>
        <p:spPr>
          <a:xfrm>
            <a:off x="10453320" y="57103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A89C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52"/>
          <p:cNvSpPr/>
          <p:nvPr/>
        </p:nvSpPr>
        <p:spPr>
          <a:xfrm>
            <a:off x="9994680" y="5676840"/>
            <a:ext cx="1695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¡Listo!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53"/>
          <p:cNvSpPr/>
          <p:nvPr/>
        </p:nvSpPr>
        <p:spPr>
          <a:xfrm>
            <a:off x="3057480" y="6305400"/>
            <a:ext cx="114120" cy="114120"/>
          </a:xfrm>
          <a:custGeom>
            <a:avLst/>
            <a:gdLst>
              <a:gd name="textAreaLeft" fmla="*/ 0 w 114120"/>
              <a:gd name="textAreaRight" fmla="*/ 114480 w 114120"/>
              <a:gd name="textAreaTop" fmla="*/ 0 h 114120"/>
              <a:gd name="textAreaBottom" fmla="*/ 114480 h 114120"/>
            </a:gdLst>
            <a:ahLst/>
            <a:cxnLst/>
            <a:rect l="textAreaLeft" t="textAreaTop" r="textAreaRight" b="textAreaBottom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4"/>
          <p:cNvSpPr/>
          <p:nvPr/>
        </p:nvSpPr>
        <p:spPr>
          <a:xfrm>
            <a:off x="3286080" y="6248520"/>
            <a:ext cx="2628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Tiempo total:</a:t>
            </a:r>
            <a:r>
              <a:rPr lang="en-US" sz="120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 ~10 segundos por libro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5"/>
          <p:cNvSpPr/>
          <p:nvPr/>
        </p:nvSpPr>
        <p:spPr>
          <a:xfrm>
            <a:off x="6144480" y="6305400"/>
            <a:ext cx="114120" cy="114120"/>
          </a:xfrm>
          <a:custGeom>
            <a:avLst/>
            <a:gdLst>
              <a:gd name="textAreaLeft" fmla="*/ 0 w 114120"/>
              <a:gd name="textAreaRight" fmla="*/ 114480 w 114120"/>
              <a:gd name="textAreaTop" fmla="*/ 0 h 114120"/>
              <a:gd name="textAreaBottom" fmla="*/ 114480 h 114120"/>
            </a:gdLst>
            <a:ahLst/>
            <a:cxnLst/>
            <a:rect l="textAreaLeft" t="textAreaTop" r="textAreaRight" b="textAreaBottom"/>
            <a:pathLst>
              <a:path w="114300" h="114300">
                <a:moveTo>
                  <a:pt x="57150" y="0"/>
                </a:moveTo>
                <a:lnTo>
                  <a:pt x="57150" y="0"/>
                </a:lnTo>
                <a:cubicBezTo>
                  <a:pt x="88692" y="0"/>
                  <a:pt x="114300" y="25608"/>
                  <a:pt x="114300" y="57150"/>
                </a:cubicBezTo>
                <a:lnTo>
                  <a:pt x="114300" y="57150"/>
                </a:lnTo>
                <a:cubicBezTo>
                  <a:pt x="114300" y="88692"/>
                  <a:pt x="88692" y="114300"/>
                  <a:pt x="57150" y="114300"/>
                </a:cubicBezTo>
                <a:lnTo>
                  <a:pt x="57150" y="114300"/>
                </a:lnTo>
                <a:cubicBezTo>
                  <a:pt x="25608" y="114300"/>
                  <a:pt x="0" y="88692"/>
                  <a:pt x="0" y="57150"/>
                </a:cubicBezTo>
                <a:lnTo>
                  <a:pt x="0" y="57150"/>
                </a:lnTo>
                <a:cubicBezTo>
                  <a:pt x="0" y="25608"/>
                  <a:pt x="25608" y="0"/>
                  <a:pt x="5715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6"/>
          <p:cNvSpPr/>
          <p:nvPr/>
        </p:nvSpPr>
        <p:spPr>
          <a:xfrm>
            <a:off x="6373080" y="6248520"/>
            <a:ext cx="2838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Sin mover libros:</a:t>
            </a:r>
            <a:r>
              <a:rPr lang="en-US" sz="120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 Escanea donde estén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GESTIÓN DE COLECCIÓN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Tu colección, siempre contigo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80880" y="1181160"/>
            <a:ext cx="4839120" cy="78840"/>
          </a:xfrm>
          <a:custGeom>
            <a:avLst/>
            <a:gdLst>
              <a:gd name="textAreaLeft" fmla="*/ 0 w 4839120"/>
              <a:gd name="textAreaRight" fmla="*/ 4839480 w 4839120"/>
              <a:gd name="textAreaTop" fmla="*/ 0 h 78840"/>
              <a:gd name="textAreaBottom" fmla="*/ 79200 h 7884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4200" rIns="90000" bIns="342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380880" y="1371600"/>
            <a:ext cx="5209920" cy="5105160"/>
          </a:xfrm>
          <a:custGeom>
            <a:avLst/>
            <a:gdLst>
              <a:gd name="textAreaLeft" fmla="*/ 0 w 5209920"/>
              <a:gd name="textAreaRight" fmla="*/ 5210280 w 5209920"/>
              <a:gd name="textAreaTop" fmla="*/ 0 h 5105160"/>
              <a:gd name="textAreaBottom" fmla="*/ 5105520 h 5105160"/>
            </a:gdLst>
            <a:ahLst/>
            <a:cxnLst/>
            <a:rect l="textAreaLeft" t="textAreaTop" r="textAreaRight" b="textAreaBottom"/>
            <a:pathLst>
              <a:path w="5210175" h="5105400">
                <a:moveTo>
                  <a:pt x="114310" y="0"/>
                </a:moveTo>
                <a:lnTo>
                  <a:pt x="5095865" y="0"/>
                </a:lnTo>
                <a:cubicBezTo>
                  <a:pt x="5158997" y="0"/>
                  <a:pt x="5210175" y="51178"/>
                  <a:pt x="5210175" y="114310"/>
                </a:cubicBezTo>
                <a:lnTo>
                  <a:pt x="5210175" y="4991090"/>
                </a:lnTo>
                <a:cubicBezTo>
                  <a:pt x="5210175" y="5054222"/>
                  <a:pt x="5158997" y="5105400"/>
                  <a:pt x="5095865" y="5105400"/>
                </a:cubicBezTo>
                <a:lnTo>
                  <a:pt x="114310" y="5105400"/>
                </a:lnTo>
                <a:cubicBezTo>
                  <a:pt x="51178" y="5105400"/>
                  <a:pt x="0" y="5054222"/>
                  <a:pt x="0" y="4991090"/>
                </a:cubicBezTo>
                <a:lnTo>
                  <a:pt x="0" y="114310"/>
                </a:lnTo>
                <a:cubicBezTo>
                  <a:pt x="0" y="51178"/>
                  <a:pt x="51178" y="0"/>
                  <a:pt x="114310" y="0"/>
                </a:cubicBezTo>
                <a:close/>
              </a:path>
            </a:pathLst>
          </a:custGeom>
          <a:solidFill>
            <a:srgbClr val="3E3A36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485640" y="1523880"/>
            <a:ext cx="5000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Pantalla Principal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542880" y="1914480"/>
            <a:ext cx="4885920" cy="4400280"/>
          </a:xfrm>
          <a:custGeom>
            <a:avLst/>
            <a:gdLst>
              <a:gd name="textAreaLeft" fmla="*/ 0 w 4885920"/>
              <a:gd name="textAreaRight" fmla="*/ 4886280 w 4885920"/>
              <a:gd name="textAreaTop" fmla="*/ 0 h 4400280"/>
              <a:gd name="textAreaBottom" fmla="*/ 4400640 h 4400280"/>
            </a:gdLst>
            <a:ahLst/>
            <a:cxnLst/>
            <a:rect l="textAreaLeft" t="textAreaTop" r="textAreaRight" b="textAreaBottom"/>
            <a:pathLst>
              <a:path w="4886325" h="4400550">
                <a:moveTo>
                  <a:pt x="76218" y="0"/>
                </a:moveTo>
                <a:lnTo>
                  <a:pt x="4810107" y="0"/>
                </a:lnTo>
                <a:cubicBezTo>
                  <a:pt x="4852201" y="0"/>
                  <a:pt x="4886325" y="34124"/>
                  <a:pt x="4886325" y="76218"/>
                </a:cubicBezTo>
                <a:lnTo>
                  <a:pt x="4886325" y="4324332"/>
                </a:lnTo>
                <a:cubicBezTo>
                  <a:pt x="4886325" y="4366426"/>
                  <a:pt x="4852201" y="4400550"/>
                  <a:pt x="4810107" y="4400550"/>
                </a:cubicBezTo>
                <a:lnTo>
                  <a:pt x="76218" y="4400550"/>
                </a:lnTo>
                <a:cubicBezTo>
                  <a:pt x="34124" y="4400550"/>
                  <a:pt x="0" y="4366426"/>
                  <a:pt x="0" y="4324332"/>
                </a:cubicBezTo>
                <a:lnTo>
                  <a:pt x="0" y="76218"/>
                </a:lnTo>
                <a:cubicBezTo>
                  <a:pt x="0" y="34152"/>
                  <a:pt x="34152" y="0"/>
                  <a:pt x="76218" y="0"/>
                </a:cubicBezTo>
                <a:close/>
              </a:path>
            </a:pathLst>
          </a:custGeom>
          <a:solidFill>
            <a:srgbClr val="2D2A26"/>
          </a:solidFill>
          <a:ln w="254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666720" y="2038320"/>
            <a:ext cx="4638240" cy="53316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4638675" h="533400">
                <a:moveTo>
                  <a:pt x="76202" y="0"/>
                </a:moveTo>
                <a:lnTo>
                  <a:pt x="4562473" y="0"/>
                </a:lnTo>
                <a:cubicBezTo>
                  <a:pt x="4604558" y="0"/>
                  <a:pt x="4638675" y="34117"/>
                  <a:pt x="4638675" y="76202"/>
                </a:cubicBezTo>
                <a:lnTo>
                  <a:pt x="4638675" y="457198"/>
                </a:lnTo>
                <a:cubicBezTo>
                  <a:pt x="4638675" y="499283"/>
                  <a:pt x="4604558" y="533400"/>
                  <a:pt x="4562473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800280" y="219060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666720" y="2685960"/>
            <a:ext cx="4638240" cy="83772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837720"/>
              <a:gd name="textAreaBottom" fmla="*/ 838080 h 837720"/>
            </a:gdLst>
            <a:ahLst/>
            <a:cxnLst/>
            <a:rect l="textAreaLeft" t="textAreaTop" r="textAreaRight" b="textAreaBottom"/>
            <a:pathLst>
              <a:path w="4638675" h="838200">
                <a:moveTo>
                  <a:pt x="76201" y="0"/>
                </a:moveTo>
                <a:lnTo>
                  <a:pt x="4562474" y="0"/>
                </a:lnTo>
                <a:cubicBezTo>
                  <a:pt x="4604559" y="0"/>
                  <a:pt x="4638675" y="34116"/>
                  <a:pt x="4638675" y="76201"/>
                </a:cubicBezTo>
                <a:lnTo>
                  <a:pt x="4638675" y="761999"/>
                </a:lnTo>
                <a:cubicBezTo>
                  <a:pt x="4638675" y="804084"/>
                  <a:pt x="4604559" y="838200"/>
                  <a:pt x="456247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3E3A36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781200" y="2800440"/>
            <a:ext cx="456840" cy="609120"/>
          </a:xfrm>
          <a:custGeom>
            <a:avLst/>
            <a:gdLst>
              <a:gd name="textAreaLeft" fmla="*/ 0 w 456840"/>
              <a:gd name="textAreaRight" fmla="*/ 457200 w 45684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457200" h="609600">
                <a:moveTo>
                  <a:pt x="38098" y="0"/>
                </a:moveTo>
                <a:lnTo>
                  <a:pt x="419102" y="0"/>
                </a:lnTo>
                <a:cubicBezTo>
                  <a:pt x="440143" y="0"/>
                  <a:pt x="457200" y="17057"/>
                  <a:pt x="457200" y="38098"/>
                </a:cubicBezTo>
                <a:lnTo>
                  <a:pt x="457200" y="571502"/>
                </a:lnTo>
                <a:cubicBezTo>
                  <a:pt x="457200" y="592543"/>
                  <a:pt x="440143" y="609600"/>
                  <a:pt x="419102" y="609600"/>
                </a:cubicBezTo>
                <a:lnTo>
                  <a:pt x="38098" y="609600"/>
                </a:lnTo>
                <a:cubicBezTo>
                  <a:pt x="17057" y="609600"/>
                  <a:pt x="0" y="592543"/>
                  <a:pt x="0" y="5715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926280" y="3009960"/>
            <a:ext cx="166320" cy="190080"/>
          </a:xfrm>
          <a:custGeom>
            <a:avLst/>
            <a:gdLst>
              <a:gd name="textAreaLeft" fmla="*/ 0 w 166320"/>
              <a:gd name="textAreaRight" fmla="*/ 166680 w 16632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66688" h="190500">
                <a:moveTo>
                  <a:pt x="142875" y="190500"/>
                </a:moveTo>
                <a:lnTo>
                  <a:pt x="35719" y="190500"/>
                </a:lnTo>
                <a:cubicBezTo>
                  <a:pt x="15999" y="190500"/>
                  <a:pt x="0" y="174501"/>
                  <a:pt x="0" y="154781"/>
                </a:cubicBezTo>
                <a:lnTo>
                  <a:pt x="0" y="35719"/>
                </a:lnTo>
                <a:cubicBezTo>
                  <a:pt x="0" y="15999"/>
                  <a:pt x="15999" y="0"/>
                  <a:pt x="35719" y="0"/>
                </a:cubicBezTo>
                <a:lnTo>
                  <a:pt x="148828" y="0"/>
                </a:lnTo>
                <a:cubicBezTo>
                  <a:pt x="158688" y="0"/>
                  <a:pt x="166688" y="8000"/>
                  <a:pt x="166688" y="17859"/>
                </a:cubicBezTo>
                <a:lnTo>
                  <a:pt x="166688" y="125016"/>
                </a:lnTo>
                <a:cubicBezTo>
                  <a:pt x="166688" y="132792"/>
                  <a:pt x="161702" y="139415"/>
                  <a:pt x="154781" y="141870"/>
                </a:cubicBezTo>
                <a:lnTo>
                  <a:pt x="154781" y="166688"/>
                </a:lnTo>
                <a:cubicBezTo>
                  <a:pt x="161367" y="166688"/>
                  <a:pt x="166688" y="172008"/>
                  <a:pt x="166688" y="178594"/>
                </a:cubicBezTo>
                <a:cubicBezTo>
                  <a:pt x="166688" y="185179"/>
                  <a:pt x="161367" y="190500"/>
                  <a:pt x="154781" y="190500"/>
                </a:cubicBezTo>
                <a:lnTo>
                  <a:pt x="142875" y="190500"/>
                </a:lnTo>
                <a:close/>
                <a:moveTo>
                  <a:pt x="35719" y="142875"/>
                </a:moveTo>
                <a:cubicBezTo>
                  <a:pt x="29133" y="142875"/>
                  <a:pt x="23812" y="148196"/>
                  <a:pt x="23812" y="154781"/>
                </a:cubicBezTo>
                <a:cubicBezTo>
                  <a:pt x="23812" y="161367"/>
                  <a:pt x="29133" y="166688"/>
                  <a:pt x="35719" y="166688"/>
                </a:cubicBezTo>
                <a:lnTo>
                  <a:pt x="130969" y="166688"/>
                </a:lnTo>
                <a:lnTo>
                  <a:pt x="130969" y="142875"/>
                </a:lnTo>
                <a:lnTo>
                  <a:pt x="35719" y="142875"/>
                </a:lnTo>
                <a:close/>
                <a:moveTo>
                  <a:pt x="47625" y="56555"/>
                </a:moveTo>
                <a:cubicBezTo>
                  <a:pt x="47625" y="61503"/>
                  <a:pt x="51606" y="65484"/>
                  <a:pt x="56555" y="65484"/>
                </a:cubicBezTo>
                <a:lnTo>
                  <a:pt x="122039" y="65484"/>
                </a:lnTo>
                <a:cubicBezTo>
                  <a:pt x="126988" y="65484"/>
                  <a:pt x="130969" y="61503"/>
                  <a:pt x="130969" y="56555"/>
                </a:cubicBezTo>
                <a:cubicBezTo>
                  <a:pt x="130969" y="51606"/>
                  <a:pt x="126988" y="47625"/>
                  <a:pt x="122039" y="47625"/>
                </a:cubicBezTo>
                <a:lnTo>
                  <a:pt x="56555" y="47625"/>
                </a:lnTo>
                <a:cubicBezTo>
                  <a:pt x="51606" y="47625"/>
                  <a:pt x="47625" y="51606"/>
                  <a:pt x="47625" y="56555"/>
                </a:cubicBezTo>
                <a:close/>
                <a:moveTo>
                  <a:pt x="56555" y="83344"/>
                </a:moveTo>
                <a:cubicBezTo>
                  <a:pt x="51606" y="83344"/>
                  <a:pt x="47625" y="87325"/>
                  <a:pt x="47625" y="92273"/>
                </a:cubicBezTo>
                <a:cubicBezTo>
                  <a:pt x="47625" y="97222"/>
                  <a:pt x="51606" y="101203"/>
                  <a:pt x="56555" y="101203"/>
                </a:cubicBezTo>
                <a:lnTo>
                  <a:pt x="122039" y="101203"/>
                </a:lnTo>
                <a:cubicBezTo>
                  <a:pt x="126988" y="101203"/>
                  <a:pt x="130969" y="97222"/>
                  <a:pt x="130969" y="92273"/>
                </a:cubicBezTo>
                <a:cubicBezTo>
                  <a:pt x="130969" y="87325"/>
                  <a:pt x="126988" y="83344"/>
                  <a:pt x="122039" y="83344"/>
                </a:cubicBezTo>
                <a:lnTo>
                  <a:pt x="56555" y="83344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1352520" y="2895480"/>
            <a:ext cx="3914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MiSans"/>
                <a:ea typeface="MiSans"/>
              </a:rPr>
              <a:t>Cien años de soledad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1352520" y="3124080"/>
            <a:ext cx="39049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Gabriel García Márquez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666720" y="3600360"/>
            <a:ext cx="4638240" cy="83772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837720"/>
              <a:gd name="textAreaBottom" fmla="*/ 838080 h 837720"/>
            </a:gdLst>
            <a:ahLst/>
            <a:cxnLst/>
            <a:rect l="textAreaLeft" t="textAreaTop" r="textAreaRight" b="textAreaBottom"/>
            <a:pathLst>
              <a:path w="4638675" h="838200">
                <a:moveTo>
                  <a:pt x="76201" y="0"/>
                </a:moveTo>
                <a:lnTo>
                  <a:pt x="4562474" y="0"/>
                </a:lnTo>
                <a:cubicBezTo>
                  <a:pt x="4604559" y="0"/>
                  <a:pt x="4638675" y="34116"/>
                  <a:pt x="4638675" y="76201"/>
                </a:cubicBezTo>
                <a:lnTo>
                  <a:pt x="4638675" y="761999"/>
                </a:lnTo>
                <a:cubicBezTo>
                  <a:pt x="4638675" y="804084"/>
                  <a:pt x="4604559" y="838200"/>
                  <a:pt x="456247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3E3A36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781200" y="3714840"/>
            <a:ext cx="456840" cy="609120"/>
          </a:xfrm>
          <a:custGeom>
            <a:avLst/>
            <a:gdLst>
              <a:gd name="textAreaLeft" fmla="*/ 0 w 456840"/>
              <a:gd name="textAreaRight" fmla="*/ 457200 w 45684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457200" h="609600">
                <a:moveTo>
                  <a:pt x="38098" y="0"/>
                </a:moveTo>
                <a:lnTo>
                  <a:pt x="419102" y="0"/>
                </a:lnTo>
                <a:cubicBezTo>
                  <a:pt x="440143" y="0"/>
                  <a:pt x="457200" y="17057"/>
                  <a:pt x="457200" y="38098"/>
                </a:cubicBezTo>
                <a:lnTo>
                  <a:pt x="457200" y="571502"/>
                </a:lnTo>
                <a:cubicBezTo>
                  <a:pt x="457200" y="592543"/>
                  <a:pt x="440143" y="609600"/>
                  <a:pt x="419102" y="609600"/>
                </a:cubicBezTo>
                <a:lnTo>
                  <a:pt x="38098" y="609600"/>
                </a:lnTo>
                <a:cubicBezTo>
                  <a:pt x="17057" y="609600"/>
                  <a:pt x="0" y="592543"/>
                  <a:pt x="0" y="5715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926280" y="3924360"/>
            <a:ext cx="166320" cy="190080"/>
          </a:xfrm>
          <a:custGeom>
            <a:avLst/>
            <a:gdLst>
              <a:gd name="textAreaLeft" fmla="*/ 0 w 166320"/>
              <a:gd name="textAreaRight" fmla="*/ 166680 w 16632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66688" h="190500">
                <a:moveTo>
                  <a:pt x="142875" y="190500"/>
                </a:moveTo>
                <a:lnTo>
                  <a:pt x="35719" y="190500"/>
                </a:lnTo>
                <a:cubicBezTo>
                  <a:pt x="15999" y="190500"/>
                  <a:pt x="0" y="174501"/>
                  <a:pt x="0" y="154781"/>
                </a:cubicBezTo>
                <a:lnTo>
                  <a:pt x="0" y="35719"/>
                </a:lnTo>
                <a:cubicBezTo>
                  <a:pt x="0" y="15999"/>
                  <a:pt x="15999" y="0"/>
                  <a:pt x="35719" y="0"/>
                </a:cubicBezTo>
                <a:lnTo>
                  <a:pt x="148828" y="0"/>
                </a:lnTo>
                <a:cubicBezTo>
                  <a:pt x="158688" y="0"/>
                  <a:pt x="166688" y="8000"/>
                  <a:pt x="166688" y="17859"/>
                </a:cubicBezTo>
                <a:lnTo>
                  <a:pt x="166688" y="125016"/>
                </a:lnTo>
                <a:cubicBezTo>
                  <a:pt x="166688" y="132792"/>
                  <a:pt x="161702" y="139415"/>
                  <a:pt x="154781" y="141870"/>
                </a:cubicBezTo>
                <a:lnTo>
                  <a:pt x="154781" y="166688"/>
                </a:lnTo>
                <a:cubicBezTo>
                  <a:pt x="161367" y="166688"/>
                  <a:pt x="166688" y="172008"/>
                  <a:pt x="166688" y="178594"/>
                </a:cubicBezTo>
                <a:cubicBezTo>
                  <a:pt x="166688" y="185179"/>
                  <a:pt x="161367" y="190500"/>
                  <a:pt x="154781" y="190500"/>
                </a:cubicBezTo>
                <a:lnTo>
                  <a:pt x="142875" y="190500"/>
                </a:lnTo>
                <a:close/>
                <a:moveTo>
                  <a:pt x="35719" y="142875"/>
                </a:moveTo>
                <a:cubicBezTo>
                  <a:pt x="29133" y="142875"/>
                  <a:pt x="23812" y="148196"/>
                  <a:pt x="23812" y="154781"/>
                </a:cubicBezTo>
                <a:cubicBezTo>
                  <a:pt x="23812" y="161367"/>
                  <a:pt x="29133" y="166688"/>
                  <a:pt x="35719" y="166688"/>
                </a:cubicBezTo>
                <a:lnTo>
                  <a:pt x="130969" y="166688"/>
                </a:lnTo>
                <a:lnTo>
                  <a:pt x="130969" y="142875"/>
                </a:lnTo>
                <a:lnTo>
                  <a:pt x="35719" y="142875"/>
                </a:lnTo>
                <a:close/>
                <a:moveTo>
                  <a:pt x="47625" y="56555"/>
                </a:moveTo>
                <a:cubicBezTo>
                  <a:pt x="47625" y="61503"/>
                  <a:pt x="51606" y="65484"/>
                  <a:pt x="56555" y="65484"/>
                </a:cubicBezTo>
                <a:lnTo>
                  <a:pt x="122039" y="65484"/>
                </a:lnTo>
                <a:cubicBezTo>
                  <a:pt x="126988" y="65484"/>
                  <a:pt x="130969" y="61503"/>
                  <a:pt x="130969" y="56555"/>
                </a:cubicBezTo>
                <a:cubicBezTo>
                  <a:pt x="130969" y="51606"/>
                  <a:pt x="126988" y="47625"/>
                  <a:pt x="122039" y="47625"/>
                </a:cubicBezTo>
                <a:lnTo>
                  <a:pt x="56555" y="47625"/>
                </a:lnTo>
                <a:cubicBezTo>
                  <a:pt x="51606" y="47625"/>
                  <a:pt x="47625" y="51606"/>
                  <a:pt x="47625" y="56555"/>
                </a:cubicBezTo>
                <a:close/>
                <a:moveTo>
                  <a:pt x="56555" y="83344"/>
                </a:moveTo>
                <a:cubicBezTo>
                  <a:pt x="51606" y="83344"/>
                  <a:pt x="47625" y="87325"/>
                  <a:pt x="47625" y="92273"/>
                </a:cubicBezTo>
                <a:cubicBezTo>
                  <a:pt x="47625" y="97222"/>
                  <a:pt x="51606" y="101203"/>
                  <a:pt x="56555" y="101203"/>
                </a:cubicBezTo>
                <a:lnTo>
                  <a:pt x="122039" y="101203"/>
                </a:lnTo>
                <a:cubicBezTo>
                  <a:pt x="126988" y="101203"/>
                  <a:pt x="130969" y="97222"/>
                  <a:pt x="130969" y="92273"/>
                </a:cubicBezTo>
                <a:cubicBezTo>
                  <a:pt x="130969" y="87325"/>
                  <a:pt x="126988" y="83344"/>
                  <a:pt x="122039" y="83344"/>
                </a:cubicBezTo>
                <a:lnTo>
                  <a:pt x="56555" y="83344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6"/>
          <p:cNvSpPr/>
          <p:nvPr/>
        </p:nvSpPr>
        <p:spPr>
          <a:xfrm>
            <a:off x="1352520" y="3809880"/>
            <a:ext cx="3914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MiSans"/>
                <a:ea typeface="MiSans"/>
              </a:rPr>
              <a:t>1984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1352520" y="4038480"/>
            <a:ext cx="39049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George Orwell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666720" y="4514760"/>
            <a:ext cx="4638240" cy="837720"/>
          </a:xfrm>
          <a:custGeom>
            <a:avLst/>
            <a:gdLst>
              <a:gd name="textAreaLeft" fmla="*/ 0 w 4638240"/>
              <a:gd name="textAreaRight" fmla="*/ 4638600 w 4638240"/>
              <a:gd name="textAreaTop" fmla="*/ 0 h 837720"/>
              <a:gd name="textAreaBottom" fmla="*/ 838080 h 837720"/>
            </a:gdLst>
            <a:ahLst/>
            <a:cxnLst/>
            <a:rect l="textAreaLeft" t="textAreaTop" r="textAreaRight" b="textAreaBottom"/>
            <a:pathLst>
              <a:path w="4638675" h="838200">
                <a:moveTo>
                  <a:pt x="76201" y="0"/>
                </a:moveTo>
                <a:lnTo>
                  <a:pt x="4562474" y="0"/>
                </a:lnTo>
                <a:cubicBezTo>
                  <a:pt x="4604559" y="0"/>
                  <a:pt x="4638675" y="34116"/>
                  <a:pt x="4638675" y="76201"/>
                </a:cubicBezTo>
                <a:lnTo>
                  <a:pt x="4638675" y="761999"/>
                </a:lnTo>
                <a:cubicBezTo>
                  <a:pt x="4638675" y="804084"/>
                  <a:pt x="4604559" y="838200"/>
                  <a:pt x="4562474" y="838200"/>
                </a:cubicBezTo>
                <a:lnTo>
                  <a:pt x="76201" y="838200"/>
                </a:lnTo>
                <a:cubicBezTo>
                  <a:pt x="34116" y="838200"/>
                  <a:pt x="0" y="804084"/>
                  <a:pt x="0" y="761999"/>
                </a:cubicBezTo>
                <a:lnTo>
                  <a:pt x="0" y="76201"/>
                </a:lnTo>
                <a:cubicBezTo>
                  <a:pt x="0" y="34144"/>
                  <a:pt x="34144" y="0"/>
                  <a:pt x="76201" y="0"/>
                </a:cubicBezTo>
                <a:close/>
              </a:path>
            </a:pathLst>
          </a:custGeom>
          <a:solidFill>
            <a:srgbClr val="3E3A36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781200" y="4629240"/>
            <a:ext cx="456840" cy="609120"/>
          </a:xfrm>
          <a:custGeom>
            <a:avLst/>
            <a:gdLst>
              <a:gd name="textAreaLeft" fmla="*/ 0 w 456840"/>
              <a:gd name="textAreaRight" fmla="*/ 457200 w 45684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457200" h="609600">
                <a:moveTo>
                  <a:pt x="38098" y="0"/>
                </a:moveTo>
                <a:lnTo>
                  <a:pt x="419102" y="0"/>
                </a:lnTo>
                <a:cubicBezTo>
                  <a:pt x="440143" y="0"/>
                  <a:pt x="457200" y="17057"/>
                  <a:pt x="457200" y="38098"/>
                </a:cubicBezTo>
                <a:lnTo>
                  <a:pt x="457200" y="571502"/>
                </a:lnTo>
                <a:cubicBezTo>
                  <a:pt x="457200" y="592543"/>
                  <a:pt x="440143" y="609600"/>
                  <a:pt x="419102" y="609600"/>
                </a:cubicBezTo>
                <a:lnTo>
                  <a:pt x="38098" y="609600"/>
                </a:lnTo>
                <a:cubicBezTo>
                  <a:pt x="17057" y="609600"/>
                  <a:pt x="0" y="592543"/>
                  <a:pt x="0" y="5715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D8A25A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926280" y="4838760"/>
            <a:ext cx="166320" cy="190080"/>
          </a:xfrm>
          <a:custGeom>
            <a:avLst/>
            <a:gdLst>
              <a:gd name="textAreaLeft" fmla="*/ 0 w 166320"/>
              <a:gd name="textAreaRight" fmla="*/ 166680 w 16632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66688" h="190500">
                <a:moveTo>
                  <a:pt x="142875" y="190500"/>
                </a:moveTo>
                <a:lnTo>
                  <a:pt x="35719" y="190500"/>
                </a:lnTo>
                <a:cubicBezTo>
                  <a:pt x="15999" y="190500"/>
                  <a:pt x="0" y="174501"/>
                  <a:pt x="0" y="154781"/>
                </a:cubicBezTo>
                <a:lnTo>
                  <a:pt x="0" y="35719"/>
                </a:lnTo>
                <a:cubicBezTo>
                  <a:pt x="0" y="15999"/>
                  <a:pt x="15999" y="0"/>
                  <a:pt x="35719" y="0"/>
                </a:cubicBezTo>
                <a:lnTo>
                  <a:pt x="148828" y="0"/>
                </a:lnTo>
                <a:cubicBezTo>
                  <a:pt x="158688" y="0"/>
                  <a:pt x="166688" y="8000"/>
                  <a:pt x="166688" y="17859"/>
                </a:cubicBezTo>
                <a:lnTo>
                  <a:pt x="166688" y="125016"/>
                </a:lnTo>
                <a:cubicBezTo>
                  <a:pt x="166688" y="132792"/>
                  <a:pt x="161702" y="139415"/>
                  <a:pt x="154781" y="141870"/>
                </a:cubicBezTo>
                <a:lnTo>
                  <a:pt x="154781" y="166688"/>
                </a:lnTo>
                <a:cubicBezTo>
                  <a:pt x="161367" y="166688"/>
                  <a:pt x="166688" y="172008"/>
                  <a:pt x="166688" y="178594"/>
                </a:cubicBezTo>
                <a:cubicBezTo>
                  <a:pt x="166688" y="185179"/>
                  <a:pt x="161367" y="190500"/>
                  <a:pt x="154781" y="190500"/>
                </a:cubicBezTo>
                <a:lnTo>
                  <a:pt x="142875" y="190500"/>
                </a:lnTo>
                <a:close/>
                <a:moveTo>
                  <a:pt x="35719" y="142875"/>
                </a:moveTo>
                <a:cubicBezTo>
                  <a:pt x="29133" y="142875"/>
                  <a:pt x="23812" y="148196"/>
                  <a:pt x="23812" y="154781"/>
                </a:cubicBezTo>
                <a:cubicBezTo>
                  <a:pt x="23812" y="161367"/>
                  <a:pt x="29133" y="166688"/>
                  <a:pt x="35719" y="166688"/>
                </a:cubicBezTo>
                <a:lnTo>
                  <a:pt x="130969" y="166688"/>
                </a:lnTo>
                <a:lnTo>
                  <a:pt x="130969" y="142875"/>
                </a:lnTo>
                <a:lnTo>
                  <a:pt x="35719" y="142875"/>
                </a:lnTo>
                <a:close/>
                <a:moveTo>
                  <a:pt x="47625" y="56555"/>
                </a:moveTo>
                <a:cubicBezTo>
                  <a:pt x="47625" y="61503"/>
                  <a:pt x="51606" y="65484"/>
                  <a:pt x="56555" y="65484"/>
                </a:cubicBezTo>
                <a:lnTo>
                  <a:pt x="122039" y="65484"/>
                </a:lnTo>
                <a:cubicBezTo>
                  <a:pt x="126988" y="65484"/>
                  <a:pt x="130969" y="61503"/>
                  <a:pt x="130969" y="56555"/>
                </a:cubicBezTo>
                <a:cubicBezTo>
                  <a:pt x="130969" y="51606"/>
                  <a:pt x="126988" y="47625"/>
                  <a:pt x="122039" y="47625"/>
                </a:cubicBezTo>
                <a:lnTo>
                  <a:pt x="56555" y="47625"/>
                </a:lnTo>
                <a:cubicBezTo>
                  <a:pt x="51606" y="47625"/>
                  <a:pt x="47625" y="51606"/>
                  <a:pt x="47625" y="56555"/>
                </a:cubicBezTo>
                <a:close/>
                <a:moveTo>
                  <a:pt x="56555" y="83344"/>
                </a:moveTo>
                <a:cubicBezTo>
                  <a:pt x="51606" y="83344"/>
                  <a:pt x="47625" y="87325"/>
                  <a:pt x="47625" y="92273"/>
                </a:cubicBezTo>
                <a:cubicBezTo>
                  <a:pt x="47625" y="97222"/>
                  <a:pt x="51606" y="101203"/>
                  <a:pt x="56555" y="101203"/>
                </a:cubicBezTo>
                <a:lnTo>
                  <a:pt x="122039" y="101203"/>
                </a:lnTo>
                <a:cubicBezTo>
                  <a:pt x="126988" y="101203"/>
                  <a:pt x="130969" y="97222"/>
                  <a:pt x="130969" y="92273"/>
                </a:cubicBezTo>
                <a:cubicBezTo>
                  <a:pt x="130969" y="87325"/>
                  <a:pt x="126988" y="83344"/>
                  <a:pt x="122039" y="83344"/>
                </a:cubicBezTo>
                <a:lnTo>
                  <a:pt x="56555" y="83344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1352520" y="4724280"/>
            <a:ext cx="3914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MiSans"/>
                <a:ea typeface="MiSans"/>
              </a:rPr>
              <a:t>El nombre de la rosa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2"/>
          <p:cNvSpPr/>
          <p:nvPr/>
        </p:nvSpPr>
        <p:spPr>
          <a:xfrm>
            <a:off x="1352520" y="4952880"/>
            <a:ext cx="39049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Umberto Eco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2718360" y="565776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  <a:effectLst>
            <a:outerShdw algn="bl" blurRad="142920" dir="5400000" dist="95400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2885040" y="581040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cubicBezTo>
                  <a:pt x="22190" y="214313"/>
                  <a:pt x="28575" y="207928"/>
                  <a:pt x="28575" y="200025"/>
                </a:cubicBezTo>
                <a:lnTo>
                  <a:pt x="28575" y="28575"/>
                </a:lnTo>
                <a:cubicBezTo>
                  <a:pt x="28575" y="20672"/>
                  <a:pt x="22190" y="14288"/>
                  <a:pt x="14288" y="14288"/>
                </a:cubicBezTo>
                <a:close/>
                <a:moveTo>
                  <a:pt x="53578" y="14288"/>
                </a:moveTo>
                <a:cubicBezTo>
                  <a:pt x="47640" y="14288"/>
                  <a:pt x="42863" y="19065"/>
                  <a:pt x="42863" y="25003"/>
                </a:cubicBezTo>
                <a:lnTo>
                  <a:pt x="42863" y="203597"/>
                </a:lnTo>
                <a:cubicBezTo>
                  <a:pt x="42863" y="209535"/>
                  <a:pt x="47640" y="214313"/>
                  <a:pt x="53578" y="214313"/>
                </a:cubicBezTo>
                <a:cubicBezTo>
                  <a:pt x="59516" y="214313"/>
                  <a:pt x="64294" y="209535"/>
                  <a:pt x="64294" y="203597"/>
                </a:cubicBezTo>
                <a:lnTo>
                  <a:pt x="64294" y="25003"/>
                </a:lnTo>
                <a:cubicBezTo>
                  <a:pt x="64294" y="19065"/>
                  <a:pt x="59516" y="14288"/>
                  <a:pt x="53578" y="14288"/>
                </a:cubicBezTo>
                <a:close/>
                <a:moveTo>
                  <a:pt x="85725" y="28575"/>
                </a:moveTo>
                <a:lnTo>
                  <a:pt x="85725" y="200025"/>
                </a:lnTo>
                <a:cubicBezTo>
                  <a:pt x="85725" y="207928"/>
                  <a:pt x="92110" y="214313"/>
                  <a:pt x="100013" y="214313"/>
                </a:cubicBezTo>
                <a:cubicBezTo>
                  <a:pt x="107915" y="214313"/>
                  <a:pt x="114300" y="207928"/>
                  <a:pt x="114300" y="200025"/>
                </a:cubicBezTo>
                <a:lnTo>
                  <a:pt x="114300" y="28575"/>
                </a:lnTo>
                <a:cubicBezTo>
                  <a:pt x="114300" y="20672"/>
                  <a:pt x="107915" y="14288"/>
                  <a:pt x="100013" y="14288"/>
                </a:cubicBezTo>
                <a:cubicBezTo>
                  <a:pt x="92110" y="14288"/>
                  <a:pt x="85725" y="20672"/>
                  <a:pt x="85725" y="28575"/>
                </a:cubicBezTo>
                <a:close/>
                <a:moveTo>
                  <a:pt x="178594" y="25003"/>
                </a:moveTo>
                <a:lnTo>
                  <a:pt x="178594" y="203597"/>
                </a:lnTo>
                <a:cubicBezTo>
                  <a:pt x="178594" y="209535"/>
                  <a:pt x="183371" y="214313"/>
                  <a:pt x="189309" y="214313"/>
                </a:cubicBezTo>
                <a:cubicBezTo>
                  <a:pt x="195248" y="214313"/>
                  <a:pt x="200025" y="209535"/>
                  <a:pt x="200025" y="2035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cubicBezTo>
                  <a:pt x="183371" y="14288"/>
                  <a:pt x="178594" y="19065"/>
                  <a:pt x="178594" y="25003"/>
                </a:cubicBezTo>
                <a:close/>
                <a:moveTo>
                  <a:pt x="135731" y="25003"/>
                </a:moveTo>
                <a:lnTo>
                  <a:pt x="135731" y="203597"/>
                </a:lnTo>
                <a:cubicBezTo>
                  <a:pt x="135731" y="209535"/>
                  <a:pt x="140509" y="214313"/>
                  <a:pt x="146447" y="214313"/>
                </a:cubicBezTo>
                <a:cubicBezTo>
                  <a:pt x="152385" y="214313"/>
                  <a:pt x="157163" y="209535"/>
                  <a:pt x="157163" y="203597"/>
                </a:cubicBezTo>
                <a:lnTo>
                  <a:pt x="157163" y="25003"/>
                </a:lnTo>
                <a:cubicBezTo>
                  <a:pt x="157163" y="19065"/>
                  <a:pt x="152385" y="14288"/>
                  <a:pt x="146447" y="14288"/>
                </a:cubicBezTo>
                <a:cubicBezTo>
                  <a:pt x="140509" y="14288"/>
                  <a:pt x="135731" y="19065"/>
                  <a:pt x="135731" y="25003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5817960" y="137160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5932080" y="148608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6427440" y="1371600"/>
            <a:ext cx="5476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Búsqueda en tiempo real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8"/>
          <p:cNvSpPr/>
          <p:nvPr/>
        </p:nvSpPr>
        <p:spPr>
          <a:xfrm>
            <a:off x="6427440" y="1714680"/>
            <a:ext cx="54576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Busca instantáneamente por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ISBN, título o autor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Encuentra cualquier libro en segundos.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9"/>
          <p:cNvSpPr/>
          <p:nvPr/>
        </p:nvSpPr>
        <p:spPr>
          <a:xfrm>
            <a:off x="5817960" y="236232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5917680" y="2476440"/>
            <a:ext cx="256680" cy="228240"/>
          </a:xfrm>
          <a:custGeom>
            <a:avLst/>
            <a:gdLst>
              <a:gd name="textAreaLeft" fmla="*/ 0 w 256680"/>
              <a:gd name="textAreaRight" fmla="*/ 257040 w 25668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57175" h="228600">
                <a:moveTo>
                  <a:pt x="42863" y="42863"/>
                </a:moveTo>
                <a:cubicBezTo>
                  <a:pt x="42863" y="27102"/>
                  <a:pt x="55677" y="14288"/>
                  <a:pt x="71438" y="14288"/>
                </a:cubicBezTo>
                <a:lnTo>
                  <a:pt x="214313" y="14288"/>
                </a:lnTo>
                <a:cubicBezTo>
                  <a:pt x="230073" y="14288"/>
                  <a:pt x="242888" y="27102"/>
                  <a:pt x="242888" y="42863"/>
                </a:cubicBezTo>
                <a:lnTo>
                  <a:pt x="242888" y="157163"/>
                </a:lnTo>
                <a:cubicBezTo>
                  <a:pt x="242888" y="172923"/>
                  <a:pt x="230073" y="185738"/>
                  <a:pt x="214313" y="185738"/>
                </a:cubicBezTo>
                <a:lnTo>
                  <a:pt x="71438" y="185738"/>
                </a:lnTo>
                <a:cubicBezTo>
                  <a:pt x="55677" y="185738"/>
                  <a:pt x="42863" y="172923"/>
                  <a:pt x="42863" y="157163"/>
                </a:cubicBezTo>
                <a:lnTo>
                  <a:pt x="42863" y="42863"/>
                </a:lnTo>
                <a:close/>
                <a:moveTo>
                  <a:pt x="10716" y="57150"/>
                </a:moveTo>
                <a:cubicBezTo>
                  <a:pt x="16654" y="57150"/>
                  <a:pt x="21431" y="61927"/>
                  <a:pt x="21431" y="67866"/>
                </a:cubicBezTo>
                <a:lnTo>
                  <a:pt x="21431" y="200025"/>
                </a:lnTo>
                <a:cubicBezTo>
                  <a:pt x="21431" y="203954"/>
                  <a:pt x="24646" y="207169"/>
                  <a:pt x="28575" y="207169"/>
                </a:cubicBezTo>
                <a:lnTo>
                  <a:pt x="189309" y="207169"/>
                </a:lnTo>
                <a:cubicBezTo>
                  <a:pt x="195248" y="207169"/>
                  <a:pt x="200025" y="211946"/>
                  <a:pt x="200025" y="217884"/>
                </a:cubicBezTo>
                <a:cubicBezTo>
                  <a:pt x="200025" y="223823"/>
                  <a:pt x="195248" y="228600"/>
                  <a:pt x="189309" y="228600"/>
                </a:cubicBezTo>
                <a:lnTo>
                  <a:pt x="28575" y="228600"/>
                </a:lnTo>
                <a:cubicBezTo>
                  <a:pt x="12814" y="228600"/>
                  <a:pt x="0" y="215786"/>
                  <a:pt x="0" y="200025"/>
                </a:cubicBezTo>
                <a:lnTo>
                  <a:pt x="0" y="67866"/>
                </a:lnTo>
                <a:cubicBezTo>
                  <a:pt x="0" y="61927"/>
                  <a:pt x="4777" y="57150"/>
                  <a:pt x="10716" y="57150"/>
                </a:cubicBezTo>
                <a:close/>
                <a:moveTo>
                  <a:pt x="85725" y="71438"/>
                </a:moveTo>
                <a:cubicBezTo>
                  <a:pt x="93610" y="71438"/>
                  <a:pt x="100013" y="65035"/>
                  <a:pt x="100013" y="57150"/>
                </a:cubicBezTo>
                <a:cubicBezTo>
                  <a:pt x="100013" y="49265"/>
                  <a:pt x="93610" y="42863"/>
                  <a:pt x="85725" y="42863"/>
                </a:cubicBezTo>
                <a:cubicBezTo>
                  <a:pt x="77840" y="42863"/>
                  <a:pt x="71438" y="49265"/>
                  <a:pt x="71438" y="57150"/>
                </a:cubicBezTo>
                <a:cubicBezTo>
                  <a:pt x="71438" y="65035"/>
                  <a:pt x="77840" y="71438"/>
                  <a:pt x="85725" y="71438"/>
                </a:cubicBezTo>
                <a:close/>
                <a:moveTo>
                  <a:pt x="173459" y="76572"/>
                </a:moveTo>
                <a:cubicBezTo>
                  <a:pt x="171495" y="73402"/>
                  <a:pt x="168057" y="71438"/>
                  <a:pt x="164306" y="71438"/>
                </a:cubicBezTo>
                <a:cubicBezTo>
                  <a:pt x="160556" y="71438"/>
                  <a:pt x="157118" y="73402"/>
                  <a:pt x="155153" y="76572"/>
                </a:cubicBezTo>
                <a:lnTo>
                  <a:pt x="130016" y="117693"/>
                </a:lnTo>
                <a:lnTo>
                  <a:pt x="119077" y="104031"/>
                </a:lnTo>
                <a:cubicBezTo>
                  <a:pt x="117024" y="101486"/>
                  <a:pt x="113987" y="100013"/>
                  <a:pt x="110728" y="100013"/>
                </a:cubicBezTo>
                <a:cubicBezTo>
                  <a:pt x="107469" y="100013"/>
                  <a:pt x="104388" y="101486"/>
                  <a:pt x="102379" y="104031"/>
                </a:cubicBezTo>
                <a:lnTo>
                  <a:pt x="73804" y="139750"/>
                </a:lnTo>
                <a:cubicBezTo>
                  <a:pt x="71214" y="142964"/>
                  <a:pt x="70723" y="147384"/>
                  <a:pt x="72509" y="151090"/>
                </a:cubicBezTo>
                <a:cubicBezTo>
                  <a:pt x="74295" y="154796"/>
                  <a:pt x="78045" y="157163"/>
                  <a:pt x="82153" y="157163"/>
                </a:cubicBezTo>
                <a:lnTo>
                  <a:pt x="203597" y="157163"/>
                </a:lnTo>
                <a:cubicBezTo>
                  <a:pt x="207481" y="157163"/>
                  <a:pt x="211053" y="155064"/>
                  <a:pt x="212928" y="151671"/>
                </a:cubicBezTo>
                <a:cubicBezTo>
                  <a:pt x="214804" y="148277"/>
                  <a:pt x="214759" y="144170"/>
                  <a:pt x="212705" y="140821"/>
                </a:cubicBezTo>
                <a:lnTo>
                  <a:pt x="173415" y="76527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6427440" y="2362320"/>
            <a:ext cx="5476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Portadas visuales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2"/>
          <p:cNvSpPr/>
          <p:nvPr/>
        </p:nvSpPr>
        <p:spPr>
          <a:xfrm>
            <a:off x="6427440" y="2705040"/>
            <a:ext cx="545760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Visualiza tu colección con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miniaturas de portadas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Identifica libros de un vistazo.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3"/>
          <p:cNvSpPr/>
          <p:nvPr/>
        </p:nvSpPr>
        <p:spPr>
          <a:xfrm>
            <a:off x="5817960" y="335268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5946480" y="346716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85725" y="0"/>
                </a:moveTo>
                <a:cubicBezTo>
                  <a:pt x="69964" y="0"/>
                  <a:pt x="57150" y="12814"/>
                  <a:pt x="57150" y="28575"/>
                </a:cubicBezTo>
                <a:lnTo>
                  <a:pt x="57150" y="142875"/>
                </a:lnTo>
                <a:cubicBezTo>
                  <a:pt x="57150" y="158636"/>
                  <a:pt x="69964" y="171450"/>
                  <a:pt x="85725" y="171450"/>
                </a:cubicBezTo>
                <a:lnTo>
                  <a:pt x="171450" y="171450"/>
                </a:lnTo>
                <a:cubicBezTo>
                  <a:pt x="187211" y="171450"/>
                  <a:pt x="200025" y="158636"/>
                  <a:pt x="200025" y="142875"/>
                </a:cubicBezTo>
                <a:lnTo>
                  <a:pt x="200025" y="53310"/>
                </a:lnTo>
                <a:cubicBezTo>
                  <a:pt x="200025" y="45541"/>
                  <a:pt x="196855" y="38085"/>
                  <a:pt x="191229" y="32683"/>
                </a:cubicBezTo>
                <a:lnTo>
                  <a:pt x="165467" y="7947"/>
                </a:lnTo>
                <a:cubicBezTo>
                  <a:pt x="160154" y="2858"/>
                  <a:pt x="153055" y="0"/>
                  <a:pt x="145688" y="0"/>
                </a:cubicBezTo>
                <a:lnTo>
                  <a:pt x="85725" y="0"/>
                </a:lnTo>
                <a:close/>
                <a:moveTo>
                  <a:pt x="28575" y="57150"/>
                </a:moveTo>
                <a:cubicBezTo>
                  <a:pt x="12814" y="57150"/>
                  <a:pt x="0" y="69964"/>
                  <a:pt x="0" y="8572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14300" y="228600"/>
                </a:lnTo>
                <a:cubicBezTo>
                  <a:pt x="130061" y="228600"/>
                  <a:pt x="142875" y="215786"/>
                  <a:pt x="142875" y="200025"/>
                </a:cubicBezTo>
                <a:lnTo>
                  <a:pt x="142875" y="192881"/>
                </a:lnTo>
                <a:lnTo>
                  <a:pt x="114300" y="192881"/>
                </a:lnTo>
                <a:lnTo>
                  <a:pt x="114300" y="200025"/>
                </a:lnTo>
                <a:lnTo>
                  <a:pt x="28575" y="200025"/>
                </a:lnTo>
                <a:lnTo>
                  <a:pt x="28575" y="85725"/>
                </a:lnTo>
                <a:lnTo>
                  <a:pt x="35719" y="85725"/>
                </a:lnTo>
                <a:lnTo>
                  <a:pt x="35719" y="57150"/>
                </a:lnTo>
                <a:lnTo>
                  <a:pt x="28575" y="5715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6427440" y="3352680"/>
            <a:ext cx="4762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Detección de duplicados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6427440" y="3695760"/>
            <a:ext cx="474300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La app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detecta automáticamente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si un libro ya está en tu colección.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5837040" y="5829480"/>
            <a:ext cx="5971680" cy="647280"/>
          </a:xfrm>
          <a:custGeom>
            <a:avLst/>
            <a:gdLst>
              <a:gd name="textAreaLeft" fmla="*/ 0 w 5971680"/>
              <a:gd name="textAreaRight" fmla="*/ 5972040 w 5971680"/>
              <a:gd name="textAreaTop" fmla="*/ 0 h 647280"/>
              <a:gd name="textAreaBottom" fmla="*/ 647640 h 647280"/>
            </a:gdLst>
            <a:ahLst/>
            <a:cxnLst/>
            <a:rect l="textAreaLeft" t="textAreaTop" r="textAreaRight" b="textAreaBottom"/>
            <a:pathLst>
              <a:path w="5972175" h="647700">
                <a:moveTo>
                  <a:pt x="0" y="0"/>
                </a:moveTo>
                <a:lnTo>
                  <a:pt x="5972175" y="0"/>
                </a:lnTo>
                <a:lnTo>
                  <a:pt x="59721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8"/>
          <p:cNvSpPr/>
          <p:nvPr/>
        </p:nvSpPr>
        <p:spPr>
          <a:xfrm>
            <a:off x="5837040" y="5829480"/>
            <a:ext cx="37800" cy="647280"/>
          </a:xfrm>
          <a:custGeom>
            <a:avLst/>
            <a:gdLst>
              <a:gd name="textAreaLeft" fmla="*/ 0 w 37800"/>
              <a:gd name="textAreaRight" fmla="*/ 38160 w 37800"/>
              <a:gd name="textAreaTop" fmla="*/ 0 h 647280"/>
              <a:gd name="textAreaBottom" fmla="*/ 647640 h 647280"/>
            </a:gdLst>
            <a:ahLst/>
            <a:cxnLst/>
            <a:rect l="textAreaLeft" t="textAreaTop" r="textAreaRight" b="textAreaBottom"/>
            <a:pathLst>
              <a:path w="38100" h="647700">
                <a:moveTo>
                  <a:pt x="0" y="0"/>
                </a:moveTo>
                <a:lnTo>
                  <a:pt x="38100" y="0"/>
                </a:lnTo>
                <a:lnTo>
                  <a:pt x="381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0"/>
          <p:cNvSpPr/>
          <p:nvPr/>
        </p:nvSpPr>
        <p:spPr>
          <a:xfrm>
            <a:off x="6360840" y="5981760"/>
            <a:ext cx="5159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Sorts Mill Goudy"/>
                <a:ea typeface="Sorts Mill Goudy"/>
              </a:rPr>
              <a:t>Tu biblioteca personal, siempre organizada y accesible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TECNOLOGÍA DE ESCANEO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Escaneo inteligente con IA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"/>
          <p:cNvSpPr/>
          <p:nvPr/>
        </p:nvSpPr>
        <p:spPr>
          <a:xfrm>
            <a:off x="3808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380880" y="1371600"/>
            <a:ext cx="4476240" cy="4476240"/>
          </a:xfrm>
          <a:custGeom>
            <a:avLst/>
            <a:gdLst>
              <a:gd name="textAreaLeft" fmla="*/ 0 w 4476240"/>
              <a:gd name="textAreaRight" fmla="*/ 4476600 w 4476240"/>
              <a:gd name="textAreaTop" fmla="*/ 0 h 4476240"/>
              <a:gd name="textAreaBottom" fmla="*/ 4476600 h 4476240"/>
            </a:gdLst>
            <a:ahLst/>
            <a:cxnLst/>
            <a:rect l="textAreaLeft" t="textAreaTop" r="textAreaRight" b="textAreaBottom"/>
            <a:pathLst>
              <a:path w="4476750" h="4476750">
                <a:moveTo>
                  <a:pt x="114291" y="0"/>
                </a:moveTo>
                <a:lnTo>
                  <a:pt x="4362459" y="0"/>
                </a:lnTo>
                <a:cubicBezTo>
                  <a:pt x="4425580" y="0"/>
                  <a:pt x="4476750" y="51170"/>
                  <a:pt x="4476750" y="114291"/>
                </a:cubicBezTo>
                <a:lnTo>
                  <a:pt x="4476750" y="4362459"/>
                </a:lnTo>
                <a:cubicBezTo>
                  <a:pt x="4476750" y="4425580"/>
                  <a:pt x="4425580" y="4476750"/>
                  <a:pt x="4362459" y="4476750"/>
                </a:cubicBezTo>
                <a:lnTo>
                  <a:pt x="114291" y="4476750"/>
                </a:lnTo>
                <a:cubicBezTo>
                  <a:pt x="51170" y="4476750"/>
                  <a:pt x="0" y="4425580"/>
                  <a:pt x="0" y="4362459"/>
                </a:cubicBezTo>
                <a:lnTo>
                  <a:pt x="0" y="114291"/>
                </a:lnTo>
                <a:cubicBezTo>
                  <a:pt x="0" y="51212"/>
                  <a:pt x="51212" y="0"/>
                  <a:pt x="114291" y="0"/>
                </a:cubicBezTo>
                <a:close/>
              </a:path>
            </a:pathLst>
          </a:custGeom>
          <a:solidFill>
            <a:srgbClr val="3E3A36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490680" y="1523880"/>
            <a:ext cx="42573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Pantalla de Escaneo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5"/>
          <p:cNvSpPr/>
          <p:nvPr/>
        </p:nvSpPr>
        <p:spPr>
          <a:xfrm>
            <a:off x="542880" y="1914480"/>
            <a:ext cx="4152600" cy="3771720"/>
          </a:xfrm>
          <a:custGeom>
            <a:avLst/>
            <a:gdLst>
              <a:gd name="textAreaLeft" fmla="*/ 0 w 4152600"/>
              <a:gd name="textAreaRight" fmla="*/ 4152960 w 4152600"/>
              <a:gd name="textAreaTop" fmla="*/ 0 h 3771720"/>
              <a:gd name="textAreaBottom" fmla="*/ 3772080 h 3771720"/>
            </a:gdLst>
            <a:ahLst/>
            <a:cxnLst/>
            <a:rect l="textAreaLeft" t="textAreaTop" r="textAreaRight" b="textAreaBottom"/>
            <a:pathLst>
              <a:path w="4152900" h="3771900">
                <a:moveTo>
                  <a:pt x="76192" y="0"/>
                </a:moveTo>
                <a:lnTo>
                  <a:pt x="4076708" y="0"/>
                </a:lnTo>
                <a:cubicBezTo>
                  <a:pt x="4118788" y="0"/>
                  <a:pt x="4152900" y="34112"/>
                  <a:pt x="4152900" y="76192"/>
                </a:cubicBezTo>
                <a:lnTo>
                  <a:pt x="4152900" y="3695708"/>
                </a:lnTo>
                <a:cubicBezTo>
                  <a:pt x="4152900" y="3737788"/>
                  <a:pt x="4118788" y="3771900"/>
                  <a:pt x="4076708" y="3771900"/>
                </a:cubicBezTo>
                <a:lnTo>
                  <a:pt x="76192" y="3771900"/>
                </a:lnTo>
                <a:cubicBezTo>
                  <a:pt x="34112" y="3771900"/>
                  <a:pt x="0" y="3737788"/>
                  <a:pt x="0" y="3695708"/>
                </a:cubicBezTo>
                <a:lnTo>
                  <a:pt x="0" y="76192"/>
                </a:lnTo>
                <a:cubicBezTo>
                  <a:pt x="0" y="34141"/>
                  <a:pt x="34141" y="0"/>
                  <a:pt x="76192" y="0"/>
                </a:cubicBezTo>
                <a:close/>
              </a:path>
            </a:pathLst>
          </a:custGeom>
          <a:solidFill>
            <a:srgbClr val="1A1A1A"/>
          </a:solidFill>
          <a:ln w="25400">
            <a:solidFill>
              <a:srgbClr val="D8A25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6"/>
          <p:cNvSpPr/>
          <p:nvPr/>
        </p:nvSpPr>
        <p:spPr>
          <a:xfrm>
            <a:off x="1716480" y="3200400"/>
            <a:ext cx="1809360" cy="1199880"/>
          </a:xfrm>
          <a:custGeom>
            <a:avLst/>
            <a:gdLst>
              <a:gd name="textAreaLeft" fmla="*/ 0 w 1809360"/>
              <a:gd name="textAreaRight" fmla="*/ 1809720 w 1809360"/>
              <a:gd name="textAreaTop" fmla="*/ 0 h 1199880"/>
              <a:gd name="textAreaBottom" fmla="*/ 1200240 h 1199880"/>
            </a:gdLst>
            <a:ahLst/>
            <a:cxnLst/>
            <a:rect l="textAreaLeft" t="textAreaTop" r="textAreaRight" b="textAreaBottom"/>
            <a:pathLst>
              <a:path w="1809750" h="1200150">
                <a:moveTo>
                  <a:pt x="76198" y="0"/>
                </a:moveTo>
                <a:lnTo>
                  <a:pt x="1733552" y="0"/>
                </a:lnTo>
                <a:cubicBezTo>
                  <a:pt x="1775635" y="0"/>
                  <a:pt x="1809750" y="34115"/>
                  <a:pt x="1809750" y="76198"/>
                </a:cubicBezTo>
                <a:lnTo>
                  <a:pt x="1809750" y="1123952"/>
                </a:lnTo>
                <a:cubicBezTo>
                  <a:pt x="1809750" y="1166035"/>
                  <a:pt x="1775635" y="1200150"/>
                  <a:pt x="1733552" y="1200150"/>
                </a:cubicBezTo>
                <a:lnTo>
                  <a:pt x="76198" y="1200150"/>
                </a:lnTo>
                <a:cubicBezTo>
                  <a:pt x="34115" y="1200150"/>
                  <a:pt x="0" y="1166035"/>
                  <a:pt x="0" y="1123952"/>
                </a:cubicBezTo>
                <a:lnTo>
                  <a:pt x="0" y="76198"/>
                </a:lnTo>
                <a:cubicBezTo>
                  <a:pt x="0" y="34115"/>
                  <a:pt x="34115" y="0"/>
                  <a:pt x="76198" y="0"/>
                </a:cubicBezTo>
                <a:close/>
              </a:path>
            </a:pathLst>
          </a:custGeom>
          <a:noFill/>
          <a:ln w="25400">
            <a:solidFill>
              <a:srgbClr val="D8A2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7"/>
          <p:cNvSpPr/>
          <p:nvPr/>
        </p:nvSpPr>
        <p:spPr>
          <a:xfrm>
            <a:off x="2011680" y="3781440"/>
            <a:ext cx="1218960" cy="37800"/>
          </a:xfrm>
          <a:custGeom>
            <a:avLst/>
            <a:gdLst>
              <a:gd name="textAreaLeft" fmla="*/ 0 w 1218960"/>
              <a:gd name="textAreaRight" fmla="*/ 1219320 w 121896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8"/>
          <p:cNvSpPr/>
          <p:nvPr/>
        </p:nvSpPr>
        <p:spPr>
          <a:xfrm>
            <a:off x="2602080" y="3419640"/>
            <a:ext cx="37800" cy="761760"/>
          </a:xfrm>
          <a:custGeom>
            <a:avLst/>
            <a:gdLst>
              <a:gd name="textAreaLeft" fmla="*/ 0 w 37800"/>
              <a:gd name="textAreaRight" fmla="*/ 38160 w 3780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38100" h="762000">
                <a:moveTo>
                  <a:pt x="0" y="0"/>
                </a:moveTo>
                <a:lnTo>
                  <a:pt x="38100" y="0"/>
                </a:lnTo>
                <a:lnTo>
                  <a:pt x="381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9"/>
          <p:cNvSpPr/>
          <p:nvPr/>
        </p:nvSpPr>
        <p:spPr>
          <a:xfrm>
            <a:off x="1897920" y="5181480"/>
            <a:ext cx="1447560" cy="342720"/>
          </a:xfrm>
          <a:custGeom>
            <a:avLst/>
            <a:gdLst>
              <a:gd name="textAreaLeft" fmla="*/ 0 w 1447560"/>
              <a:gd name="textAreaRight" fmla="*/ 1447920 w 144756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1447800" h="342900">
                <a:moveTo>
                  <a:pt x="171450" y="0"/>
                </a:moveTo>
                <a:lnTo>
                  <a:pt x="1276350" y="0"/>
                </a:lnTo>
                <a:cubicBezTo>
                  <a:pt x="1370976" y="0"/>
                  <a:pt x="1447800" y="76824"/>
                  <a:pt x="1447800" y="171450"/>
                </a:cubicBezTo>
                <a:lnTo>
                  <a:pt x="1447800" y="171450"/>
                </a:lnTo>
                <a:cubicBezTo>
                  <a:pt x="1447800" y="266076"/>
                  <a:pt x="1370976" y="342900"/>
                  <a:pt x="1276350" y="342900"/>
                </a:cubicBezTo>
                <a:lnTo>
                  <a:pt x="171450" y="342900"/>
                </a:lnTo>
                <a:cubicBezTo>
                  <a:pt x="76824" y="342900"/>
                  <a:pt x="0" y="266076"/>
                  <a:pt x="0" y="171450"/>
                </a:cubicBezTo>
                <a:lnTo>
                  <a:pt x="0" y="171450"/>
                </a:lnTo>
                <a:cubicBezTo>
                  <a:pt x="0" y="76824"/>
                  <a:pt x="76824" y="0"/>
                  <a:pt x="171450" y="0"/>
                </a:cubicBezTo>
                <a:close/>
              </a:path>
            </a:pathLst>
          </a:custGeom>
          <a:solidFill>
            <a:srgbClr val="2D2A26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0"/>
          <p:cNvSpPr/>
          <p:nvPr/>
        </p:nvSpPr>
        <p:spPr>
          <a:xfrm>
            <a:off x="1864800" y="5181480"/>
            <a:ext cx="15141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76320" rIns="152280" bIns="7632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Detectando ISBN...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1"/>
          <p:cNvSpPr/>
          <p:nvPr/>
        </p:nvSpPr>
        <p:spPr>
          <a:xfrm>
            <a:off x="385920" y="6005520"/>
            <a:ext cx="4466880" cy="466200"/>
          </a:xfrm>
          <a:custGeom>
            <a:avLst/>
            <a:gdLst>
              <a:gd name="textAreaLeft" fmla="*/ 0 w 4466880"/>
              <a:gd name="textAreaRight" fmla="*/ 4467240 w 446688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4467225" h="466725">
                <a:moveTo>
                  <a:pt x="76202" y="0"/>
                </a:moveTo>
                <a:lnTo>
                  <a:pt x="4391023" y="0"/>
                </a:lnTo>
                <a:cubicBezTo>
                  <a:pt x="4433108" y="0"/>
                  <a:pt x="4467225" y="34117"/>
                  <a:pt x="4467225" y="76202"/>
                </a:cubicBezTo>
                <a:lnTo>
                  <a:pt x="4467225" y="390523"/>
                </a:lnTo>
                <a:cubicBezTo>
                  <a:pt x="4467225" y="432608"/>
                  <a:pt x="4433108" y="466725"/>
                  <a:pt x="4391023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2"/>
          <p:cNvSpPr/>
          <p:nvPr/>
        </p:nvSpPr>
        <p:spPr>
          <a:xfrm>
            <a:off x="1614600" y="616284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3"/>
          <p:cNvSpPr/>
          <p:nvPr/>
        </p:nvSpPr>
        <p:spPr>
          <a:xfrm>
            <a:off x="1814400" y="6153120"/>
            <a:ext cx="187992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Detección en tiempo real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4"/>
          <p:cNvSpPr/>
          <p:nvPr/>
        </p:nvSpPr>
        <p:spPr>
          <a:xfrm>
            <a:off x="5109120" y="1371600"/>
            <a:ext cx="6705360" cy="1257120"/>
          </a:xfrm>
          <a:custGeom>
            <a:avLst/>
            <a:gdLst>
              <a:gd name="textAreaLeft" fmla="*/ 0 w 6705360"/>
              <a:gd name="textAreaRight" fmla="*/ 6705720 w 6705360"/>
              <a:gd name="textAreaTop" fmla="*/ 0 h 1257120"/>
              <a:gd name="textAreaBottom" fmla="*/ 1257480 h 1257120"/>
            </a:gdLst>
            <a:ahLst/>
            <a:cxnLst/>
            <a:rect l="textAreaLeft" t="textAreaTop" r="textAreaRight" b="textAreaBottom"/>
            <a:pathLst>
              <a:path w="6705600" h="1257300">
                <a:moveTo>
                  <a:pt x="38100" y="0"/>
                </a:moveTo>
                <a:lnTo>
                  <a:pt x="6591299" y="0"/>
                </a:lnTo>
                <a:cubicBezTo>
                  <a:pt x="6654383" y="0"/>
                  <a:pt x="6705600" y="51217"/>
                  <a:pt x="6705600" y="114301"/>
                </a:cubicBezTo>
                <a:lnTo>
                  <a:pt x="6705600" y="1142999"/>
                </a:lnTo>
                <a:cubicBezTo>
                  <a:pt x="6705600" y="1206083"/>
                  <a:pt x="6654383" y="1257300"/>
                  <a:pt x="6591299" y="1257300"/>
                </a:cubicBezTo>
                <a:lnTo>
                  <a:pt x="38100" y="1257300"/>
                </a:lnTo>
                <a:cubicBezTo>
                  <a:pt x="17072" y="1257300"/>
                  <a:pt x="0" y="1240228"/>
                  <a:pt x="0" y="1219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5"/>
          <p:cNvSpPr/>
          <p:nvPr/>
        </p:nvSpPr>
        <p:spPr>
          <a:xfrm>
            <a:off x="5109120" y="1371600"/>
            <a:ext cx="37800" cy="1257120"/>
          </a:xfrm>
          <a:custGeom>
            <a:avLst/>
            <a:gdLst>
              <a:gd name="textAreaLeft" fmla="*/ 0 w 37800"/>
              <a:gd name="textAreaRight" fmla="*/ 38160 w 37800"/>
              <a:gd name="textAreaTop" fmla="*/ 0 h 1257120"/>
              <a:gd name="textAreaBottom" fmla="*/ 1257480 h 1257120"/>
            </a:gdLst>
            <a:ahLst/>
            <a:cxnLst/>
            <a:rect l="textAreaLeft" t="textAreaTop" r="textAreaRight" b="textAreaBottom"/>
            <a:pathLst>
              <a:path w="38100" h="1257300">
                <a:moveTo>
                  <a:pt x="38100" y="0"/>
                </a:moveTo>
                <a:lnTo>
                  <a:pt x="38100" y="0"/>
                </a:lnTo>
                <a:lnTo>
                  <a:pt x="38100" y="1257300"/>
                </a:lnTo>
                <a:lnTo>
                  <a:pt x="38100" y="1257300"/>
                </a:lnTo>
                <a:cubicBezTo>
                  <a:pt x="17072" y="1257300"/>
                  <a:pt x="0" y="1240228"/>
                  <a:pt x="0" y="1219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6"/>
          <p:cNvSpPr/>
          <p:nvPr/>
        </p:nvSpPr>
        <p:spPr>
          <a:xfrm>
            <a:off x="5318640" y="156204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7"/>
          <p:cNvSpPr/>
          <p:nvPr/>
        </p:nvSpPr>
        <p:spPr>
          <a:xfrm>
            <a:off x="5445000" y="168588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279053" y="146112"/>
                </a:moveTo>
                <a:cubicBezTo>
                  <a:pt x="279053" y="225084"/>
                  <a:pt x="224972" y="281285"/>
                  <a:pt x="145107" y="281285"/>
                </a:cubicBezTo>
                <a:cubicBezTo>
                  <a:pt x="68535" y="281285"/>
                  <a:pt x="6697" y="219447"/>
                  <a:pt x="6697" y="142875"/>
                </a:cubicBezTo>
                <a:cubicBezTo>
                  <a:pt x="6697" y="66303"/>
                  <a:pt x="68535" y="4465"/>
                  <a:pt x="145107" y="4465"/>
                </a:cubicBezTo>
                <a:cubicBezTo>
                  <a:pt x="182389" y="4465"/>
                  <a:pt x="213754" y="18138"/>
                  <a:pt x="237920" y="40686"/>
                </a:cubicBezTo>
                <a:lnTo>
                  <a:pt x="200248" y="76907"/>
                </a:lnTo>
                <a:cubicBezTo>
                  <a:pt x="150968" y="29356"/>
                  <a:pt x="59327" y="65075"/>
                  <a:pt x="59327" y="142875"/>
                </a:cubicBezTo>
                <a:cubicBezTo>
                  <a:pt x="59327" y="191151"/>
                  <a:pt x="97892" y="230274"/>
                  <a:pt x="145107" y="230274"/>
                </a:cubicBezTo>
                <a:cubicBezTo>
                  <a:pt x="199913" y="230274"/>
                  <a:pt x="220452" y="190984"/>
                  <a:pt x="223689" y="170613"/>
                </a:cubicBezTo>
                <a:lnTo>
                  <a:pt x="145107" y="170613"/>
                </a:lnTo>
                <a:lnTo>
                  <a:pt x="145107" y="123006"/>
                </a:lnTo>
                <a:lnTo>
                  <a:pt x="276876" y="123006"/>
                </a:lnTo>
                <a:cubicBezTo>
                  <a:pt x="278160" y="130094"/>
                  <a:pt x="279053" y="136903"/>
                  <a:pt x="279053" y="146112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8"/>
          <p:cNvSpPr/>
          <p:nvPr/>
        </p:nvSpPr>
        <p:spPr>
          <a:xfrm>
            <a:off x="6004440" y="1562040"/>
            <a:ext cx="5733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Google ML Kit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9"/>
          <p:cNvSpPr/>
          <p:nvPr/>
        </p:nvSpPr>
        <p:spPr>
          <a:xfrm>
            <a:off x="6004440" y="1943280"/>
            <a:ext cx="56955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Tecnología de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Google ML Kit Barcode Scanning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para detección instantánea de códigos de barras con alta precisión.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0"/>
          <p:cNvSpPr/>
          <p:nvPr/>
        </p:nvSpPr>
        <p:spPr>
          <a:xfrm>
            <a:off x="5090040" y="2781360"/>
            <a:ext cx="3285720" cy="875880"/>
          </a:xfrm>
          <a:custGeom>
            <a:avLst/>
            <a:gdLst>
              <a:gd name="textAreaLeft" fmla="*/ 0 w 3285720"/>
              <a:gd name="textAreaRight" fmla="*/ 3286080 w 328572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3286125" h="876300">
                <a:moveTo>
                  <a:pt x="114296" y="0"/>
                </a:moveTo>
                <a:lnTo>
                  <a:pt x="3171829" y="0"/>
                </a:lnTo>
                <a:cubicBezTo>
                  <a:pt x="3234953" y="0"/>
                  <a:pt x="3286125" y="51172"/>
                  <a:pt x="3286125" y="114296"/>
                </a:cubicBezTo>
                <a:lnTo>
                  <a:pt x="3286125" y="762004"/>
                </a:lnTo>
                <a:cubicBezTo>
                  <a:pt x="3286125" y="825128"/>
                  <a:pt x="3234953" y="876300"/>
                  <a:pt x="3171829" y="876300"/>
                </a:cubicBezTo>
                <a:lnTo>
                  <a:pt x="114296" y="876300"/>
                </a:lnTo>
                <a:cubicBezTo>
                  <a:pt x="51172" y="876300"/>
                  <a:pt x="0" y="825128"/>
                  <a:pt x="0" y="762004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1"/>
          <p:cNvSpPr/>
          <p:nvPr/>
        </p:nvSpPr>
        <p:spPr>
          <a:xfrm>
            <a:off x="5285520" y="295272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cubicBezTo>
                  <a:pt x="22190" y="214313"/>
                  <a:pt x="28575" y="207928"/>
                  <a:pt x="28575" y="200025"/>
                </a:cubicBezTo>
                <a:lnTo>
                  <a:pt x="28575" y="28575"/>
                </a:lnTo>
                <a:cubicBezTo>
                  <a:pt x="28575" y="20672"/>
                  <a:pt x="22190" y="14288"/>
                  <a:pt x="14288" y="14288"/>
                </a:cubicBezTo>
                <a:close/>
                <a:moveTo>
                  <a:pt x="53578" y="14288"/>
                </a:moveTo>
                <a:cubicBezTo>
                  <a:pt x="47640" y="14288"/>
                  <a:pt x="42863" y="19065"/>
                  <a:pt x="42863" y="25003"/>
                </a:cubicBezTo>
                <a:lnTo>
                  <a:pt x="42863" y="203597"/>
                </a:lnTo>
                <a:cubicBezTo>
                  <a:pt x="42863" y="209535"/>
                  <a:pt x="47640" y="214313"/>
                  <a:pt x="53578" y="214313"/>
                </a:cubicBezTo>
                <a:cubicBezTo>
                  <a:pt x="59516" y="214313"/>
                  <a:pt x="64294" y="209535"/>
                  <a:pt x="64294" y="203597"/>
                </a:cubicBezTo>
                <a:lnTo>
                  <a:pt x="64294" y="25003"/>
                </a:lnTo>
                <a:cubicBezTo>
                  <a:pt x="64294" y="19065"/>
                  <a:pt x="59516" y="14288"/>
                  <a:pt x="53578" y="14288"/>
                </a:cubicBezTo>
                <a:close/>
                <a:moveTo>
                  <a:pt x="85725" y="28575"/>
                </a:moveTo>
                <a:lnTo>
                  <a:pt x="85725" y="200025"/>
                </a:lnTo>
                <a:cubicBezTo>
                  <a:pt x="85725" y="207928"/>
                  <a:pt x="92110" y="214313"/>
                  <a:pt x="100013" y="214313"/>
                </a:cubicBezTo>
                <a:cubicBezTo>
                  <a:pt x="107915" y="214313"/>
                  <a:pt x="114300" y="207928"/>
                  <a:pt x="114300" y="200025"/>
                </a:cubicBezTo>
                <a:lnTo>
                  <a:pt x="114300" y="28575"/>
                </a:lnTo>
                <a:cubicBezTo>
                  <a:pt x="114300" y="20672"/>
                  <a:pt x="107915" y="14288"/>
                  <a:pt x="100013" y="14288"/>
                </a:cubicBezTo>
                <a:cubicBezTo>
                  <a:pt x="92110" y="14288"/>
                  <a:pt x="85725" y="20672"/>
                  <a:pt x="85725" y="28575"/>
                </a:cubicBezTo>
                <a:close/>
                <a:moveTo>
                  <a:pt x="178594" y="25003"/>
                </a:moveTo>
                <a:lnTo>
                  <a:pt x="178594" y="203597"/>
                </a:lnTo>
                <a:cubicBezTo>
                  <a:pt x="178594" y="209535"/>
                  <a:pt x="183371" y="214313"/>
                  <a:pt x="189309" y="214313"/>
                </a:cubicBezTo>
                <a:cubicBezTo>
                  <a:pt x="195248" y="214313"/>
                  <a:pt x="200025" y="209535"/>
                  <a:pt x="200025" y="2035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cubicBezTo>
                  <a:pt x="183371" y="14288"/>
                  <a:pt x="178594" y="19065"/>
                  <a:pt x="178594" y="25003"/>
                </a:cubicBezTo>
                <a:close/>
                <a:moveTo>
                  <a:pt x="135731" y="25003"/>
                </a:moveTo>
                <a:lnTo>
                  <a:pt x="135731" y="203597"/>
                </a:lnTo>
                <a:cubicBezTo>
                  <a:pt x="135731" y="209535"/>
                  <a:pt x="140509" y="214313"/>
                  <a:pt x="146447" y="214313"/>
                </a:cubicBezTo>
                <a:cubicBezTo>
                  <a:pt x="152385" y="214313"/>
                  <a:pt x="157163" y="209535"/>
                  <a:pt x="157163" y="203597"/>
                </a:cubicBezTo>
                <a:lnTo>
                  <a:pt x="157163" y="25003"/>
                </a:lnTo>
                <a:cubicBezTo>
                  <a:pt x="157163" y="19065"/>
                  <a:pt x="152385" y="14288"/>
                  <a:pt x="146447" y="14288"/>
                </a:cubicBezTo>
                <a:cubicBezTo>
                  <a:pt x="140509" y="14288"/>
                  <a:pt x="135731" y="19065"/>
                  <a:pt x="135731" y="25003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2"/>
          <p:cNvSpPr/>
          <p:nvPr/>
        </p:nvSpPr>
        <p:spPr>
          <a:xfrm>
            <a:off x="5642640" y="2933640"/>
            <a:ext cx="713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ISBN-10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3"/>
          <p:cNvSpPr/>
          <p:nvPr/>
        </p:nvSpPr>
        <p:spPr>
          <a:xfrm>
            <a:off x="5242680" y="3276720"/>
            <a:ext cx="3057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Formato antiguo de 10 dígitos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4"/>
          <p:cNvSpPr/>
          <p:nvPr/>
        </p:nvSpPr>
        <p:spPr>
          <a:xfrm>
            <a:off x="8526600" y="2781360"/>
            <a:ext cx="3285720" cy="875880"/>
          </a:xfrm>
          <a:custGeom>
            <a:avLst/>
            <a:gdLst>
              <a:gd name="textAreaLeft" fmla="*/ 0 w 3285720"/>
              <a:gd name="textAreaRight" fmla="*/ 3286080 w 328572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3286125" h="876300">
                <a:moveTo>
                  <a:pt x="114296" y="0"/>
                </a:moveTo>
                <a:lnTo>
                  <a:pt x="3171829" y="0"/>
                </a:lnTo>
                <a:cubicBezTo>
                  <a:pt x="3234953" y="0"/>
                  <a:pt x="3286125" y="51172"/>
                  <a:pt x="3286125" y="114296"/>
                </a:cubicBezTo>
                <a:lnTo>
                  <a:pt x="3286125" y="762004"/>
                </a:lnTo>
                <a:cubicBezTo>
                  <a:pt x="3286125" y="825128"/>
                  <a:pt x="3234953" y="876300"/>
                  <a:pt x="3171829" y="876300"/>
                </a:cubicBezTo>
                <a:lnTo>
                  <a:pt x="114296" y="876300"/>
                </a:lnTo>
                <a:cubicBezTo>
                  <a:pt x="51172" y="876300"/>
                  <a:pt x="0" y="825128"/>
                  <a:pt x="0" y="762004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5"/>
          <p:cNvSpPr/>
          <p:nvPr/>
        </p:nvSpPr>
        <p:spPr>
          <a:xfrm>
            <a:off x="8722080" y="295272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cubicBezTo>
                  <a:pt x="22190" y="214313"/>
                  <a:pt x="28575" y="207928"/>
                  <a:pt x="28575" y="200025"/>
                </a:cubicBezTo>
                <a:lnTo>
                  <a:pt x="28575" y="28575"/>
                </a:lnTo>
                <a:cubicBezTo>
                  <a:pt x="28575" y="20672"/>
                  <a:pt x="22190" y="14288"/>
                  <a:pt x="14288" y="14288"/>
                </a:cubicBezTo>
                <a:close/>
                <a:moveTo>
                  <a:pt x="53578" y="14288"/>
                </a:moveTo>
                <a:cubicBezTo>
                  <a:pt x="47640" y="14288"/>
                  <a:pt x="42863" y="19065"/>
                  <a:pt x="42863" y="25003"/>
                </a:cubicBezTo>
                <a:lnTo>
                  <a:pt x="42863" y="203597"/>
                </a:lnTo>
                <a:cubicBezTo>
                  <a:pt x="42863" y="209535"/>
                  <a:pt x="47640" y="214313"/>
                  <a:pt x="53578" y="214313"/>
                </a:cubicBezTo>
                <a:cubicBezTo>
                  <a:pt x="59516" y="214313"/>
                  <a:pt x="64294" y="209535"/>
                  <a:pt x="64294" y="203597"/>
                </a:cubicBezTo>
                <a:lnTo>
                  <a:pt x="64294" y="25003"/>
                </a:lnTo>
                <a:cubicBezTo>
                  <a:pt x="64294" y="19065"/>
                  <a:pt x="59516" y="14288"/>
                  <a:pt x="53578" y="14288"/>
                </a:cubicBezTo>
                <a:close/>
                <a:moveTo>
                  <a:pt x="85725" y="28575"/>
                </a:moveTo>
                <a:lnTo>
                  <a:pt x="85725" y="200025"/>
                </a:lnTo>
                <a:cubicBezTo>
                  <a:pt x="85725" y="207928"/>
                  <a:pt x="92110" y="214313"/>
                  <a:pt x="100013" y="214313"/>
                </a:cubicBezTo>
                <a:cubicBezTo>
                  <a:pt x="107915" y="214313"/>
                  <a:pt x="114300" y="207928"/>
                  <a:pt x="114300" y="200025"/>
                </a:cubicBezTo>
                <a:lnTo>
                  <a:pt x="114300" y="28575"/>
                </a:lnTo>
                <a:cubicBezTo>
                  <a:pt x="114300" y="20672"/>
                  <a:pt x="107915" y="14288"/>
                  <a:pt x="100013" y="14288"/>
                </a:cubicBezTo>
                <a:cubicBezTo>
                  <a:pt x="92110" y="14288"/>
                  <a:pt x="85725" y="20672"/>
                  <a:pt x="85725" y="28575"/>
                </a:cubicBezTo>
                <a:close/>
                <a:moveTo>
                  <a:pt x="178594" y="25003"/>
                </a:moveTo>
                <a:lnTo>
                  <a:pt x="178594" y="203597"/>
                </a:lnTo>
                <a:cubicBezTo>
                  <a:pt x="178594" y="209535"/>
                  <a:pt x="183371" y="214313"/>
                  <a:pt x="189309" y="214313"/>
                </a:cubicBezTo>
                <a:cubicBezTo>
                  <a:pt x="195248" y="214313"/>
                  <a:pt x="200025" y="209535"/>
                  <a:pt x="200025" y="2035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cubicBezTo>
                  <a:pt x="183371" y="14288"/>
                  <a:pt x="178594" y="19065"/>
                  <a:pt x="178594" y="25003"/>
                </a:cubicBezTo>
                <a:close/>
                <a:moveTo>
                  <a:pt x="135731" y="25003"/>
                </a:moveTo>
                <a:lnTo>
                  <a:pt x="135731" y="203597"/>
                </a:lnTo>
                <a:cubicBezTo>
                  <a:pt x="135731" y="209535"/>
                  <a:pt x="140509" y="214313"/>
                  <a:pt x="146447" y="214313"/>
                </a:cubicBezTo>
                <a:cubicBezTo>
                  <a:pt x="152385" y="214313"/>
                  <a:pt x="157163" y="209535"/>
                  <a:pt x="157163" y="203597"/>
                </a:cubicBezTo>
                <a:lnTo>
                  <a:pt x="157163" y="25003"/>
                </a:lnTo>
                <a:cubicBezTo>
                  <a:pt x="157163" y="19065"/>
                  <a:pt x="152385" y="14288"/>
                  <a:pt x="146447" y="14288"/>
                </a:cubicBezTo>
                <a:cubicBezTo>
                  <a:pt x="140509" y="14288"/>
                  <a:pt x="135731" y="19065"/>
                  <a:pt x="135731" y="25003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6"/>
          <p:cNvSpPr/>
          <p:nvPr/>
        </p:nvSpPr>
        <p:spPr>
          <a:xfrm>
            <a:off x="9079200" y="2933640"/>
            <a:ext cx="713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ISBN-13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7"/>
          <p:cNvSpPr/>
          <p:nvPr/>
        </p:nvSpPr>
        <p:spPr>
          <a:xfrm>
            <a:off x="8679240" y="3276720"/>
            <a:ext cx="3057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Formato moderno de 13 dígitos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28"/>
          <p:cNvSpPr/>
          <p:nvPr/>
        </p:nvSpPr>
        <p:spPr>
          <a:xfrm>
            <a:off x="5090040" y="3809880"/>
            <a:ext cx="6724440" cy="875880"/>
          </a:xfrm>
          <a:custGeom>
            <a:avLst/>
            <a:gdLst>
              <a:gd name="textAreaLeft" fmla="*/ 0 w 6724440"/>
              <a:gd name="textAreaRight" fmla="*/ 6724800 w 672444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6724650" h="876300">
                <a:moveTo>
                  <a:pt x="114296" y="0"/>
                </a:moveTo>
                <a:lnTo>
                  <a:pt x="6610354" y="0"/>
                </a:lnTo>
                <a:cubicBezTo>
                  <a:pt x="6673478" y="0"/>
                  <a:pt x="6724650" y="51172"/>
                  <a:pt x="6724650" y="114296"/>
                </a:cubicBezTo>
                <a:lnTo>
                  <a:pt x="6724650" y="762004"/>
                </a:lnTo>
                <a:cubicBezTo>
                  <a:pt x="6724650" y="825128"/>
                  <a:pt x="6673478" y="876300"/>
                  <a:pt x="6610354" y="876300"/>
                </a:cubicBezTo>
                <a:lnTo>
                  <a:pt x="114296" y="876300"/>
                </a:lnTo>
                <a:cubicBezTo>
                  <a:pt x="51172" y="876300"/>
                  <a:pt x="0" y="825128"/>
                  <a:pt x="0" y="762004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9"/>
          <p:cNvSpPr/>
          <p:nvPr/>
        </p:nvSpPr>
        <p:spPr>
          <a:xfrm>
            <a:off x="5299560" y="3981600"/>
            <a:ext cx="171000" cy="228240"/>
          </a:xfrm>
          <a:custGeom>
            <a:avLst/>
            <a:gdLst>
              <a:gd name="textAreaLeft" fmla="*/ 0 w 171000"/>
              <a:gd name="textAreaRight" fmla="*/ 171360 w 1710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171450" h="228600">
                <a:moveTo>
                  <a:pt x="111576" y="29825"/>
                </a:moveTo>
                <a:cubicBezTo>
                  <a:pt x="116220" y="23440"/>
                  <a:pt x="114791" y="14511"/>
                  <a:pt x="108406" y="9867"/>
                </a:cubicBezTo>
                <a:cubicBezTo>
                  <a:pt x="102022" y="5224"/>
                  <a:pt x="93092" y="6653"/>
                  <a:pt x="88449" y="13037"/>
                </a:cubicBezTo>
                <a:lnTo>
                  <a:pt x="41121" y="78090"/>
                </a:lnTo>
                <a:lnTo>
                  <a:pt x="24378" y="61347"/>
                </a:lnTo>
                <a:cubicBezTo>
                  <a:pt x="18797" y="55766"/>
                  <a:pt x="9733" y="55766"/>
                  <a:pt x="4152" y="61347"/>
                </a:cubicBezTo>
                <a:cubicBezTo>
                  <a:pt x="-1429" y="66928"/>
                  <a:pt x="-1429" y="75992"/>
                  <a:pt x="4152" y="81573"/>
                </a:cubicBezTo>
                <a:lnTo>
                  <a:pt x="32727" y="110148"/>
                </a:lnTo>
                <a:cubicBezTo>
                  <a:pt x="35674" y="113094"/>
                  <a:pt x="39782" y="114613"/>
                  <a:pt x="43934" y="114300"/>
                </a:cubicBezTo>
                <a:cubicBezTo>
                  <a:pt x="48086" y="113987"/>
                  <a:pt x="51926" y="111844"/>
                  <a:pt x="54382" y="108451"/>
                </a:cubicBezTo>
                <a:lnTo>
                  <a:pt x="111532" y="29870"/>
                </a:lnTo>
                <a:close/>
                <a:moveTo>
                  <a:pt x="168726" y="90547"/>
                </a:moveTo>
                <a:cubicBezTo>
                  <a:pt x="173370" y="84162"/>
                  <a:pt x="171941" y="75233"/>
                  <a:pt x="165556" y="70589"/>
                </a:cubicBezTo>
                <a:cubicBezTo>
                  <a:pt x="159172" y="65946"/>
                  <a:pt x="150242" y="67374"/>
                  <a:pt x="145599" y="73759"/>
                </a:cubicBezTo>
                <a:lnTo>
                  <a:pt x="69696" y="178103"/>
                </a:lnTo>
                <a:lnTo>
                  <a:pt x="38666" y="147072"/>
                </a:lnTo>
                <a:cubicBezTo>
                  <a:pt x="33084" y="141491"/>
                  <a:pt x="24021" y="141491"/>
                  <a:pt x="18440" y="147072"/>
                </a:cubicBezTo>
                <a:cubicBezTo>
                  <a:pt x="12859" y="152653"/>
                  <a:pt x="12859" y="161717"/>
                  <a:pt x="18440" y="167298"/>
                </a:cubicBezTo>
                <a:lnTo>
                  <a:pt x="61302" y="210160"/>
                </a:lnTo>
                <a:cubicBezTo>
                  <a:pt x="64249" y="213107"/>
                  <a:pt x="68357" y="214625"/>
                  <a:pt x="72509" y="214313"/>
                </a:cubicBezTo>
                <a:cubicBezTo>
                  <a:pt x="76661" y="214000"/>
                  <a:pt x="80501" y="211857"/>
                  <a:pt x="82957" y="208464"/>
                </a:cubicBezTo>
                <a:lnTo>
                  <a:pt x="168682" y="90592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30"/>
          <p:cNvSpPr/>
          <p:nvPr/>
        </p:nvSpPr>
        <p:spPr>
          <a:xfrm>
            <a:off x="5642640" y="3962520"/>
            <a:ext cx="1904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Validación de Checksum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1"/>
          <p:cNvSpPr/>
          <p:nvPr/>
        </p:nvSpPr>
        <p:spPr>
          <a:xfrm>
            <a:off x="5242680" y="4305240"/>
            <a:ext cx="6495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Verificación automática de integridad del ISBN para evitar errores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32"/>
          <p:cNvSpPr/>
          <p:nvPr/>
        </p:nvSpPr>
        <p:spPr>
          <a:xfrm>
            <a:off x="5095080" y="6005520"/>
            <a:ext cx="6714720" cy="466200"/>
          </a:xfrm>
          <a:custGeom>
            <a:avLst/>
            <a:gdLst>
              <a:gd name="textAreaLeft" fmla="*/ 0 w 6714720"/>
              <a:gd name="textAreaRight" fmla="*/ 6715080 w 671472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6715125" h="466725">
                <a:moveTo>
                  <a:pt x="76202" y="0"/>
                </a:moveTo>
                <a:lnTo>
                  <a:pt x="6638923" y="0"/>
                </a:lnTo>
                <a:cubicBezTo>
                  <a:pt x="6681008" y="0"/>
                  <a:pt x="6715125" y="34117"/>
                  <a:pt x="6715125" y="76202"/>
                </a:cubicBezTo>
                <a:lnTo>
                  <a:pt x="6715125" y="390523"/>
                </a:lnTo>
                <a:cubicBezTo>
                  <a:pt x="6715125" y="432608"/>
                  <a:pt x="6681008" y="466725"/>
                  <a:pt x="6638923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B87D">
              <a:alpha val="10000"/>
            </a:srgbClr>
          </a:solidFill>
          <a:ln w="12700">
            <a:solidFill>
              <a:srgbClr val="E8B87D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3"/>
          <p:cNvSpPr/>
          <p:nvPr/>
        </p:nvSpPr>
        <p:spPr>
          <a:xfrm>
            <a:off x="6451200" y="616284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44381" y="19288"/>
                </a:moveTo>
                <a:lnTo>
                  <a:pt x="41285" y="28575"/>
                </a:lnTo>
                <a:lnTo>
                  <a:pt x="19050" y="28575"/>
                </a:lnTo>
                <a:cubicBezTo>
                  <a:pt x="8543" y="28575"/>
                  <a:pt x="0" y="37118"/>
                  <a:pt x="0" y="4762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33350" y="142875"/>
                </a:lnTo>
                <a:cubicBezTo>
                  <a:pt x="143857" y="142875"/>
                  <a:pt x="152400" y="134332"/>
                  <a:pt x="152400" y="123825"/>
                </a:cubicBezTo>
                <a:lnTo>
                  <a:pt x="152400" y="47625"/>
                </a:lnTo>
                <a:cubicBezTo>
                  <a:pt x="152400" y="37118"/>
                  <a:pt x="143857" y="28575"/>
                  <a:pt x="133350" y="28575"/>
                </a:cubicBezTo>
                <a:lnTo>
                  <a:pt x="111115" y="28575"/>
                </a:lnTo>
                <a:lnTo>
                  <a:pt x="108019" y="19288"/>
                </a:lnTo>
                <a:cubicBezTo>
                  <a:pt x="106085" y="13454"/>
                  <a:pt x="100638" y="9525"/>
                  <a:pt x="94476" y="9525"/>
                </a:cubicBezTo>
                <a:lnTo>
                  <a:pt x="57924" y="9525"/>
                </a:lnTo>
                <a:cubicBezTo>
                  <a:pt x="51762" y="9525"/>
                  <a:pt x="46315" y="13454"/>
                  <a:pt x="44381" y="19288"/>
                </a:cubicBezTo>
                <a:close/>
                <a:moveTo>
                  <a:pt x="76200" y="57150"/>
                </a:moveTo>
                <a:cubicBezTo>
                  <a:pt x="91971" y="57150"/>
                  <a:pt x="104775" y="69954"/>
                  <a:pt x="104775" y="85725"/>
                </a:cubicBezTo>
                <a:cubicBezTo>
                  <a:pt x="104775" y="101496"/>
                  <a:pt x="91971" y="114300"/>
                  <a:pt x="76200" y="114300"/>
                </a:cubicBezTo>
                <a:cubicBezTo>
                  <a:pt x="60429" y="114300"/>
                  <a:pt x="47625" y="101496"/>
                  <a:pt x="47625" y="85725"/>
                </a:cubicBezTo>
                <a:cubicBezTo>
                  <a:pt x="47625" y="69954"/>
                  <a:pt x="60429" y="57150"/>
                  <a:pt x="76200" y="5715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34"/>
          <p:cNvSpPr/>
          <p:nvPr/>
        </p:nvSpPr>
        <p:spPr>
          <a:xfrm>
            <a:off x="5423400" y="6124680"/>
            <a:ext cx="6305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Integración nativa con </a:t>
            </a: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CameraX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para experiencia fluida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BASES DE DATOS DE LIBROS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Búsqueda Automática de Metadatos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"/>
          <p:cNvSpPr/>
          <p:nvPr/>
        </p:nvSpPr>
        <p:spPr>
          <a:xfrm>
            <a:off x="3808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3"/>
          <p:cNvSpPr/>
          <p:nvPr/>
        </p:nvSpPr>
        <p:spPr>
          <a:xfrm>
            <a:off x="380880" y="1428840"/>
            <a:ext cx="5600520" cy="340956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3409560"/>
              <a:gd name="textAreaBottom" fmla="*/ 3409920 h 3409560"/>
            </a:gdLst>
            <a:ahLst/>
            <a:cxnLst/>
            <a:rect l="textAreaLeft" t="textAreaTop" r="textAreaRight" b="textAreaBottom"/>
            <a:pathLst>
              <a:path w="5600700" h="3409950">
                <a:moveTo>
                  <a:pt x="38100" y="0"/>
                </a:moveTo>
                <a:lnTo>
                  <a:pt x="5562600" y="0"/>
                </a:lnTo>
                <a:cubicBezTo>
                  <a:pt x="5583628" y="0"/>
                  <a:pt x="5600700" y="17072"/>
                  <a:pt x="5600700" y="38100"/>
                </a:cubicBezTo>
                <a:lnTo>
                  <a:pt x="5600700" y="3295648"/>
                </a:lnTo>
                <a:cubicBezTo>
                  <a:pt x="5600700" y="3358775"/>
                  <a:pt x="5549525" y="3409950"/>
                  <a:pt x="5486398" y="3409950"/>
                </a:cubicBezTo>
                <a:lnTo>
                  <a:pt x="114302" y="3409950"/>
                </a:lnTo>
                <a:cubicBezTo>
                  <a:pt x="51175" y="3409950"/>
                  <a:pt x="0" y="3358775"/>
                  <a:pt x="0" y="3295648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4"/>
          <p:cNvSpPr/>
          <p:nvPr/>
        </p:nvSpPr>
        <p:spPr>
          <a:xfrm>
            <a:off x="380880" y="1428840"/>
            <a:ext cx="5600520" cy="3780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5600700" h="38100">
                <a:moveTo>
                  <a:pt x="38100" y="0"/>
                </a:moveTo>
                <a:lnTo>
                  <a:pt x="5562600" y="0"/>
                </a:lnTo>
                <a:cubicBezTo>
                  <a:pt x="5583628" y="0"/>
                  <a:pt x="5600700" y="17072"/>
                  <a:pt x="5600700" y="38100"/>
                </a:cubicBezTo>
                <a:lnTo>
                  <a:pt x="5600700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5"/>
          <p:cNvSpPr/>
          <p:nvPr/>
        </p:nvSpPr>
        <p:spPr>
          <a:xfrm>
            <a:off x="609480" y="1676520"/>
            <a:ext cx="609120" cy="609120"/>
          </a:xfrm>
          <a:custGeom>
            <a:avLst/>
            <a:gdLst>
              <a:gd name="textAreaLeft" fmla="*/ 0 w 609120"/>
              <a:gd name="textAreaRight" fmla="*/ 609480 w 609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6"/>
          <p:cNvSpPr/>
          <p:nvPr/>
        </p:nvSpPr>
        <p:spPr>
          <a:xfrm>
            <a:off x="774000" y="183816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142875" y="78860"/>
                </a:moveTo>
                <a:lnTo>
                  <a:pt x="142875" y="251482"/>
                </a:lnTo>
                <a:lnTo>
                  <a:pt x="143154" y="251371"/>
                </a:lnTo>
                <a:cubicBezTo>
                  <a:pt x="173627" y="238702"/>
                  <a:pt x="206332" y="232172"/>
                  <a:pt x="239316" y="232172"/>
                </a:cubicBezTo>
                <a:lnTo>
                  <a:pt x="250031" y="232172"/>
                </a:lnTo>
                <a:lnTo>
                  <a:pt x="250031" y="53578"/>
                </a:lnTo>
                <a:lnTo>
                  <a:pt x="239316" y="53578"/>
                </a:lnTo>
                <a:cubicBezTo>
                  <a:pt x="215764" y="53578"/>
                  <a:pt x="192379" y="58266"/>
                  <a:pt x="170613" y="67308"/>
                </a:cubicBezTo>
                <a:cubicBezTo>
                  <a:pt x="161237" y="71214"/>
                  <a:pt x="151972" y="75065"/>
                  <a:pt x="142875" y="78860"/>
                </a:cubicBezTo>
                <a:close/>
                <a:moveTo>
                  <a:pt x="128867" y="34323"/>
                </a:moveTo>
                <a:lnTo>
                  <a:pt x="142875" y="40184"/>
                </a:lnTo>
                <a:lnTo>
                  <a:pt x="156883" y="34323"/>
                </a:lnTo>
                <a:cubicBezTo>
                  <a:pt x="183003" y="23440"/>
                  <a:pt x="211020" y="17859"/>
                  <a:pt x="239316" y="17859"/>
                </a:cubicBezTo>
                <a:lnTo>
                  <a:pt x="258961" y="17859"/>
                </a:lnTo>
                <a:cubicBezTo>
                  <a:pt x="273751" y="17859"/>
                  <a:pt x="285750" y="29859"/>
                  <a:pt x="285750" y="44648"/>
                </a:cubicBezTo>
                <a:lnTo>
                  <a:pt x="285750" y="241102"/>
                </a:lnTo>
                <a:cubicBezTo>
                  <a:pt x="285750" y="255891"/>
                  <a:pt x="273751" y="267891"/>
                  <a:pt x="258961" y="267891"/>
                </a:cubicBezTo>
                <a:lnTo>
                  <a:pt x="239316" y="267891"/>
                </a:lnTo>
                <a:cubicBezTo>
                  <a:pt x="211020" y="267891"/>
                  <a:pt x="183003" y="273472"/>
                  <a:pt x="156883" y="284355"/>
                </a:cubicBezTo>
                <a:lnTo>
                  <a:pt x="149740" y="287313"/>
                </a:lnTo>
                <a:cubicBezTo>
                  <a:pt x="145331" y="289154"/>
                  <a:pt x="140419" y="289154"/>
                  <a:pt x="136010" y="287313"/>
                </a:cubicBezTo>
                <a:lnTo>
                  <a:pt x="128867" y="284355"/>
                </a:lnTo>
                <a:cubicBezTo>
                  <a:pt x="102747" y="273472"/>
                  <a:pt x="74730" y="267891"/>
                  <a:pt x="46434" y="267891"/>
                </a:cubicBezTo>
                <a:lnTo>
                  <a:pt x="26789" y="267891"/>
                </a:lnTo>
                <a:cubicBezTo>
                  <a:pt x="11999" y="267891"/>
                  <a:pt x="0" y="255891"/>
                  <a:pt x="0" y="241102"/>
                </a:cubicBezTo>
                <a:lnTo>
                  <a:pt x="0" y="44648"/>
                </a:lnTo>
                <a:cubicBezTo>
                  <a:pt x="0" y="29859"/>
                  <a:pt x="11999" y="17859"/>
                  <a:pt x="26789" y="17859"/>
                </a:cubicBezTo>
                <a:lnTo>
                  <a:pt x="46434" y="17859"/>
                </a:lnTo>
                <a:cubicBezTo>
                  <a:pt x="74730" y="17859"/>
                  <a:pt x="102747" y="23440"/>
                  <a:pt x="128867" y="34323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7"/>
          <p:cNvSpPr/>
          <p:nvPr/>
        </p:nvSpPr>
        <p:spPr>
          <a:xfrm>
            <a:off x="1371600" y="1714680"/>
            <a:ext cx="18759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OpenLibrary API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8"/>
          <p:cNvSpPr/>
          <p:nvPr/>
        </p:nvSpPr>
        <p:spPr>
          <a:xfrm>
            <a:off x="1371600" y="2019240"/>
            <a:ext cx="1837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Fuente principal de datos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9"/>
          <p:cNvSpPr/>
          <p:nvPr/>
        </p:nvSpPr>
        <p:spPr>
          <a:xfrm>
            <a:off x="609480" y="2438280"/>
            <a:ext cx="522900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Base de datos abierta y colaborativa con </a:t>
            </a: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millones de libros</a:t>
            </a: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Primera opción de búsqueda por su completitud y fiabilidad.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0"/>
          <p:cNvSpPr/>
          <p:nvPr/>
        </p:nvSpPr>
        <p:spPr>
          <a:xfrm>
            <a:off x="638280" y="380988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1"/>
          <p:cNvSpPr/>
          <p:nvPr/>
        </p:nvSpPr>
        <p:spPr>
          <a:xfrm>
            <a:off x="876240" y="3772080"/>
            <a:ext cx="1523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Metadatos completos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2"/>
          <p:cNvSpPr/>
          <p:nvPr/>
        </p:nvSpPr>
        <p:spPr>
          <a:xfrm>
            <a:off x="638280" y="411480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3"/>
          <p:cNvSpPr/>
          <p:nvPr/>
        </p:nvSpPr>
        <p:spPr>
          <a:xfrm>
            <a:off x="876240" y="4076640"/>
            <a:ext cx="1714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Portadas de alta calidad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4"/>
          <p:cNvSpPr/>
          <p:nvPr/>
        </p:nvSpPr>
        <p:spPr>
          <a:xfrm>
            <a:off x="638280" y="441972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5"/>
          <p:cNvSpPr/>
          <p:nvPr/>
        </p:nvSpPr>
        <p:spPr>
          <a:xfrm>
            <a:off x="876240" y="4381560"/>
            <a:ext cx="1523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API gratuita y estable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6"/>
          <p:cNvSpPr/>
          <p:nvPr/>
        </p:nvSpPr>
        <p:spPr>
          <a:xfrm>
            <a:off x="6210360" y="1428840"/>
            <a:ext cx="5600520" cy="340956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3409560"/>
              <a:gd name="textAreaBottom" fmla="*/ 3409920 h 3409560"/>
            </a:gdLst>
            <a:ahLst/>
            <a:cxnLst/>
            <a:rect l="textAreaLeft" t="textAreaTop" r="textAreaRight" b="textAreaBottom"/>
            <a:pathLst>
              <a:path w="5600700" h="3409950">
                <a:moveTo>
                  <a:pt x="38100" y="0"/>
                </a:moveTo>
                <a:lnTo>
                  <a:pt x="5562600" y="0"/>
                </a:lnTo>
                <a:cubicBezTo>
                  <a:pt x="5583628" y="0"/>
                  <a:pt x="5600700" y="17072"/>
                  <a:pt x="5600700" y="38100"/>
                </a:cubicBezTo>
                <a:lnTo>
                  <a:pt x="5600700" y="3295648"/>
                </a:lnTo>
                <a:cubicBezTo>
                  <a:pt x="5600700" y="3358775"/>
                  <a:pt x="5549525" y="3409950"/>
                  <a:pt x="5486398" y="3409950"/>
                </a:cubicBezTo>
                <a:lnTo>
                  <a:pt x="114302" y="3409950"/>
                </a:lnTo>
                <a:cubicBezTo>
                  <a:pt x="51175" y="3409950"/>
                  <a:pt x="0" y="3358775"/>
                  <a:pt x="0" y="3295648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7"/>
          <p:cNvSpPr/>
          <p:nvPr/>
        </p:nvSpPr>
        <p:spPr>
          <a:xfrm>
            <a:off x="6210360" y="1428840"/>
            <a:ext cx="5600520" cy="3780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5600700" h="38100">
                <a:moveTo>
                  <a:pt x="38100" y="0"/>
                </a:moveTo>
                <a:lnTo>
                  <a:pt x="5562600" y="0"/>
                </a:lnTo>
                <a:cubicBezTo>
                  <a:pt x="5583628" y="0"/>
                  <a:pt x="5600700" y="17072"/>
                  <a:pt x="5600700" y="38100"/>
                </a:cubicBezTo>
                <a:lnTo>
                  <a:pt x="5600700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8"/>
          <p:cNvSpPr/>
          <p:nvPr/>
        </p:nvSpPr>
        <p:spPr>
          <a:xfrm>
            <a:off x="6438960" y="1676520"/>
            <a:ext cx="609120" cy="609120"/>
          </a:xfrm>
          <a:custGeom>
            <a:avLst/>
            <a:gdLst>
              <a:gd name="textAreaLeft" fmla="*/ 0 w 609120"/>
              <a:gd name="textAreaRight" fmla="*/ 609480 w 609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9"/>
          <p:cNvSpPr/>
          <p:nvPr/>
        </p:nvSpPr>
        <p:spPr>
          <a:xfrm>
            <a:off x="6603120" y="183816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279053" y="146112"/>
                </a:moveTo>
                <a:cubicBezTo>
                  <a:pt x="279053" y="225084"/>
                  <a:pt x="224972" y="281285"/>
                  <a:pt x="145107" y="281285"/>
                </a:cubicBezTo>
                <a:cubicBezTo>
                  <a:pt x="68535" y="281285"/>
                  <a:pt x="6697" y="219447"/>
                  <a:pt x="6697" y="142875"/>
                </a:cubicBezTo>
                <a:cubicBezTo>
                  <a:pt x="6697" y="66303"/>
                  <a:pt x="68535" y="4465"/>
                  <a:pt x="145107" y="4465"/>
                </a:cubicBezTo>
                <a:cubicBezTo>
                  <a:pt x="182389" y="4465"/>
                  <a:pt x="213754" y="18138"/>
                  <a:pt x="237920" y="40686"/>
                </a:cubicBezTo>
                <a:lnTo>
                  <a:pt x="200248" y="76907"/>
                </a:lnTo>
                <a:cubicBezTo>
                  <a:pt x="150968" y="29356"/>
                  <a:pt x="59327" y="65075"/>
                  <a:pt x="59327" y="142875"/>
                </a:cubicBezTo>
                <a:cubicBezTo>
                  <a:pt x="59327" y="191151"/>
                  <a:pt x="97892" y="230274"/>
                  <a:pt x="145107" y="230274"/>
                </a:cubicBezTo>
                <a:cubicBezTo>
                  <a:pt x="199913" y="230274"/>
                  <a:pt x="220452" y="190984"/>
                  <a:pt x="223689" y="170613"/>
                </a:cubicBezTo>
                <a:lnTo>
                  <a:pt x="145107" y="170613"/>
                </a:lnTo>
                <a:lnTo>
                  <a:pt x="145107" y="123006"/>
                </a:lnTo>
                <a:lnTo>
                  <a:pt x="276876" y="123006"/>
                </a:lnTo>
                <a:cubicBezTo>
                  <a:pt x="278160" y="130094"/>
                  <a:pt x="279053" y="136903"/>
                  <a:pt x="279053" y="146112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0"/>
          <p:cNvSpPr/>
          <p:nvPr/>
        </p:nvSpPr>
        <p:spPr>
          <a:xfrm>
            <a:off x="7201080" y="1714680"/>
            <a:ext cx="22381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Google Books API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1"/>
          <p:cNvSpPr/>
          <p:nvPr/>
        </p:nvSpPr>
        <p:spPr>
          <a:xfrm>
            <a:off x="7201080" y="2019240"/>
            <a:ext cx="219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Sistema de respaldo inteligente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2"/>
          <p:cNvSpPr/>
          <p:nvPr/>
        </p:nvSpPr>
        <p:spPr>
          <a:xfrm>
            <a:off x="6438960" y="2438280"/>
            <a:ext cx="522900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Si OpenLibrary no encuentra el libro, </a:t>
            </a: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fallback automático</a:t>
            </a: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a Google Books. Dos fuentes, cero preocupaciones.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3"/>
          <p:cNvSpPr/>
          <p:nvPr/>
        </p:nvSpPr>
        <p:spPr>
          <a:xfrm>
            <a:off x="6467400" y="380988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4"/>
          <p:cNvSpPr/>
          <p:nvPr/>
        </p:nvSpPr>
        <p:spPr>
          <a:xfrm>
            <a:off x="6705720" y="3772080"/>
            <a:ext cx="1399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Cobertura adicional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25"/>
          <p:cNvSpPr/>
          <p:nvPr/>
        </p:nvSpPr>
        <p:spPr>
          <a:xfrm>
            <a:off x="6467400" y="411480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6"/>
          <p:cNvSpPr/>
          <p:nvPr/>
        </p:nvSpPr>
        <p:spPr>
          <a:xfrm>
            <a:off x="6705720" y="4076640"/>
            <a:ext cx="1275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Libros en español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7"/>
          <p:cNvSpPr/>
          <p:nvPr/>
        </p:nvSpPr>
        <p:spPr>
          <a:xfrm>
            <a:off x="6467400" y="441972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8"/>
          <p:cNvSpPr/>
          <p:nvPr/>
        </p:nvSpPr>
        <p:spPr>
          <a:xfrm>
            <a:off x="6705720" y="4381560"/>
            <a:ext cx="1552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Búsqueda automática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9"/>
          <p:cNvSpPr/>
          <p:nvPr/>
        </p:nvSpPr>
        <p:spPr>
          <a:xfrm>
            <a:off x="399960" y="5029200"/>
            <a:ext cx="11410560" cy="1447560"/>
          </a:xfrm>
          <a:custGeom>
            <a:avLst/>
            <a:gdLst>
              <a:gd name="textAreaLeft" fmla="*/ 0 w 11410560"/>
              <a:gd name="textAreaRight" fmla="*/ 11410920 w 11410560"/>
              <a:gd name="textAreaTop" fmla="*/ 0 h 1447560"/>
              <a:gd name="textAreaBottom" fmla="*/ 1447920 h 1447560"/>
            </a:gdLst>
            <a:ahLst/>
            <a:cxnLst/>
            <a:rect l="textAreaLeft" t="textAreaTop" r="textAreaRight" b="textAreaBottom"/>
            <a:pathLst>
              <a:path w="11410950" h="1447800">
                <a:moveTo>
                  <a:pt x="0" y="0"/>
                </a:moveTo>
                <a:lnTo>
                  <a:pt x="11410950" y="0"/>
                </a:lnTo>
                <a:lnTo>
                  <a:pt x="1141095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0"/>
          <p:cNvSpPr/>
          <p:nvPr/>
        </p:nvSpPr>
        <p:spPr>
          <a:xfrm>
            <a:off x="399960" y="5029200"/>
            <a:ext cx="37800" cy="1447560"/>
          </a:xfrm>
          <a:custGeom>
            <a:avLst/>
            <a:gdLst>
              <a:gd name="textAreaLeft" fmla="*/ 0 w 37800"/>
              <a:gd name="textAreaRight" fmla="*/ 38160 w 37800"/>
              <a:gd name="textAreaTop" fmla="*/ 0 h 1447560"/>
              <a:gd name="textAreaBottom" fmla="*/ 1447920 h 1447560"/>
            </a:gdLst>
            <a:ahLst/>
            <a:cxnLst/>
            <a:rect l="textAreaLeft" t="textAreaTop" r="textAreaRight" b="textAreaBottom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1"/>
          <p:cNvSpPr/>
          <p:nvPr/>
        </p:nvSpPr>
        <p:spPr>
          <a:xfrm>
            <a:off x="607320" y="5219640"/>
            <a:ext cx="166320" cy="190080"/>
          </a:xfrm>
          <a:custGeom>
            <a:avLst/>
            <a:gdLst>
              <a:gd name="textAreaLeft" fmla="*/ 0 w 166320"/>
              <a:gd name="textAreaRight" fmla="*/ 166680 w 16632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2"/>
          <p:cNvSpPr/>
          <p:nvPr/>
        </p:nvSpPr>
        <p:spPr>
          <a:xfrm>
            <a:off x="809640" y="5181480"/>
            <a:ext cx="109440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Datos Obtenidos Automáticamente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33"/>
          <p:cNvSpPr/>
          <p:nvPr/>
        </p:nvSpPr>
        <p:spPr>
          <a:xfrm>
            <a:off x="1671480" y="556272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4"/>
          <p:cNvSpPr/>
          <p:nvPr/>
        </p:nvSpPr>
        <p:spPr>
          <a:xfrm>
            <a:off x="1800360" y="567684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0" y="28575"/>
                </a:moveTo>
                <a:cubicBezTo>
                  <a:pt x="0" y="20672"/>
                  <a:pt x="6385" y="14288"/>
                  <a:pt x="14288" y="14288"/>
                </a:cubicBezTo>
                <a:lnTo>
                  <a:pt x="57150" y="14288"/>
                </a:lnTo>
                <a:cubicBezTo>
                  <a:pt x="65053" y="14288"/>
                  <a:pt x="71438" y="20672"/>
                  <a:pt x="71438" y="28575"/>
                </a:cubicBezTo>
                <a:cubicBezTo>
                  <a:pt x="71438" y="36478"/>
                  <a:pt x="65053" y="42863"/>
                  <a:pt x="57150" y="42863"/>
                </a:cubicBezTo>
                <a:lnTo>
                  <a:pt x="50006" y="42863"/>
                </a:lnTo>
                <a:lnTo>
                  <a:pt x="50006" y="92869"/>
                </a:lnTo>
                <a:lnTo>
                  <a:pt x="150019" y="92869"/>
                </a:lnTo>
                <a:lnTo>
                  <a:pt x="150019" y="42863"/>
                </a:lnTo>
                <a:lnTo>
                  <a:pt x="142875" y="42863"/>
                </a:lnTo>
                <a:cubicBezTo>
                  <a:pt x="134972" y="42863"/>
                  <a:pt x="128588" y="36478"/>
                  <a:pt x="128588" y="28575"/>
                </a:cubicBezTo>
                <a:cubicBezTo>
                  <a:pt x="128588" y="20672"/>
                  <a:pt x="134972" y="14288"/>
                  <a:pt x="142875" y="14288"/>
                </a:cubicBezTo>
                <a:lnTo>
                  <a:pt x="185738" y="14288"/>
                </a:lnTo>
                <a:cubicBezTo>
                  <a:pt x="193640" y="14288"/>
                  <a:pt x="200025" y="20672"/>
                  <a:pt x="200025" y="28575"/>
                </a:cubicBezTo>
                <a:cubicBezTo>
                  <a:pt x="200025" y="36478"/>
                  <a:pt x="193640" y="42863"/>
                  <a:pt x="185738" y="42863"/>
                </a:cubicBezTo>
                <a:lnTo>
                  <a:pt x="178594" y="42863"/>
                </a:lnTo>
                <a:lnTo>
                  <a:pt x="178594" y="185738"/>
                </a:lnTo>
                <a:lnTo>
                  <a:pt x="185738" y="185738"/>
                </a:lnTo>
                <a:cubicBezTo>
                  <a:pt x="193640" y="185738"/>
                  <a:pt x="200025" y="192122"/>
                  <a:pt x="200025" y="200025"/>
                </a:cubicBezTo>
                <a:cubicBezTo>
                  <a:pt x="200025" y="207928"/>
                  <a:pt x="193640" y="214313"/>
                  <a:pt x="185738" y="214313"/>
                </a:cubicBezTo>
                <a:lnTo>
                  <a:pt x="142875" y="214313"/>
                </a:lnTo>
                <a:cubicBezTo>
                  <a:pt x="134972" y="214313"/>
                  <a:pt x="128588" y="207928"/>
                  <a:pt x="128588" y="200025"/>
                </a:cubicBezTo>
                <a:cubicBezTo>
                  <a:pt x="128588" y="192122"/>
                  <a:pt x="134972" y="185738"/>
                  <a:pt x="142875" y="185738"/>
                </a:cubicBezTo>
                <a:lnTo>
                  <a:pt x="150019" y="185738"/>
                </a:lnTo>
                <a:lnTo>
                  <a:pt x="150019" y="121444"/>
                </a:lnTo>
                <a:lnTo>
                  <a:pt x="50006" y="121444"/>
                </a:lnTo>
                <a:lnTo>
                  <a:pt x="50006" y="185738"/>
                </a:lnTo>
                <a:lnTo>
                  <a:pt x="57150" y="185738"/>
                </a:lnTo>
                <a:cubicBezTo>
                  <a:pt x="65053" y="185738"/>
                  <a:pt x="71438" y="192122"/>
                  <a:pt x="71438" y="200025"/>
                </a:cubicBezTo>
                <a:cubicBezTo>
                  <a:pt x="71438" y="207928"/>
                  <a:pt x="65053" y="214313"/>
                  <a:pt x="57150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cubicBezTo>
                  <a:pt x="0" y="192122"/>
                  <a:pt x="6385" y="185738"/>
                  <a:pt x="14288" y="185738"/>
                </a:cubicBezTo>
                <a:lnTo>
                  <a:pt x="21431" y="185738"/>
                </a:lnTo>
                <a:lnTo>
                  <a:pt x="21431" y="42863"/>
                </a:lnTo>
                <a:lnTo>
                  <a:pt x="14288" y="42863"/>
                </a:lnTo>
                <a:cubicBezTo>
                  <a:pt x="6385" y="42863"/>
                  <a:pt x="0" y="36478"/>
                  <a:pt x="0" y="2857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5"/>
          <p:cNvSpPr/>
          <p:nvPr/>
        </p:nvSpPr>
        <p:spPr>
          <a:xfrm>
            <a:off x="533520" y="6095880"/>
            <a:ext cx="2733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Título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36"/>
          <p:cNvSpPr/>
          <p:nvPr/>
        </p:nvSpPr>
        <p:spPr>
          <a:xfrm>
            <a:off x="4481640" y="556272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7"/>
          <p:cNvSpPr/>
          <p:nvPr/>
        </p:nvSpPr>
        <p:spPr>
          <a:xfrm>
            <a:off x="4610160" y="567684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100013" y="110728"/>
                </a:moveTo>
                <a:cubicBezTo>
                  <a:pt x="129583" y="110728"/>
                  <a:pt x="153591" y="86721"/>
                  <a:pt x="153591" y="57150"/>
                </a:cubicBezTo>
                <a:cubicBezTo>
                  <a:pt x="153591" y="27579"/>
                  <a:pt x="129583" y="3572"/>
                  <a:pt x="100013" y="3572"/>
                </a:cubicBezTo>
                <a:cubicBezTo>
                  <a:pt x="70442" y="3572"/>
                  <a:pt x="46434" y="27579"/>
                  <a:pt x="46434" y="57150"/>
                </a:cubicBezTo>
                <a:cubicBezTo>
                  <a:pt x="46434" y="86721"/>
                  <a:pt x="70442" y="110728"/>
                  <a:pt x="100012" y="110728"/>
                </a:cubicBezTo>
                <a:close/>
                <a:moveTo>
                  <a:pt x="86752" y="135731"/>
                </a:moveTo>
                <a:cubicBezTo>
                  <a:pt x="42773" y="135731"/>
                  <a:pt x="7144" y="171361"/>
                  <a:pt x="7144" y="215339"/>
                </a:cubicBezTo>
                <a:cubicBezTo>
                  <a:pt x="7144" y="222662"/>
                  <a:pt x="13082" y="228600"/>
                  <a:pt x="20404" y="228600"/>
                </a:cubicBezTo>
                <a:lnTo>
                  <a:pt x="179621" y="228600"/>
                </a:lnTo>
                <a:cubicBezTo>
                  <a:pt x="186943" y="228600"/>
                  <a:pt x="192881" y="222662"/>
                  <a:pt x="192881" y="215339"/>
                </a:cubicBezTo>
                <a:cubicBezTo>
                  <a:pt x="192881" y="171361"/>
                  <a:pt x="157252" y="135731"/>
                  <a:pt x="113273" y="135731"/>
                </a:cubicBezTo>
                <a:lnTo>
                  <a:pt x="86752" y="135731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8"/>
          <p:cNvSpPr/>
          <p:nvPr/>
        </p:nvSpPr>
        <p:spPr>
          <a:xfrm>
            <a:off x="3343320" y="6095880"/>
            <a:ext cx="2733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Autor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39"/>
          <p:cNvSpPr/>
          <p:nvPr/>
        </p:nvSpPr>
        <p:spPr>
          <a:xfrm>
            <a:off x="7291440" y="556272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41"/>
          <p:cNvSpPr/>
          <p:nvPr/>
        </p:nvSpPr>
        <p:spPr>
          <a:xfrm>
            <a:off x="6153120" y="6095880"/>
            <a:ext cx="2733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Portada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48"/>
          <p:cNvSpPr/>
          <p:nvPr/>
        </p:nvSpPr>
        <p:spPr>
          <a:xfrm>
            <a:off x="7416000" y="568404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57150" y="50006"/>
                </a:moveTo>
                <a:cubicBezTo>
                  <a:pt x="68978" y="50006"/>
                  <a:pt x="78581" y="59609"/>
                  <a:pt x="78581" y="71438"/>
                </a:cubicBezTo>
                <a:cubicBezTo>
                  <a:pt x="78581" y="83266"/>
                  <a:pt x="68978" y="92869"/>
                  <a:pt x="57150" y="92869"/>
                </a:cubicBezTo>
                <a:cubicBezTo>
                  <a:pt x="45322" y="92869"/>
                  <a:pt x="35719" y="83266"/>
                  <a:pt x="35719" y="71438"/>
                </a:cubicBezTo>
                <a:cubicBezTo>
                  <a:pt x="35719" y="59609"/>
                  <a:pt x="45322" y="50006"/>
                  <a:pt x="57150" y="50006"/>
                </a:cubicBezTo>
                <a:close/>
                <a:moveTo>
                  <a:pt x="121444" y="100013"/>
                </a:moveTo>
                <a:cubicBezTo>
                  <a:pt x="125194" y="100013"/>
                  <a:pt x="128632" y="101977"/>
                  <a:pt x="130597" y="105147"/>
                </a:cubicBezTo>
                <a:lnTo>
                  <a:pt x="169887" y="169441"/>
                </a:lnTo>
                <a:cubicBezTo>
                  <a:pt x="171896" y="172745"/>
                  <a:pt x="171986" y="176897"/>
                  <a:pt x="170111" y="180290"/>
                </a:cubicBezTo>
                <a:cubicBezTo>
                  <a:pt x="168235" y="183684"/>
                  <a:pt x="164619" y="185738"/>
                  <a:pt x="160734" y="185738"/>
                </a:cubicBezTo>
                <a:lnTo>
                  <a:pt x="39291" y="185738"/>
                </a:lnTo>
                <a:cubicBezTo>
                  <a:pt x="35317" y="185738"/>
                  <a:pt x="31611" y="183505"/>
                  <a:pt x="29781" y="179978"/>
                </a:cubicBezTo>
                <a:cubicBezTo>
                  <a:pt x="27950" y="176451"/>
                  <a:pt x="28218" y="172164"/>
                  <a:pt x="30495" y="168905"/>
                </a:cubicBezTo>
                <a:lnTo>
                  <a:pt x="55498" y="133186"/>
                </a:lnTo>
                <a:cubicBezTo>
                  <a:pt x="57507" y="130329"/>
                  <a:pt x="60767" y="128632"/>
                  <a:pt x="64294" y="128632"/>
                </a:cubicBezTo>
                <a:cubicBezTo>
                  <a:pt x="67821" y="128632"/>
                  <a:pt x="71080" y="130329"/>
                  <a:pt x="73089" y="133186"/>
                </a:cubicBezTo>
                <a:lnTo>
                  <a:pt x="84877" y="150063"/>
                </a:lnTo>
                <a:lnTo>
                  <a:pt x="112291" y="105192"/>
                </a:lnTo>
                <a:cubicBezTo>
                  <a:pt x="114255" y="102022"/>
                  <a:pt x="117693" y="100057"/>
                  <a:pt x="121444" y="10005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FLEXIBILIDAD TOTAL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Edición y Personalización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"/>
          <p:cNvSpPr/>
          <p:nvPr/>
        </p:nvSpPr>
        <p:spPr>
          <a:xfrm>
            <a:off x="3808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3"/>
          <p:cNvSpPr/>
          <p:nvPr/>
        </p:nvSpPr>
        <p:spPr>
          <a:xfrm>
            <a:off x="380880" y="1371600"/>
            <a:ext cx="5209920" cy="5143320"/>
          </a:xfrm>
          <a:custGeom>
            <a:avLst/>
            <a:gdLst>
              <a:gd name="textAreaLeft" fmla="*/ 0 w 5209920"/>
              <a:gd name="textAreaRight" fmla="*/ 5210280 w 5209920"/>
              <a:gd name="textAreaTop" fmla="*/ 0 h 5143320"/>
              <a:gd name="textAreaBottom" fmla="*/ 5143680 h 5143320"/>
            </a:gdLst>
            <a:ahLst/>
            <a:cxnLst/>
            <a:rect l="textAreaLeft" t="textAreaTop" r="textAreaRight" b="textAreaBottom"/>
            <a:pathLst>
              <a:path w="5210175" h="5143500">
                <a:moveTo>
                  <a:pt x="114289" y="0"/>
                </a:moveTo>
                <a:lnTo>
                  <a:pt x="5095886" y="0"/>
                </a:lnTo>
                <a:cubicBezTo>
                  <a:pt x="5158964" y="0"/>
                  <a:pt x="5210175" y="51211"/>
                  <a:pt x="5210175" y="114289"/>
                </a:cubicBezTo>
                <a:lnTo>
                  <a:pt x="5210175" y="5029211"/>
                </a:lnTo>
                <a:cubicBezTo>
                  <a:pt x="5210175" y="5092331"/>
                  <a:pt x="5159006" y="5143500"/>
                  <a:pt x="5095886" y="5143500"/>
                </a:cubicBezTo>
                <a:lnTo>
                  <a:pt x="114289" y="5143500"/>
                </a:lnTo>
                <a:cubicBezTo>
                  <a:pt x="51211" y="5143500"/>
                  <a:pt x="0" y="5092289"/>
                  <a:pt x="0" y="5029211"/>
                </a:cubicBezTo>
                <a:lnTo>
                  <a:pt x="0" y="114289"/>
                </a:lnTo>
                <a:cubicBezTo>
                  <a:pt x="0" y="51169"/>
                  <a:pt x="51169" y="0"/>
                  <a:pt x="114289" y="0"/>
                </a:cubicBezTo>
                <a:close/>
              </a:path>
            </a:pathLst>
          </a:custGeom>
          <a:solidFill>
            <a:srgbClr val="3E3A36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485640" y="1523880"/>
            <a:ext cx="5000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Pantalla de Edición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5"/>
          <p:cNvSpPr/>
          <p:nvPr/>
        </p:nvSpPr>
        <p:spPr>
          <a:xfrm>
            <a:off x="542880" y="1914480"/>
            <a:ext cx="4885920" cy="4438440"/>
          </a:xfrm>
          <a:custGeom>
            <a:avLst/>
            <a:gdLst>
              <a:gd name="textAreaLeft" fmla="*/ 0 w 4885920"/>
              <a:gd name="textAreaRight" fmla="*/ 4886280 w 4885920"/>
              <a:gd name="textAreaTop" fmla="*/ 0 h 4438440"/>
              <a:gd name="textAreaBottom" fmla="*/ 4438800 h 4438440"/>
            </a:gdLst>
            <a:ahLst/>
            <a:cxnLst/>
            <a:rect l="textAreaLeft" t="textAreaTop" r="textAreaRight" b="textAreaBottom"/>
            <a:pathLst>
              <a:path w="4886325" h="4438650">
                <a:moveTo>
                  <a:pt x="76212" y="0"/>
                </a:moveTo>
                <a:lnTo>
                  <a:pt x="4810113" y="0"/>
                </a:lnTo>
                <a:cubicBezTo>
                  <a:pt x="4852204" y="0"/>
                  <a:pt x="4886325" y="34121"/>
                  <a:pt x="4886325" y="76212"/>
                </a:cubicBezTo>
                <a:lnTo>
                  <a:pt x="4886325" y="4362438"/>
                </a:lnTo>
                <a:cubicBezTo>
                  <a:pt x="4886325" y="4404529"/>
                  <a:pt x="4852204" y="4438650"/>
                  <a:pt x="4810113" y="4438650"/>
                </a:cubicBezTo>
                <a:lnTo>
                  <a:pt x="76212" y="4438650"/>
                </a:lnTo>
                <a:cubicBezTo>
                  <a:pt x="34121" y="4438650"/>
                  <a:pt x="0" y="4404529"/>
                  <a:pt x="0" y="4362438"/>
                </a:cubicBezTo>
                <a:lnTo>
                  <a:pt x="0" y="76212"/>
                </a:lnTo>
                <a:cubicBezTo>
                  <a:pt x="0" y="34121"/>
                  <a:pt x="34121" y="0"/>
                  <a:pt x="76212" y="0"/>
                </a:cubicBezTo>
                <a:close/>
              </a:path>
            </a:pathLst>
          </a:custGeom>
          <a:solidFill>
            <a:srgbClr val="2D2A26"/>
          </a:solidFill>
          <a:ln w="254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704880" y="2076480"/>
            <a:ext cx="4562280" cy="685440"/>
          </a:xfrm>
          <a:custGeom>
            <a:avLst/>
            <a:gdLst>
              <a:gd name="textAreaLeft" fmla="*/ 0 w 4562280"/>
              <a:gd name="textAreaRight" fmla="*/ 4562640 w 4562280"/>
              <a:gd name="textAreaTop" fmla="*/ 0 h 685440"/>
              <a:gd name="textAreaBottom" fmla="*/ 685800 h 685440"/>
            </a:gdLst>
            <a:ahLst/>
            <a:cxnLst/>
            <a:rect l="textAreaLeft" t="textAreaTop" r="textAreaRight" b="textAreaBottom"/>
            <a:pathLst>
              <a:path w="4562475" h="685800">
                <a:moveTo>
                  <a:pt x="76199" y="0"/>
                </a:moveTo>
                <a:lnTo>
                  <a:pt x="4486276" y="0"/>
                </a:lnTo>
                <a:cubicBezTo>
                  <a:pt x="4528359" y="0"/>
                  <a:pt x="4562475" y="34116"/>
                  <a:pt x="4562475" y="76199"/>
                </a:cubicBezTo>
                <a:lnTo>
                  <a:pt x="4562475" y="609601"/>
                </a:lnTo>
                <a:cubicBezTo>
                  <a:pt x="4562475" y="651684"/>
                  <a:pt x="4528359" y="685800"/>
                  <a:pt x="448627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7"/>
          <p:cNvSpPr/>
          <p:nvPr/>
        </p:nvSpPr>
        <p:spPr>
          <a:xfrm>
            <a:off x="819000" y="2190600"/>
            <a:ext cx="4400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ISBN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819000" y="2419200"/>
            <a:ext cx="440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978-84-204-3577-8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704880" y="2876400"/>
            <a:ext cx="4562280" cy="685440"/>
          </a:xfrm>
          <a:custGeom>
            <a:avLst/>
            <a:gdLst>
              <a:gd name="textAreaLeft" fmla="*/ 0 w 4562280"/>
              <a:gd name="textAreaRight" fmla="*/ 4562640 w 4562280"/>
              <a:gd name="textAreaTop" fmla="*/ 0 h 685440"/>
              <a:gd name="textAreaBottom" fmla="*/ 685800 h 685440"/>
            </a:gdLst>
            <a:ahLst/>
            <a:cxnLst/>
            <a:rect l="textAreaLeft" t="textAreaTop" r="textAreaRight" b="textAreaBottom"/>
            <a:pathLst>
              <a:path w="4562475" h="685800">
                <a:moveTo>
                  <a:pt x="76199" y="0"/>
                </a:moveTo>
                <a:lnTo>
                  <a:pt x="4486276" y="0"/>
                </a:lnTo>
                <a:cubicBezTo>
                  <a:pt x="4528359" y="0"/>
                  <a:pt x="4562475" y="34116"/>
                  <a:pt x="4562475" y="76199"/>
                </a:cubicBezTo>
                <a:lnTo>
                  <a:pt x="4562475" y="609601"/>
                </a:lnTo>
                <a:cubicBezTo>
                  <a:pt x="4562475" y="651684"/>
                  <a:pt x="4528359" y="685800"/>
                  <a:pt x="448627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0"/>
          <p:cNvSpPr/>
          <p:nvPr/>
        </p:nvSpPr>
        <p:spPr>
          <a:xfrm>
            <a:off x="819000" y="2990880"/>
            <a:ext cx="4400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Título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819000" y="3219480"/>
            <a:ext cx="440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Cien años de soledad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704880" y="3676680"/>
            <a:ext cx="4562280" cy="685440"/>
          </a:xfrm>
          <a:custGeom>
            <a:avLst/>
            <a:gdLst>
              <a:gd name="textAreaLeft" fmla="*/ 0 w 4562280"/>
              <a:gd name="textAreaRight" fmla="*/ 4562640 w 4562280"/>
              <a:gd name="textAreaTop" fmla="*/ 0 h 685440"/>
              <a:gd name="textAreaBottom" fmla="*/ 685800 h 685440"/>
            </a:gdLst>
            <a:ahLst/>
            <a:cxnLst/>
            <a:rect l="textAreaLeft" t="textAreaTop" r="textAreaRight" b="textAreaBottom"/>
            <a:pathLst>
              <a:path w="4562475" h="685800">
                <a:moveTo>
                  <a:pt x="76199" y="0"/>
                </a:moveTo>
                <a:lnTo>
                  <a:pt x="4486276" y="0"/>
                </a:lnTo>
                <a:cubicBezTo>
                  <a:pt x="4528359" y="0"/>
                  <a:pt x="4562475" y="34116"/>
                  <a:pt x="4562475" y="76199"/>
                </a:cubicBezTo>
                <a:lnTo>
                  <a:pt x="4562475" y="609601"/>
                </a:lnTo>
                <a:cubicBezTo>
                  <a:pt x="4562475" y="651684"/>
                  <a:pt x="4528359" y="685800"/>
                  <a:pt x="448627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3"/>
          <p:cNvSpPr/>
          <p:nvPr/>
        </p:nvSpPr>
        <p:spPr>
          <a:xfrm>
            <a:off x="819000" y="3790800"/>
            <a:ext cx="4400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Autor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819000" y="4019400"/>
            <a:ext cx="440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Gabriel García Márquez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704880" y="4476600"/>
            <a:ext cx="4562280" cy="685440"/>
          </a:xfrm>
          <a:custGeom>
            <a:avLst/>
            <a:gdLst>
              <a:gd name="textAreaLeft" fmla="*/ 0 w 4562280"/>
              <a:gd name="textAreaRight" fmla="*/ 4562640 w 4562280"/>
              <a:gd name="textAreaTop" fmla="*/ 0 h 685440"/>
              <a:gd name="textAreaBottom" fmla="*/ 685800 h 685440"/>
            </a:gdLst>
            <a:ahLst/>
            <a:cxnLst/>
            <a:rect l="textAreaLeft" t="textAreaTop" r="textAreaRight" b="textAreaBottom"/>
            <a:pathLst>
              <a:path w="4562475" h="685800">
                <a:moveTo>
                  <a:pt x="76199" y="0"/>
                </a:moveTo>
                <a:lnTo>
                  <a:pt x="4486276" y="0"/>
                </a:lnTo>
                <a:cubicBezTo>
                  <a:pt x="4528359" y="0"/>
                  <a:pt x="4562475" y="34116"/>
                  <a:pt x="4562475" y="76199"/>
                </a:cubicBezTo>
                <a:lnTo>
                  <a:pt x="4562475" y="609601"/>
                </a:lnTo>
                <a:cubicBezTo>
                  <a:pt x="4562475" y="651684"/>
                  <a:pt x="4528359" y="685800"/>
                  <a:pt x="4486276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6"/>
          <p:cNvSpPr/>
          <p:nvPr/>
        </p:nvSpPr>
        <p:spPr>
          <a:xfrm>
            <a:off x="819000" y="4591080"/>
            <a:ext cx="4400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Género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819000" y="4819680"/>
            <a:ext cx="440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Realismo mágico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14240" y="5286240"/>
            <a:ext cx="3561840" cy="894960"/>
          </a:xfrm>
          <a:custGeom>
            <a:avLst/>
            <a:gdLst>
              <a:gd name="textAreaLeft" fmla="*/ 0 w 3561840"/>
              <a:gd name="textAreaRight" fmla="*/ 3562200 w 3561840"/>
              <a:gd name="textAreaTop" fmla="*/ 0 h 894960"/>
              <a:gd name="textAreaBottom" fmla="*/ 895320 h 894960"/>
            </a:gdLst>
            <a:ahLst/>
            <a:cxnLst/>
            <a:rect l="textAreaLeft" t="textAreaTop" r="textAreaRight" b="textAreaBottom"/>
            <a:pathLst>
              <a:path w="3562350" h="895350">
                <a:moveTo>
                  <a:pt x="76203" y="0"/>
                </a:moveTo>
                <a:lnTo>
                  <a:pt x="3486147" y="0"/>
                </a:lnTo>
                <a:cubicBezTo>
                  <a:pt x="3528233" y="0"/>
                  <a:pt x="3562350" y="34117"/>
                  <a:pt x="3562350" y="76203"/>
                </a:cubicBezTo>
                <a:lnTo>
                  <a:pt x="3562350" y="819147"/>
                </a:lnTo>
                <a:cubicBezTo>
                  <a:pt x="3562350" y="861233"/>
                  <a:pt x="3528233" y="895350"/>
                  <a:pt x="3486147" y="895350"/>
                </a:cubicBezTo>
                <a:lnTo>
                  <a:pt x="76203" y="895350"/>
                </a:lnTo>
                <a:cubicBezTo>
                  <a:pt x="34117" y="895350"/>
                  <a:pt x="0" y="861233"/>
                  <a:pt x="0" y="819147"/>
                </a:cubicBezTo>
                <a:lnTo>
                  <a:pt x="0" y="76203"/>
                </a:lnTo>
                <a:cubicBezTo>
                  <a:pt x="0" y="34146"/>
                  <a:pt x="34146" y="0"/>
                  <a:pt x="76203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25400">
            <a:solidFill>
              <a:srgbClr val="D8A25A">
                <a:alpha val="50000"/>
              </a:srgbClr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2374920" y="5591160"/>
            <a:ext cx="249840" cy="285480"/>
          </a:xfrm>
          <a:custGeom>
            <a:avLst/>
            <a:gdLst>
              <a:gd name="textAreaLeft" fmla="*/ 0 w 249840"/>
              <a:gd name="textAreaRight" fmla="*/ 250200 w 24984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50031" h="285750">
                <a:moveTo>
                  <a:pt x="35719" y="17859"/>
                </a:moveTo>
                <a:cubicBezTo>
                  <a:pt x="16018" y="17859"/>
                  <a:pt x="0" y="33877"/>
                  <a:pt x="0" y="53578"/>
                </a:cubicBezTo>
                <a:lnTo>
                  <a:pt x="0" y="232172"/>
                </a:lnTo>
                <a:cubicBezTo>
                  <a:pt x="0" y="251873"/>
                  <a:pt x="16018" y="267891"/>
                  <a:pt x="35719" y="267891"/>
                </a:cubicBezTo>
                <a:lnTo>
                  <a:pt x="214313" y="267891"/>
                </a:lnTo>
                <a:cubicBezTo>
                  <a:pt x="234014" y="267891"/>
                  <a:pt x="250031" y="251873"/>
                  <a:pt x="250031" y="232172"/>
                </a:cubicBezTo>
                <a:lnTo>
                  <a:pt x="250031" y="53578"/>
                </a:lnTo>
                <a:cubicBezTo>
                  <a:pt x="250031" y="33877"/>
                  <a:pt x="234014" y="17859"/>
                  <a:pt x="214313" y="17859"/>
                </a:cubicBezTo>
                <a:lnTo>
                  <a:pt x="35719" y="17859"/>
                </a:lnTo>
                <a:close/>
                <a:moveTo>
                  <a:pt x="71438" y="62508"/>
                </a:moveTo>
                <a:cubicBezTo>
                  <a:pt x="86223" y="62508"/>
                  <a:pt x="98227" y="74512"/>
                  <a:pt x="98227" y="89297"/>
                </a:cubicBezTo>
                <a:cubicBezTo>
                  <a:pt x="98227" y="104082"/>
                  <a:pt x="86223" y="116086"/>
                  <a:pt x="71438" y="116086"/>
                </a:cubicBezTo>
                <a:cubicBezTo>
                  <a:pt x="56652" y="116086"/>
                  <a:pt x="44648" y="104082"/>
                  <a:pt x="44648" y="89297"/>
                </a:cubicBezTo>
                <a:cubicBezTo>
                  <a:pt x="44648" y="74512"/>
                  <a:pt x="56652" y="62508"/>
                  <a:pt x="71438" y="62508"/>
                </a:cubicBezTo>
                <a:close/>
                <a:moveTo>
                  <a:pt x="151805" y="125016"/>
                </a:moveTo>
                <a:cubicBezTo>
                  <a:pt x="156493" y="125016"/>
                  <a:pt x="160790" y="127471"/>
                  <a:pt x="163246" y="131434"/>
                </a:cubicBezTo>
                <a:lnTo>
                  <a:pt x="212359" y="211801"/>
                </a:lnTo>
                <a:cubicBezTo>
                  <a:pt x="214871" y="215931"/>
                  <a:pt x="214982" y="221121"/>
                  <a:pt x="212638" y="225363"/>
                </a:cubicBezTo>
                <a:cubicBezTo>
                  <a:pt x="210294" y="229605"/>
                  <a:pt x="205773" y="232172"/>
                  <a:pt x="200918" y="232172"/>
                </a:cubicBezTo>
                <a:lnTo>
                  <a:pt x="49113" y="232172"/>
                </a:lnTo>
                <a:cubicBezTo>
                  <a:pt x="44146" y="232172"/>
                  <a:pt x="39514" y="229381"/>
                  <a:pt x="37226" y="224972"/>
                </a:cubicBezTo>
                <a:cubicBezTo>
                  <a:pt x="34937" y="220563"/>
                  <a:pt x="35272" y="215205"/>
                  <a:pt x="38119" y="211131"/>
                </a:cubicBezTo>
                <a:lnTo>
                  <a:pt x="69373" y="166483"/>
                </a:lnTo>
                <a:cubicBezTo>
                  <a:pt x="71884" y="162911"/>
                  <a:pt x="75958" y="160790"/>
                  <a:pt x="80367" y="160790"/>
                </a:cubicBezTo>
                <a:cubicBezTo>
                  <a:pt x="84776" y="160790"/>
                  <a:pt x="88850" y="162911"/>
                  <a:pt x="91362" y="166483"/>
                </a:cubicBezTo>
                <a:lnTo>
                  <a:pt x="106096" y="187579"/>
                </a:lnTo>
                <a:lnTo>
                  <a:pt x="140364" y="131490"/>
                </a:lnTo>
                <a:cubicBezTo>
                  <a:pt x="142819" y="127527"/>
                  <a:pt x="147117" y="125071"/>
                  <a:pt x="151805" y="12507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0"/>
          <p:cNvSpPr/>
          <p:nvPr/>
        </p:nvSpPr>
        <p:spPr>
          <a:xfrm>
            <a:off x="4404240" y="5276880"/>
            <a:ext cx="856800" cy="342720"/>
          </a:xfrm>
          <a:custGeom>
            <a:avLst/>
            <a:gdLst>
              <a:gd name="textAreaLeft" fmla="*/ 0 w 856800"/>
              <a:gd name="textAreaRight" fmla="*/ 857160 w 85680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857250" h="342900">
                <a:moveTo>
                  <a:pt x="76199" y="0"/>
                </a:moveTo>
                <a:lnTo>
                  <a:pt x="781051" y="0"/>
                </a:lnTo>
                <a:cubicBezTo>
                  <a:pt x="823134" y="0"/>
                  <a:pt x="857250" y="34116"/>
                  <a:pt x="857250" y="76199"/>
                </a:cubicBezTo>
                <a:lnTo>
                  <a:pt x="857250" y="266701"/>
                </a:lnTo>
                <a:cubicBezTo>
                  <a:pt x="857250" y="308784"/>
                  <a:pt x="823134" y="342900"/>
                  <a:pt x="781051" y="342900"/>
                </a:cubicBezTo>
                <a:lnTo>
                  <a:pt x="76199" y="342900"/>
                </a:lnTo>
                <a:cubicBezTo>
                  <a:pt x="34144" y="342900"/>
                  <a:pt x="0" y="308756"/>
                  <a:pt x="0" y="2667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4588200" y="5386320"/>
            <a:ext cx="132840" cy="132840"/>
          </a:xfrm>
          <a:custGeom>
            <a:avLst/>
            <a:gdLst>
              <a:gd name="textAreaLeft" fmla="*/ 0 w 132840"/>
              <a:gd name="textAreaRight" fmla="*/ 133200 w 13284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33350" h="133350">
                <a:moveTo>
                  <a:pt x="38833" y="16877"/>
                </a:moveTo>
                <a:lnTo>
                  <a:pt x="36124" y="25003"/>
                </a:lnTo>
                <a:lnTo>
                  <a:pt x="16669" y="25003"/>
                </a:lnTo>
                <a:cubicBezTo>
                  <a:pt x="7475" y="25003"/>
                  <a:pt x="0" y="32478"/>
                  <a:pt x="0" y="41672"/>
                </a:cubicBezTo>
                <a:lnTo>
                  <a:pt x="0" y="108347"/>
                </a:lnTo>
                <a:cubicBezTo>
                  <a:pt x="0" y="117541"/>
                  <a:pt x="7475" y="125016"/>
                  <a:pt x="16669" y="125016"/>
                </a:cubicBezTo>
                <a:lnTo>
                  <a:pt x="116681" y="125016"/>
                </a:lnTo>
                <a:cubicBezTo>
                  <a:pt x="125875" y="125016"/>
                  <a:pt x="133350" y="117541"/>
                  <a:pt x="133350" y="108347"/>
                </a:cubicBezTo>
                <a:lnTo>
                  <a:pt x="133350" y="41672"/>
                </a:lnTo>
                <a:cubicBezTo>
                  <a:pt x="133350" y="32478"/>
                  <a:pt x="125875" y="25003"/>
                  <a:pt x="116681" y="25003"/>
                </a:cubicBezTo>
                <a:lnTo>
                  <a:pt x="97226" y="25003"/>
                </a:lnTo>
                <a:lnTo>
                  <a:pt x="94517" y="16877"/>
                </a:lnTo>
                <a:cubicBezTo>
                  <a:pt x="92824" y="11772"/>
                  <a:pt x="88058" y="8334"/>
                  <a:pt x="82667" y="8334"/>
                </a:cubicBezTo>
                <a:lnTo>
                  <a:pt x="50683" y="8334"/>
                </a:lnTo>
                <a:cubicBezTo>
                  <a:pt x="45292" y="8334"/>
                  <a:pt x="40526" y="11772"/>
                  <a:pt x="38833" y="16877"/>
                </a:cubicBezTo>
                <a:close/>
                <a:moveTo>
                  <a:pt x="66675" y="50006"/>
                </a:moveTo>
                <a:cubicBezTo>
                  <a:pt x="80475" y="50006"/>
                  <a:pt x="91678" y="61210"/>
                  <a:pt x="91678" y="75009"/>
                </a:cubicBezTo>
                <a:cubicBezTo>
                  <a:pt x="91678" y="88809"/>
                  <a:pt x="80475" y="100013"/>
                  <a:pt x="66675" y="100013"/>
                </a:cubicBezTo>
                <a:cubicBezTo>
                  <a:pt x="52875" y="100013"/>
                  <a:pt x="41672" y="88809"/>
                  <a:pt x="41672" y="75009"/>
                </a:cubicBezTo>
                <a:cubicBezTo>
                  <a:pt x="41672" y="61210"/>
                  <a:pt x="52875" y="50006"/>
                  <a:pt x="66675" y="50006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2"/>
          <p:cNvSpPr/>
          <p:nvPr/>
        </p:nvSpPr>
        <p:spPr>
          <a:xfrm>
            <a:off x="4599720" y="5276880"/>
            <a:ext cx="6948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4480" tIns="76320" rIns="114480" bIns="7632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1" u="none" strike="noStrike">
                <a:solidFill>
                  <a:srgbClr val="2D2A26"/>
                </a:solidFill>
                <a:effectLst/>
                <a:uFillTx/>
                <a:latin typeface="Quattrocento Sans"/>
                <a:ea typeface="Quattrocento Sans"/>
              </a:rPr>
              <a:t>Foto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3"/>
          <p:cNvSpPr/>
          <p:nvPr/>
        </p:nvSpPr>
        <p:spPr>
          <a:xfrm>
            <a:off x="4409280" y="5700600"/>
            <a:ext cx="847440" cy="352080"/>
          </a:xfrm>
          <a:custGeom>
            <a:avLst/>
            <a:gdLst>
              <a:gd name="textAreaLeft" fmla="*/ 0 w 847440"/>
              <a:gd name="textAreaRight" fmla="*/ 847800 w 847440"/>
              <a:gd name="textAreaTop" fmla="*/ 0 h 352080"/>
              <a:gd name="textAreaBottom" fmla="*/ 352440 h 352080"/>
            </a:gdLst>
            <a:ahLst/>
            <a:cxnLst/>
            <a:rect l="textAreaLeft" t="textAreaTop" r="textAreaRight" b="textAreaBottom"/>
            <a:pathLst>
              <a:path w="847725" h="352425">
                <a:moveTo>
                  <a:pt x="76201" y="0"/>
                </a:moveTo>
                <a:lnTo>
                  <a:pt x="771524" y="0"/>
                </a:lnTo>
                <a:cubicBezTo>
                  <a:pt x="813609" y="0"/>
                  <a:pt x="847725" y="34116"/>
                  <a:pt x="847725" y="76201"/>
                </a:cubicBezTo>
                <a:lnTo>
                  <a:pt x="847725" y="276224"/>
                </a:lnTo>
                <a:cubicBezTo>
                  <a:pt x="847725" y="318309"/>
                  <a:pt x="813609" y="352425"/>
                  <a:pt x="771524" y="352425"/>
                </a:cubicBezTo>
                <a:lnTo>
                  <a:pt x="76201" y="352425"/>
                </a:lnTo>
                <a:cubicBezTo>
                  <a:pt x="34116" y="352425"/>
                  <a:pt x="0" y="318309"/>
                  <a:pt x="0" y="276224"/>
                </a:cubicBezTo>
                <a:lnTo>
                  <a:pt x="0" y="76201"/>
                </a:lnTo>
                <a:cubicBezTo>
                  <a:pt x="0" y="34145"/>
                  <a:pt x="34145" y="0"/>
                  <a:pt x="76201" y="0"/>
                </a:cubicBezTo>
                <a:close/>
              </a:path>
            </a:pathLst>
          </a:custGeom>
          <a:solidFill>
            <a:srgbClr val="3E3A36"/>
          </a:solidFill>
          <a:ln w="12700">
            <a:solidFill>
              <a:srgbClr val="D8A25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4"/>
          <p:cNvSpPr/>
          <p:nvPr/>
        </p:nvSpPr>
        <p:spPr>
          <a:xfrm>
            <a:off x="4555440" y="581508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35603" y="1537"/>
                </a:moveTo>
                <a:lnTo>
                  <a:pt x="33337" y="8334"/>
                </a:lnTo>
                <a:lnTo>
                  <a:pt x="8334" y="8334"/>
                </a:lnTo>
                <a:cubicBezTo>
                  <a:pt x="3724" y="8334"/>
                  <a:pt x="0" y="12059"/>
                  <a:pt x="0" y="16669"/>
                </a:cubicBezTo>
                <a:cubicBezTo>
                  <a:pt x="0" y="21279"/>
                  <a:pt x="3724" y="25003"/>
                  <a:pt x="8334" y="25003"/>
                </a:cubicBezTo>
                <a:lnTo>
                  <a:pt x="108347" y="25003"/>
                </a:lnTo>
                <a:cubicBezTo>
                  <a:pt x="112957" y="25003"/>
                  <a:pt x="116681" y="21279"/>
                  <a:pt x="116681" y="16669"/>
                </a:cubicBezTo>
                <a:cubicBezTo>
                  <a:pt x="116681" y="12059"/>
                  <a:pt x="112957" y="8334"/>
                  <a:pt x="108347" y="8334"/>
                </a:cubicBezTo>
                <a:lnTo>
                  <a:pt x="83344" y="8334"/>
                </a:lnTo>
                <a:lnTo>
                  <a:pt x="81078" y="1537"/>
                </a:lnTo>
                <a:cubicBezTo>
                  <a:pt x="79932" y="-1875"/>
                  <a:pt x="76754" y="-4167"/>
                  <a:pt x="73160" y="-4167"/>
                </a:cubicBezTo>
                <a:lnTo>
                  <a:pt x="43521" y="-4167"/>
                </a:lnTo>
                <a:cubicBezTo>
                  <a:pt x="39927" y="-4167"/>
                  <a:pt x="36749" y="-1875"/>
                  <a:pt x="35603" y="1537"/>
                </a:cubicBezTo>
                <a:close/>
                <a:moveTo>
                  <a:pt x="108347" y="37505"/>
                </a:moveTo>
                <a:lnTo>
                  <a:pt x="8334" y="37505"/>
                </a:lnTo>
                <a:lnTo>
                  <a:pt x="13830" y="121656"/>
                </a:lnTo>
                <a:cubicBezTo>
                  <a:pt x="14247" y="128245"/>
                  <a:pt x="19716" y="133350"/>
                  <a:pt x="26305" y="133350"/>
                </a:cubicBezTo>
                <a:lnTo>
                  <a:pt x="90376" y="133350"/>
                </a:lnTo>
                <a:cubicBezTo>
                  <a:pt x="96965" y="133350"/>
                  <a:pt x="102435" y="128245"/>
                  <a:pt x="102851" y="121656"/>
                </a:cubicBezTo>
                <a:lnTo>
                  <a:pt x="108347" y="37505"/>
                </a:lnTo>
                <a:close/>
              </a:path>
            </a:pathLst>
          </a:custGeom>
          <a:solidFill>
            <a:srgbClr val="F5F0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5"/>
          <p:cNvSpPr/>
          <p:nvPr/>
        </p:nvSpPr>
        <p:spPr>
          <a:xfrm>
            <a:off x="4599720" y="5695920"/>
            <a:ext cx="6760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4480" tIns="76320" rIns="114480" bIns="7632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Borrar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6"/>
          <p:cNvSpPr/>
          <p:nvPr/>
        </p:nvSpPr>
        <p:spPr>
          <a:xfrm>
            <a:off x="5837040" y="1371600"/>
            <a:ext cx="5971680" cy="1218960"/>
          </a:xfrm>
          <a:custGeom>
            <a:avLst/>
            <a:gdLst>
              <a:gd name="textAreaLeft" fmla="*/ 0 w 5971680"/>
              <a:gd name="textAreaRight" fmla="*/ 5972040 w 597168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5972175" h="1219200">
                <a:moveTo>
                  <a:pt x="38100" y="0"/>
                </a:moveTo>
                <a:lnTo>
                  <a:pt x="5857875" y="0"/>
                </a:lnTo>
                <a:cubicBezTo>
                  <a:pt x="5920959" y="0"/>
                  <a:pt x="5972175" y="51216"/>
                  <a:pt x="5972175" y="114300"/>
                </a:cubicBezTo>
                <a:lnTo>
                  <a:pt x="5972175" y="1104900"/>
                </a:lnTo>
                <a:cubicBezTo>
                  <a:pt x="5972175" y="1167984"/>
                  <a:pt x="5920959" y="1219200"/>
                  <a:pt x="5857875" y="1219200"/>
                </a:cubicBez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7"/>
          <p:cNvSpPr/>
          <p:nvPr/>
        </p:nvSpPr>
        <p:spPr>
          <a:xfrm>
            <a:off x="5837040" y="1371600"/>
            <a:ext cx="37800" cy="1218960"/>
          </a:xfrm>
          <a:custGeom>
            <a:avLst/>
            <a:gdLst>
              <a:gd name="textAreaLeft" fmla="*/ 0 w 37800"/>
              <a:gd name="textAreaRight" fmla="*/ 38160 w 3780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38100" h="1219200">
                <a:moveTo>
                  <a:pt x="38100" y="0"/>
                </a:moveTo>
                <a:lnTo>
                  <a:pt x="38100" y="0"/>
                </a:lnTo>
                <a:lnTo>
                  <a:pt x="38100" y="1219200"/>
                </a:ln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8"/>
          <p:cNvSpPr/>
          <p:nvPr/>
        </p:nvSpPr>
        <p:spPr>
          <a:xfrm>
            <a:off x="6046560" y="156204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29"/>
          <p:cNvSpPr/>
          <p:nvPr/>
        </p:nvSpPr>
        <p:spPr>
          <a:xfrm>
            <a:off x="6160680" y="167652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210562" y="9689"/>
                </a:moveTo>
                <a:cubicBezTo>
                  <a:pt x="200784" y="-89"/>
                  <a:pt x="184978" y="-89"/>
                  <a:pt x="175200" y="9689"/>
                </a:cubicBezTo>
                <a:lnTo>
                  <a:pt x="164306" y="20583"/>
                </a:lnTo>
                <a:lnTo>
                  <a:pt x="208017" y="64294"/>
                </a:lnTo>
                <a:lnTo>
                  <a:pt x="218911" y="53400"/>
                </a:lnTo>
                <a:cubicBezTo>
                  <a:pt x="228689" y="43622"/>
                  <a:pt x="228689" y="27816"/>
                  <a:pt x="218911" y="18038"/>
                </a:cubicBezTo>
                <a:lnTo>
                  <a:pt x="210562" y="9689"/>
                </a:lnTo>
                <a:close/>
                <a:moveTo>
                  <a:pt x="76974" y="107915"/>
                </a:moveTo>
                <a:cubicBezTo>
                  <a:pt x="74250" y="110639"/>
                  <a:pt x="72152" y="113987"/>
                  <a:pt x="70946" y="117693"/>
                </a:cubicBezTo>
                <a:lnTo>
                  <a:pt x="57730" y="157341"/>
                </a:lnTo>
                <a:cubicBezTo>
                  <a:pt x="56436" y="161181"/>
                  <a:pt x="57463" y="165422"/>
                  <a:pt x="60320" y="168325"/>
                </a:cubicBezTo>
                <a:cubicBezTo>
                  <a:pt x="63178" y="171227"/>
                  <a:pt x="67419" y="172209"/>
                  <a:pt x="71304" y="170914"/>
                </a:cubicBezTo>
                <a:lnTo>
                  <a:pt x="110951" y="157698"/>
                </a:lnTo>
                <a:cubicBezTo>
                  <a:pt x="114613" y="156493"/>
                  <a:pt x="117961" y="154394"/>
                  <a:pt x="120729" y="151671"/>
                </a:cubicBezTo>
                <a:lnTo>
                  <a:pt x="192881" y="79430"/>
                </a:lnTo>
                <a:lnTo>
                  <a:pt x="149170" y="35719"/>
                </a:lnTo>
                <a:lnTo>
                  <a:pt x="76974" y="107915"/>
                </a:lnTo>
                <a:close/>
                <a:moveTo>
                  <a:pt x="42863" y="28575"/>
                </a:moveTo>
                <a:cubicBezTo>
                  <a:pt x="19199" y="28575"/>
                  <a:pt x="0" y="47774"/>
                  <a:pt x="0" y="71438"/>
                </a:cubicBezTo>
                <a:lnTo>
                  <a:pt x="0" y="185738"/>
                </a:lnTo>
                <a:cubicBezTo>
                  <a:pt x="0" y="209401"/>
                  <a:pt x="19199" y="228600"/>
                  <a:pt x="42863" y="228600"/>
                </a:cubicBezTo>
                <a:lnTo>
                  <a:pt x="157163" y="228600"/>
                </a:lnTo>
                <a:cubicBezTo>
                  <a:pt x="180826" y="228600"/>
                  <a:pt x="200025" y="209401"/>
                  <a:pt x="200025" y="185738"/>
                </a:cubicBezTo>
                <a:lnTo>
                  <a:pt x="200025" y="142875"/>
                </a:lnTo>
                <a:cubicBezTo>
                  <a:pt x="200025" y="134972"/>
                  <a:pt x="193640" y="128588"/>
                  <a:pt x="185738" y="128588"/>
                </a:cubicBezTo>
                <a:cubicBezTo>
                  <a:pt x="177835" y="128588"/>
                  <a:pt x="171450" y="134972"/>
                  <a:pt x="171450" y="142875"/>
                </a:cubicBezTo>
                <a:lnTo>
                  <a:pt x="171450" y="185738"/>
                </a:lnTo>
                <a:cubicBezTo>
                  <a:pt x="171450" y="193640"/>
                  <a:pt x="165065" y="200025"/>
                  <a:pt x="157163" y="200025"/>
                </a:cubicBezTo>
                <a:lnTo>
                  <a:pt x="42863" y="200025"/>
                </a:lnTo>
                <a:cubicBezTo>
                  <a:pt x="34960" y="200025"/>
                  <a:pt x="28575" y="193640"/>
                  <a:pt x="28575" y="185738"/>
                </a:cubicBezTo>
                <a:lnTo>
                  <a:pt x="28575" y="71438"/>
                </a:lnTo>
                <a:cubicBezTo>
                  <a:pt x="28575" y="63535"/>
                  <a:pt x="34960" y="57150"/>
                  <a:pt x="42863" y="57150"/>
                </a:cubicBezTo>
                <a:lnTo>
                  <a:pt x="85725" y="57150"/>
                </a:lnTo>
                <a:cubicBezTo>
                  <a:pt x="93628" y="57150"/>
                  <a:pt x="100013" y="50765"/>
                  <a:pt x="100013" y="42863"/>
                </a:cubicBezTo>
                <a:cubicBezTo>
                  <a:pt x="100013" y="34960"/>
                  <a:pt x="93628" y="28575"/>
                  <a:pt x="85725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0"/>
          <p:cNvSpPr/>
          <p:nvPr/>
        </p:nvSpPr>
        <p:spPr>
          <a:xfrm>
            <a:off x="6656040" y="1562040"/>
            <a:ext cx="5057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Campos Editables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1"/>
          <p:cNvSpPr/>
          <p:nvPr/>
        </p:nvSpPr>
        <p:spPr>
          <a:xfrm>
            <a:off x="6656040" y="1905120"/>
            <a:ext cx="50382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Modifica cualquier dato: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ISBN, título, autor, género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Completa información faltante o corrige errores.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2"/>
          <p:cNvSpPr/>
          <p:nvPr/>
        </p:nvSpPr>
        <p:spPr>
          <a:xfrm>
            <a:off x="5837040" y="2927520"/>
            <a:ext cx="5971680" cy="1218960"/>
          </a:xfrm>
          <a:custGeom>
            <a:avLst/>
            <a:gdLst>
              <a:gd name="textAreaLeft" fmla="*/ 0 w 5971680"/>
              <a:gd name="textAreaRight" fmla="*/ 5972040 w 597168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5972175" h="1219200">
                <a:moveTo>
                  <a:pt x="38100" y="0"/>
                </a:moveTo>
                <a:lnTo>
                  <a:pt x="5857875" y="0"/>
                </a:lnTo>
                <a:cubicBezTo>
                  <a:pt x="5920959" y="0"/>
                  <a:pt x="5972175" y="51216"/>
                  <a:pt x="5972175" y="114300"/>
                </a:cubicBezTo>
                <a:lnTo>
                  <a:pt x="5972175" y="1104900"/>
                </a:lnTo>
                <a:cubicBezTo>
                  <a:pt x="5972175" y="1167984"/>
                  <a:pt x="5920959" y="1219200"/>
                  <a:pt x="5857875" y="1219200"/>
                </a:cubicBez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33"/>
          <p:cNvSpPr/>
          <p:nvPr/>
        </p:nvSpPr>
        <p:spPr>
          <a:xfrm>
            <a:off x="5837040" y="2927520"/>
            <a:ext cx="37800" cy="1218960"/>
          </a:xfrm>
          <a:custGeom>
            <a:avLst/>
            <a:gdLst>
              <a:gd name="textAreaLeft" fmla="*/ 0 w 37800"/>
              <a:gd name="textAreaRight" fmla="*/ 38160 w 3780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38100" h="1219200">
                <a:moveTo>
                  <a:pt x="38100" y="0"/>
                </a:moveTo>
                <a:lnTo>
                  <a:pt x="38100" y="0"/>
                </a:lnTo>
                <a:lnTo>
                  <a:pt x="38100" y="1219200"/>
                </a:ln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4"/>
          <p:cNvSpPr/>
          <p:nvPr/>
        </p:nvSpPr>
        <p:spPr>
          <a:xfrm>
            <a:off x="6046560" y="311796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B87D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35"/>
          <p:cNvSpPr/>
          <p:nvPr/>
        </p:nvSpPr>
        <p:spPr>
          <a:xfrm>
            <a:off x="6160680" y="323208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0" y="185738"/>
                </a:moveTo>
                <a:lnTo>
                  <a:pt x="0" y="92869"/>
                </a:lnTo>
                <a:lnTo>
                  <a:pt x="60811" y="92869"/>
                </a:lnTo>
                <a:cubicBezTo>
                  <a:pt x="66839" y="83850"/>
                  <a:pt x="75099" y="76438"/>
                  <a:pt x="84787" y="71438"/>
                </a:cubicBezTo>
                <a:lnTo>
                  <a:pt x="0" y="71438"/>
                </a:lnTo>
                <a:lnTo>
                  <a:pt x="0" y="56123"/>
                </a:lnTo>
                <a:cubicBezTo>
                  <a:pt x="0" y="40362"/>
                  <a:pt x="12814" y="27548"/>
                  <a:pt x="28575" y="27548"/>
                </a:cubicBezTo>
                <a:lnTo>
                  <a:pt x="28620" y="27548"/>
                </a:lnTo>
                <a:cubicBezTo>
                  <a:pt x="29155" y="20136"/>
                  <a:pt x="35317" y="14288"/>
                  <a:pt x="42863" y="14288"/>
                </a:cubicBezTo>
                <a:lnTo>
                  <a:pt x="57150" y="14288"/>
                </a:lnTo>
                <a:cubicBezTo>
                  <a:pt x="64696" y="14288"/>
                  <a:pt x="70857" y="20136"/>
                  <a:pt x="71393" y="27548"/>
                </a:cubicBezTo>
                <a:lnTo>
                  <a:pt x="85725" y="27548"/>
                </a:lnTo>
                <a:lnTo>
                  <a:pt x="108585" y="16922"/>
                </a:lnTo>
                <a:cubicBezTo>
                  <a:pt x="112335" y="15180"/>
                  <a:pt x="116443" y="14243"/>
                  <a:pt x="120595" y="14243"/>
                </a:cubicBezTo>
                <a:lnTo>
                  <a:pt x="200025" y="14288"/>
                </a:lnTo>
                <a:cubicBezTo>
                  <a:pt x="215786" y="14288"/>
                  <a:pt x="228600" y="27102"/>
                  <a:pt x="228600" y="42863"/>
                </a:cubicBezTo>
                <a:lnTo>
                  <a:pt x="228600" y="71438"/>
                </a:lnTo>
                <a:lnTo>
                  <a:pt x="143768" y="71438"/>
                </a:lnTo>
                <a:cubicBezTo>
                  <a:pt x="153457" y="76438"/>
                  <a:pt x="161717" y="83850"/>
                  <a:pt x="167744" y="92869"/>
                </a:cubicBezTo>
                <a:lnTo>
                  <a:pt x="228555" y="92869"/>
                </a:lnTo>
                <a:lnTo>
                  <a:pt x="228555" y="185738"/>
                </a:lnTo>
                <a:cubicBezTo>
                  <a:pt x="228555" y="201498"/>
                  <a:pt x="215741" y="214313"/>
                  <a:pt x="199980" y="214313"/>
                </a:cubicBezTo>
                <a:lnTo>
                  <a:pt x="28575" y="214313"/>
                </a:lnTo>
                <a:cubicBezTo>
                  <a:pt x="12814" y="214313"/>
                  <a:pt x="0" y="201498"/>
                  <a:pt x="0" y="185738"/>
                </a:cubicBezTo>
                <a:close/>
                <a:moveTo>
                  <a:pt x="114300" y="85725"/>
                </a:moveTo>
                <a:cubicBezTo>
                  <a:pt x="98649" y="85220"/>
                  <a:pt x="83965" y="93281"/>
                  <a:pt x="75990" y="106758"/>
                </a:cubicBezTo>
                <a:cubicBezTo>
                  <a:pt x="68015" y="120234"/>
                  <a:pt x="68015" y="136985"/>
                  <a:pt x="75990" y="150462"/>
                </a:cubicBezTo>
                <a:cubicBezTo>
                  <a:pt x="83965" y="163938"/>
                  <a:pt x="98649" y="172000"/>
                  <a:pt x="114300" y="171495"/>
                </a:cubicBezTo>
                <a:cubicBezTo>
                  <a:pt x="129951" y="172000"/>
                  <a:pt x="144635" y="163938"/>
                  <a:pt x="152610" y="150462"/>
                </a:cubicBezTo>
                <a:cubicBezTo>
                  <a:pt x="160585" y="136985"/>
                  <a:pt x="160585" y="120234"/>
                  <a:pt x="152610" y="106758"/>
                </a:cubicBezTo>
                <a:cubicBezTo>
                  <a:pt x="144635" y="93281"/>
                  <a:pt x="129951" y="85220"/>
                  <a:pt x="114300" y="85725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6"/>
          <p:cNvSpPr/>
          <p:nvPr/>
        </p:nvSpPr>
        <p:spPr>
          <a:xfrm>
            <a:off x="6656040" y="3117960"/>
            <a:ext cx="5057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Captura de Portada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37"/>
          <p:cNvSpPr/>
          <p:nvPr/>
        </p:nvSpPr>
        <p:spPr>
          <a:xfrm>
            <a:off x="6656040" y="3460680"/>
            <a:ext cx="50382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¿La portada online no es buena?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Haz tu propia foto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directamente desde la app con overlay de cámara.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38"/>
          <p:cNvSpPr/>
          <p:nvPr/>
        </p:nvSpPr>
        <p:spPr>
          <a:xfrm>
            <a:off x="5837040" y="4483080"/>
            <a:ext cx="5971680" cy="1218960"/>
          </a:xfrm>
          <a:custGeom>
            <a:avLst/>
            <a:gdLst>
              <a:gd name="textAreaLeft" fmla="*/ 0 w 5971680"/>
              <a:gd name="textAreaRight" fmla="*/ 5972040 w 597168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5972175" h="1219200">
                <a:moveTo>
                  <a:pt x="38100" y="0"/>
                </a:moveTo>
                <a:lnTo>
                  <a:pt x="5857875" y="0"/>
                </a:lnTo>
                <a:cubicBezTo>
                  <a:pt x="5920959" y="0"/>
                  <a:pt x="5972175" y="51216"/>
                  <a:pt x="5972175" y="114300"/>
                </a:cubicBezTo>
                <a:lnTo>
                  <a:pt x="5972175" y="1104900"/>
                </a:lnTo>
                <a:cubicBezTo>
                  <a:pt x="5972175" y="1167984"/>
                  <a:pt x="5920959" y="1219200"/>
                  <a:pt x="5857875" y="1219200"/>
                </a:cubicBez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9"/>
          <p:cNvSpPr/>
          <p:nvPr/>
        </p:nvSpPr>
        <p:spPr>
          <a:xfrm>
            <a:off x="5837040" y="4483080"/>
            <a:ext cx="37800" cy="1218960"/>
          </a:xfrm>
          <a:custGeom>
            <a:avLst/>
            <a:gdLst>
              <a:gd name="textAreaLeft" fmla="*/ 0 w 37800"/>
              <a:gd name="textAreaRight" fmla="*/ 38160 w 37800"/>
              <a:gd name="textAreaTop" fmla="*/ 0 h 1218960"/>
              <a:gd name="textAreaBottom" fmla="*/ 1219320 h 1218960"/>
            </a:gdLst>
            <a:ahLst/>
            <a:cxnLst/>
            <a:rect l="textAreaLeft" t="textAreaTop" r="textAreaRight" b="textAreaBottom"/>
            <a:pathLst>
              <a:path w="38100" h="1219200">
                <a:moveTo>
                  <a:pt x="38100" y="0"/>
                </a:moveTo>
                <a:lnTo>
                  <a:pt x="38100" y="0"/>
                </a:lnTo>
                <a:lnTo>
                  <a:pt x="38100" y="1219200"/>
                </a:lnTo>
                <a:lnTo>
                  <a:pt x="38100" y="1219200"/>
                </a:lnTo>
                <a:cubicBezTo>
                  <a:pt x="17072" y="1219200"/>
                  <a:pt x="0" y="1202128"/>
                  <a:pt x="0" y="1181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0"/>
          <p:cNvSpPr/>
          <p:nvPr/>
        </p:nvSpPr>
        <p:spPr>
          <a:xfrm>
            <a:off x="6046560" y="467352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1"/>
          <p:cNvSpPr/>
          <p:nvPr/>
        </p:nvSpPr>
        <p:spPr>
          <a:xfrm>
            <a:off x="6160680" y="478800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214357" y="85725"/>
                </a:moveTo>
                <a:lnTo>
                  <a:pt x="217884" y="85725"/>
                </a:lnTo>
                <a:cubicBezTo>
                  <a:pt x="223823" y="85725"/>
                  <a:pt x="228600" y="80948"/>
                  <a:pt x="228600" y="75009"/>
                </a:cubicBezTo>
                <a:lnTo>
                  <a:pt x="228600" y="10716"/>
                </a:lnTo>
                <a:cubicBezTo>
                  <a:pt x="228600" y="6385"/>
                  <a:pt x="226010" y="2456"/>
                  <a:pt x="221992" y="804"/>
                </a:cubicBezTo>
                <a:cubicBezTo>
                  <a:pt x="217974" y="-848"/>
                  <a:pt x="213375" y="89"/>
                  <a:pt x="210294" y="3125"/>
                </a:cubicBezTo>
                <a:lnTo>
                  <a:pt x="187211" y="26253"/>
                </a:lnTo>
                <a:cubicBezTo>
                  <a:pt x="167432" y="9867"/>
                  <a:pt x="141982" y="0"/>
                  <a:pt x="114300" y="0"/>
                </a:cubicBezTo>
                <a:cubicBezTo>
                  <a:pt x="56704" y="0"/>
                  <a:pt x="9064" y="42595"/>
                  <a:pt x="1161" y="98003"/>
                </a:cubicBezTo>
                <a:cubicBezTo>
                  <a:pt x="45" y="105817"/>
                  <a:pt x="5447" y="113050"/>
                  <a:pt x="13261" y="114166"/>
                </a:cubicBezTo>
                <a:cubicBezTo>
                  <a:pt x="21074" y="115282"/>
                  <a:pt x="28307" y="109835"/>
                  <a:pt x="29423" y="102066"/>
                </a:cubicBezTo>
                <a:cubicBezTo>
                  <a:pt x="35362" y="60499"/>
                  <a:pt x="71125" y="28575"/>
                  <a:pt x="114300" y="28575"/>
                </a:cubicBezTo>
                <a:cubicBezTo>
                  <a:pt x="134124" y="28575"/>
                  <a:pt x="152340" y="35272"/>
                  <a:pt x="166851" y="46568"/>
                </a:cubicBezTo>
                <a:lnTo>
                  <a:pt x="146000" y="67419"/>
                </a:lnTo>
                <a:cubicBezTo>
                  <a:pt x="142920" y="70500"/>
                  <a:pt x="142027" y="75099"/>
                  <a:pt x="143679" y="79117"/>
                </a:cubicBezTo>
                <a:cubicBezTo>
                  <a:pt x="145331" y="83135"/>
                  <a:pt x="149260" y="85725"/>
                  <a:pt x="153591" y="85725"/>
                </a:cubicBezTo>
                <a:lnTo>
                  <a:pt x="214357" y="85725"/>
                </a:lnTo>
                <a:close/>
                <a:moveTo>
                  <a:pt x="227484" y="130597"/>
                </a:moveTo>
                <a:cubicBezTo>
                  <a:pt x="228600" y="122783"/>
                  <a:pt x="223153" y="115550"/>
                  <a:pt x="215384" y="114434"/>
                </a:cubicBezTo>
                <a:cubicBezTo>
                  <a:pt x="207615" y="113318"/>
                  <a:pt x="200338" y="118765"/>
                  <a:pt x="199221" y="126534"/>
                </a:cubicBezTo>
                <a:cubicBezTo>
                  <a:pt x="193283" y="168057"/>
                  <a:pt x="157520" y="199980"/>
                  <a:pt x="114345" y="199980"/>
                </a:cubicBezTo>
                <a:cubicBezTo>
                  <a:pt x="94521" y="199980"/>
                  <a:pt x="76304" y="193283"/>
                  <a:pt x="61793" y="181987"/>
                </a:cubicBezTo>
                <a:lnTo>
                  <a:pt x="82600" y="161181"/>
                </a:lnTo>
                <a:cubicBezTo>
                  <a:pt x="85680" y="158100"/>
                  <a:pt x="86573" y="153501"/>
                  <a:pt x="84921" y="149483"/>
                </a:cubicBezTo>
                <a:cubicBezTo>
                  <a:pt x="83269" y="145465"/>
                  <a:pt x="79340" y="142875"/>
                  <a:pt x="75009" y="142875"/>
                </a:cubicBezTo>
                <a:lnTo>
                  <a:pt x="10716" y="142875"/>
                </a:lnTo>
                <a:cubicBezTo>
                  <a:pt x="4777" y="142875"/>
                  <a:pt x="0" y="147652"/>
                  <a:pt x="0" y="153591"/>
                </a:cubicBezTo>
                <a:lnTo>
                  <a:pt x="0" y="217884"/>
                </a:lnTo>
                <a:cubicBezTo>
                  <a:pt x="0" y="222215"/>
                  <a:pt x="2590" y="226144"/>
                  <a:pt x="6608" y="227796"/>
                </a:cubicBezTo>
                <a:cubicBezTo>
                  <a:pt x="10626" y="229448"/>
                  <a:pt x="15225" y="228511"/>
                  <a:pt x="18306" y="225475"/>
                </a:cubicBezTo>
                <a:lnTo>
                  <a:pt x="41434" y="202347"/>
                </a:lnTo>
                <a:cubicBezTo>
                  <a:pt x="61168" y="218733"/>
                  <a:pt x="86618" y="228600"/>
                  <a:pt x="114300" y="228600"/>
                </a:cubicBezTo>
                <a:cubicBezTo>
                  <a:pt x="171896" y="228600"/>
                  <a:pt x="219536" y="186005"/>
                  <a:pt x="227439" y="13059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2"/>
          <p:cNvSpPr/>
          <p:nvPr/>
        </p:nvSpPr>
        <p:spPr>
          <a:xfrm>
            <a:off x="6656040" y="4673520"/>
            <a:ext cx="5057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Búsqueda Automática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43"/>
          <p:cNvSpPr/>
          <p:nvPr/>
        </p:nvSpPr>
        <p:spPr>
          <a:xfrm>
            <a:off x="6656040" y="5016600"/>
            <a:ext cx="503820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Cambia el ISBN y la app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busca automáticamente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el libro nuevo con debounce de 1 segundo.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4"/>
          <p:cNvSpPr/>
          <p:nvPr/>
        </p:nvSpPr>
        <p:spPr>
          <a:xfrm>
            <a:off x="5822640" y="6043680"/>
            <a:ext cx="5981400" cy="466200"/>
          </a:xfrm>
          <a:custGeom>
            <a:avLst/>
            <a:gdLst>
              <a:gd name="textAreaLeft" fmla="*/ 0 w 5981400"/>
              <a:gd name="textAreaRight" fmla="*/ 5981760 w 598140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5981700" h="466725">
                <a:moveTo>
                  <a:pt x="76202" y="0"/>
                </a:moveTo>
                <a:lnTo>
                  <a:pt x="5905498" y="0"/>
                </a:lnTo>
                <a:cubicBezTo>
                  <a:pt x="5947583" y="0"/>
                  <a:pt x="5981700" y="34117"/>
                  <a:pt x="5981700" y="76202"/>
                </a:cubicBezTo>
                <a:lnTo>
                  <a:pt x="5981700" y="390523"/>
                </a:lnTo>
                <a:cubicBezTo>
                  <a:pt x="5981700" y="432608"/>
                  <a:pt x="5947583" y="466725"/>
                  <a:pt x="5905498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5"/>
          <p:cNvSpPr/>
          <p:nvPr/>
        </p:nvSpPr>
        <p:spPr>
          <a:xfrm>
            <a:off x="7357320" y="620064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118616" y="3631"/>
                </a:moveTo>
                <a:lnTo>
                  <a:pt x="92363" y="29885"/>
                </a:lnTo>
                <a:lnTo>
                  <a:pt x="122515" y="60037"/>
                </a:lnTo>
                <a:lnTo>
                  <a:pt x="148769" y="33784"/>
                </a:lnTo>
                <a:cubicBezTo>
                  <a:pt x="151090" y="31432"/>
                  <a:pt x="152400" y="28277"/>
                  <a:pt x="152400" y="25003"/>
                </a:cubicBezTo>
                <a:cubicBezTo>
                  <a:pt x="152400" y="21729"/>
                  <a:pt x="151090" y="18574"/>
                  <a:pt x="148769" y="16222"/>
                </a:cubicBezTo>
                <a:lnTo>
                  <a:pt x="136178" y="3631"/>
                </a:lnTo>
                <a:cubicBezTo>
                  <a:pt x="133826" y="1310"/>
                  <a:pt x="130671" y="0"/>
                  <a:pt x="127397" y="0"/>
                </a:cubicBezTo>
                <a:cubicBezTo>
                  <a:pt x="124123" y="0"/>
                  <a:pt x="120967" y="1310"/>
                  <a:pt x="118616" y="3631"/>
                </a:cubicBezTo>
                <a:close/>
                <a:moveTo>
                  <a:pt x="82272" y="39975"/>
                </a:moveTo>
                <a:lnTo>
                  <a:pt x="3631" y="118616"/>
                </a:lnTo>
                <a:cubicBezTo>
                  <a:pt x="1310" y="120967"/>
                  <a:pt x="0" y="124123"/>
                  <a:pt x="0" y="127397"/>
                </a:cubicBezTo>
                <a:cubicBezTo>
                  <a:pt x="0" y="130671"/>
                  <a:pt x="1310" y="133826"/>
                  <a:pt x="3631" y="136178"/>
                </a:cubicBezTo>
                <a:lnTo>
                  <a:pt x="16222" y="148769"/>
                </a:lnTo>
                <a:cubicBezTo>
                  <a:pt x="18574" y="151090"/>
                  <a:pt x="21729" y="152400"/>
                  <a:pt x="25003" y="152400"/>
                </a:cubicBezTo>
                <a:cubicBezTo>
                  <a:pt x="28277" y="152400"/>
                  <a:pt x="31432" y="151090"/>
                  <a:pt x="33784" y="148769"/>
                </a:cubicBezTo>
                <a:lnTo>
                  <a:pt x="112425" y="70128"/>
                </a:lnTo>
                <a:lnTo>
                  <a:pt x="82272" y="39975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6"/>
          <p:cNvSpPr/>
          <p:nvPr/>
        </p:nvSpPr>
        <p:spPr>
          <a:xfrm>
            <a:off x="6151320" y="6162840"/>
            <a:ext cx="5571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Portada clickeable para </a:t>
            </a: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vista ampliada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3430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ALMACENAMIENTO LOCAL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29520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Funciona Sin Conexión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"/>
          <p:cNvSpPr/>
          <p:nvPr/>
        </p:nvSpPr>
        <p:spPr>
          <a:xfrm>
            <a:off x="56386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"/>
          <p:cNvSpPr/>
          <p:nvPr/>
        </p:nvSpPr>
        <p:spPr>
          <a:xfrm>
            <a:off x="399960" y="1371600"/>
            <a:ext cx="7534080" cy="1323720"/>
          </a:xfrm>
          <a:custGeom>
            <a:avLst/>
            <a:gdLst>
              <a:gd name="textAreaLeft" fmla="*/ 0 w 7534080"/>
              <a:gd name="textAreaRight" fmla="*/ 7534440 w 7534080"/>
              <a:gd name="textAreaTop" fmla="*/ 0 h 1323720"/>
              <a:gd name="textAreaBottom" fmla="*/ 1324080 h 1323720"/>
            </a:gdLst>
            <a:ahLst/>
            <a:cxnLst/>
            <a:rect l="textAreaLeft" t="textAreaTop" r="textAreaRight" b="textAreaBottom"/>
            <a:pathLst>
              <a:path w="7534275" h="1323975">
                <a:moveTo>
                  <a:pt x="38100" y="0"/>
                </a:moveTo>
                <a:lnTo>
                  <a:pt x="7419976" y="0"/>
                </a:lnTo>
                <a:cubicBezTo>
                  <a:pt x="7483102" y="0"/>
                  <a:pt x="7534275" y="51173"/>
                  <a:pt x="7534275" y="114299"/>
                </a:cubicBezTo>
                <a:lnTo>
                  <a:pt x="7534275" y="1209676"/>
                </a:lnTo>
                <a:cubicBezTo>
                  <a:pt x="7534275" y="1272802"/>
                  <a:pt x="7483102" y="1323975"/>
                  <a:pt x="7419976" y="1323975"/>
                </a:cubicBezTo>
                <a:lnTo>
                  <a:pt x="38100" y="1323975"/>
                </a:lnTo>
                <a:cubicBezTo>
                  <a:pt x="17072" y="1323975"/>
                  <a:pt x="0" y="1306903"/>
                  <a:pt x="0" y="12858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399960" y="1371600"/>
            <a:ext cx="37800" cy="1323720"/>
          </a:xfrm>
          <a:custGeom>
            <a:avLst/>
            <a:gdLst>
              <a:gd name="textAreaLeft" fmla="*/ 0 w 37800"/>
              <a:gd name="textAreaRight" fmla="*/ 38160 w 37800"/>
              <a:gd name="textAreaTop" fmla="*/ 0 h 1323720"/>
              <a:gd name="textAreaBottom" fmla="*/ 1324080 h 1323720"/>
            </a:gdLst>
            <a:ahLst/>
            <a:cxnLst/>
            <a:rect l="textAreaLeft" t="textAreaTop" r="textAreaRight" b="textAreaBottom"/>
            <a:pathLst>
              <a:path w="38100" h="1323975">
                <a:moveTo>
                  <a:pt x="38100" y="0"/>
                </a:moveTo>
                <a:lnTo>
                  <a:pt x="38100" y="0"/>
                </a:lnTo>
                <a:lnTo>
                  <a:pt x="38100" y="1323975"/>
                </a:lnTo>
                <a:lnTo>
                  <a:pt x="38100" y="1323975"/>
                </a:lnTo>
                <a:cubicBezTo>
                  <a:pt x="17072" y="1323975"/>
                  <a:pt x="0" y="1306903"/>
                  <a:pt x="0" y="1285875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5"/>
          <p:cNvSpPr/>
          <p:nvPr/>
        </p:nvSpPr>
        <p:spPr>
          <a:xfrm>
            <a:off x="609480" y="156204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6"/>
          <p:cNvSpPr/>
          <p:nvPr/>
        </p:nvSpPr>
        <p:spPr>
          <a:xfrm>
            <a:off x="753840" y="1685880"/>
            <a:ext cx="249840" cy="285480"/>
          </a:xfrm>
          <a:custGeom>
            <a:avLst/>
            <a:gdLst>
              <a:gd name="textAreaLeft" fmla="*/ 0 w 249840"/>
              <a:gd name="textAreaRight" fmla="*/ 250200 w 24984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50031" h="285750">
                <a:moveTo>
                  <a:pt x="142875" y="17859"/>
                </a:moveTo>
                <a:cubicBezTo>
                  <a:pt x="142875" y="7981"/>
                  <a:pt x="134894" y="0"/>
                  <a:pt x="125016" y="0"/>
                </a:cubicBezTo>
                <a:cubicBezTo>
                  <a:pt x="115137" y="0"/>
                  <a:pt x="107156" y="7981"/>
                  <a:pt x="107156" y="17859"/>
                </a:cubicBezTo>
                <a:lnTo>
                  <a:pt x="107156" y="135452"/>
                </a:lnTo>
                <a:lnTo>
                  <a:pt x="84051" y="112347"/>
                </a:lnTo>
                <a:cubicBezTo>
                  <a:pt x="77074" y="105370"/>
                  <a:pt x="65745" y="105370"/>
                  <a:pt x="58769" y="112347"/>
                </a:cubicBezTo>
                <a:cubicBezTo>
                  <a:pt x="51792" y="119323"/>
                  <a:pt x="51792" y="130652"/>
                  <a:pt x="58769" y="137629"/>
                </a:cubicBezTo>
                <a:lnTo>
                  <a:pt x="112347" y="191207"/>
                </a:lnTo>
                <a:cubicBezTo>
                  <a:pt x="119323" y="198183"/>
                  <a:pt x="130652" y="198183"/>
                  <a:pt x="137629" y="191207"/>
                </a:cubicBezTo>
                <a:lnTo>
                  <a:pt x="191207" y="137629"/>
                </a:lnTo>
                <a:cubicBezTo>
                  <a:pt x="198183" y="130652"/>
                  <a:pt x="198183" y="119323"/>
                  <a:pt x="191207" y="112347"/>
                </a:cubicBezTo>
                <a:cubicBezTo>
                  <a:pt x="184231" y="105370"/>
                  <a:pt x="172901" y="105370"/>
                  <a:pt x="165925" y="112347"/>
                </a:cubicBezTo>
                <a:lnTo>
                  <a:pt x="142875" y="135452"/>
                </a:lnTo>
                <a:lnTo>
                  <a:pt x="142875" y="17859"/>
                </a:lnTo>
                <a:close/>
                <a:moveTo>
                  <a:pt x="35719" y="178594"/>
                </a:moveTo>
                <a:cubicBezTo>
                  <a:pt x="16018" y="178594"/>
                  <a:pt x="0" y="194611"/>
                  <a:pt x="0" y="214313"/>
                </a:cubicBezTo>
                <a:lnTo>
                  <a:pt x="0" y="232172"/>
                </a:lnTo>
                <a:cubicBezTo>
                  <a:pt x="0" y="251873"/>
                  <a:pt x="16018" y="267891"/>
                  <a:pt x="35719" y="267891"/>
                </a:cubicBezTo>
                <a:lnTo>
                  <a:pt x="214313" y="267891"/>
                </a:lnTo>
                <a:cubicBezTo>
                  <a:pt x="234014" y="267891"/>
                  <a:pt x="250031" y="251873"/>
                  <a:pt x="250031" y="232172"/>
                </a:cubicBezTo>
                <a:lnTo>
                  <a:pt x="250031" y="214313"/>
                </a:lnTo>
                <a:cubicBezTo>
                  <a:pt x="250031" y="194611"/>
                  <a:pt x="234014" y="178594"/>
                  <a:pt x="214313" y="178594"/>
                </a:cubicBezTo>
                <a:lnTo>
                  <a:pt x="188137" y="178594"/>
                </a:lnTo>
                <a:lnTo>
                  <a:pt x="156549" y="210183"/>
                </a:lnTo>
                <a:cubicBezTo>
                  <a:pt x="139136" y="227595"/>
                  <a:pt x="110840" y="227595"/>
                  <a:pt x="93427" y="210183"/>
                </a:cubicBezTo>
                <a:lnTo>
                  <a:pt x="61894" y="178594"/>
                </a:lnTo>
                <a:lnTo>
                  <a:pt x="35719" y="178594"/>
                </a:lnTo>
                <a:close/>
                <a:moveTo>
                  <a:pt x="205383" y="209848"/>
                </a:moveTo>
                <a:cubicBezTo>
                  <a:pt x="212775" y="209848"/>
                  <a:pt x="218777" y="215850"/>
                  <a:pt x="218777" y="223242"/>
                </a:cubicBezTo>
                <a:cubicBezTo>
                  <a:pt x="218777" y="230635"/>
                  <a:pt x="212775" y="236637"/>
                  <a:pt x="205383" y="236637"/>
                </a:cubicBezTo>
                <a:cubicBezTo>
                  <a:pt x="197990" y="236637"/>
                  <a:pt x="191988" y="230635"/>
                  <a:pt x="191988" y="223242"/>
                </a:cubicBezTo>
                <a:cubicBezTo>
                  <a:pt x="191988" y="215850"/>
                  <a:pt x="197990" y="209848"/>
                  <a:pt x="205383" y="209848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7"/>
          <p:cNvSpPr/>
          <p:nvPr/>
        </p:nvSpPr>
        <p:spPr>
          <a:xfrm>
            <a:off x="1295280" y="1562040"/>
            <a:ext cx="65624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Descarga en Background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8"/>
          <p:cNvSpPr/>
          <p:nvPr/>
        </p:nvSpPr>
        <p:spPr>
          <a:xfrm>
            <a:off x="1295280" y="1943280"/>
            <a:ext cx="6533640" cy="5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Las portadas se descargan </a:t>
            </a: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automáticamente en segundo plano</a:t>
            </a: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usando WorkManager, sin interrumpir tu experiencia.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9"/>
          <p:cNvSpPr/>
          <p:nvPr/>
        </p:nvSpPr>
        <p:spPr>
          <a:xfrm>
            <a:off x="380880" y="2862360"/>
            <a:ext cx="3704760" cy="1618920"/>
          </a:xfrm>
          <a:custGeom>
            <a:avLst/>
            <a:gdLst>
              <a:gd name="textAreaLeft" fmla="*/ 0 w 3704760"/>
              <a:gd name="textAreaRight" fmla="*/ 3705120 w 3704760"/>
              <a:gd name="textAreaTop" fmla="*/ 0 h 1618920"/>
              <a:gd name="textAreaBottom" fmla="*/ 1619280 h 1618920"/>
            </a:gdLst>
            <a:ahLst/>
            <a:cxnLst/>
            <a:rect l="textAreaLeft" t="textAreaTop" r="textAreaRight" b="textAreaBottom"/>
            <a:pathLst>
              <a:path w="3705225" h="16192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1504947"/>
                </a:lnTo>
                <a:cubicBezTo>
                  <a:pt x="3705225" y="1568033"/>
                  <a:pt x="3654008" y="1619250"/>
                  <a:pt x="3590922" y="1619250"/>
                </a:cubicBezTo>
                <a:lnTo>
                  <a:pt x="114303" y="1619250"/>
                </a:lnTo>
                <a:cubicBezTo>
                  <a:pt x="51217" y="1619250"/>
                  <a:pt x="0" y="1568033"/>
                  <a:pt x="0" y="1504947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0"/>
          <p:cNvSpPr/>
          <p:nvPr/>
        </p:nvSpPr>
        <p:spPr>
          <a:xfrm>
            <a:off x="380880" y="2862360"/>
            <a:ext cx="3704760" cy="37800"/>
          </a:xfrm>
          <a:custGeom>
            <a:avLst/>
            <a:gdLst>
              <a:gd name="textAreaLeft" fmla="*/ 0 w 3704760"/>
              <a:gd name="textAreaRight" fmla="*/ 3705120 w 370476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1"/>
          <p:cNvSpPr/>
          <p:nvPr/>
        </p:nvSpPr>
        <p:spPr>
          <a:xfrm>
            <a:off x="561960" y="305280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96230" y="3125"/>
                </a:moveTo>
                <a:cubicBezTo>
                  <a:pt x="200427" y="-1072"/>
                  <a:pt x="207213" y="-1072"/>
                  <a:pt x="211366" y="3125"/>
                </a:cubicBezTo>
                <a:lnTo>
                  <a:pt x="225653" y="17413"/>
                </a:lnTo>
                <a:cubicBezTo>
                  <a:pt x="229850" y="21610"/>
                  <a:pt x="229850" y="28396"/>
                  <a:pt x="225653" y="32549"/>
                </a:cubicBezTo>
                <a:lnTo>
                  <a:pt x="186809" y="71393"/>
                </a:lnTo>
                <a:lnTo>
                  <a:pt x="204222" y="88806"/>
                </a:lnTo>
                <a:cubicBezTo>
                  <a:pt x="207303" y="91886"/>
                  <a:pt x="208196" y="96485"/>
                  <a:pt x="206544" y="100504"/>
                </a:cubicBezTo>
                <a:cubicBezTo>
                  <a:pt x="204892" y="104522"/>
                  <a:pt x="201007" y="107156"/>
                  <a:pt x="196676" y="107156"/>
                </a:cubicBezTo>
                <a:lnTo>
                  <a:pt x="132383" y="107156"/>
                </a:lnTo>
                <a:cubicBezTo>
                  <a:pt x="126444" y="107156"/>
                  <a:pt x="121667" y="102379"/>
                  <a:pt x="121667" y="96441"/>
                </a:cubicBezTo>
                <a:lnTo>
                  <a:pt x="121667" y="32147"/>
                </a:lnTo>
                <a:cubicBezTo>
                  <a:pt x="121667" y="27816"/>
                  <a:pt x="124257" y="23887"/>
                  <a:pt x="128275" y="22235"/>
                </a:cubicBezTo>
                <a:cubicBezTo>
                  <a:pt x="132293" y="20583"/>
                  <a:pt x="136892" y="21476"/>
                  <a:pt x="139973" y="24557"/>
                </a:cubicBezTo>
                <a:lnTo>
                  <a:pt x="157386" y="41970"/>
                </a:lnTo>
                <a:lnTo>
                  <a:pt x="196230" y="3125"/>
                </a:lnTo>
                <a:close/>
                <a:moveTo>
                  <a:pt x="32370" y="121444"/>
                </a:moveTo>
                <a:lnTo>
                  <a:pt x="96664" y="121444"/>
                </a:lnTo>
                <a:cubicBezTo>
                  <a:pt x="102602" y="121444"/>
                  <a:pt x="107379" y="126221"/>
                  <a:pt x="107379" y="132159"/>
                </a:cubicBezTo>
                <a:lnTo>
                  <a:pt x="107379" y="196453"/>
                </a:lnTo>
                <a:cubicBezTo>
                  <a:pt x="107379" y="200784"/>
                  <a:pt x="104790" y="204713"/>
                  <a:pt x="100772" y="206365"/>
                </a:cubicBezTo>
                <a:cubicBezTo>
                  <a:pt x="96753" y="208017"/>
                  <a:pt x="92154" y="207124"/>
                  <a:pt x="89074" y="204043"/>
                </a:cubicBezTo>
                <a:lnTo>
                  <a:pt x="71661" y="186630"/>
                </a:lnTo>
                <a:lnTo>
                  <a:pt x="32817" y="225475"/>
                </a:lnTo>
                <a:cubicBezTo>
                  <a:pt x="28620" y="229672"/>
                  <a:pt x="21833" y="229672"/>
                  <a:pt x="17681" y="225475"/>
                </a:cubicBezTo>
                <a:lnTo>
                  <a:pt x="3393" y="211187"/>
                </a:lnTo>
                <a:cubicBezTo>
                  <a:pt x="-804" y="206990"/>
                  <a:pt x="-804" y="200204"/>
                  <a:pt x="3393" y="196051"/>
                </a:cubicBezTo>
                <a:lnTo>
                  <a:pt x="42237" y="157207"/>
                </a:lnTo>
                <a:lnTo>
                  <a:pt x="24825" y="139794"/>
                </a:lnTo>
                <a:cubicBezTo>
                  <a:pt x="21744" y="136714"/>
                  <a:pt x="20851" y="132115"/>
                  <a:pt x="22503" y="128096"/>
                </a:cubicBezTo>
                <a:cubicBezTo>
                  <a:pt x="24155" y="124078"/>
                  <a:pt x="28039" y="121444"/>
                  <a:pt x="32370" y="121444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2"/>
          <p:cNvSpPr/>
          <p:nvPr/>
        </p:nvSpPr>
        <p:spPr>
          <a:xfrm>
            <a:off x="933480" y="3033720"/>
            <a:ext cx="20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Compresión Inteligente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3"/>
          <p:cNvSpPr/>
          <p:nvPr/>
        </p:nvSpPr>
        <p:spPr>
          <a:xfrm>
            <a:off x="533520" y="3414600"/>
            <a:ext cx="676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Tamaño: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4"/>
          <p:cNvSpPr/>
          <p:nvPr/>
        </p:nvSpPr>
        <p:spPr>
          <a:xfrm>
            <a:off x="3155400" y="3414600"/>
            <a:ext cx="847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100×150px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5"/>
          <p:cNvSpPr/>
          <p:nvPr/>
        </p:nvSpPr>
        <p:spPr>
          <a:xfrm>
            <a:off x="533520" y="3719520"/>
            <a:ext cx="685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Formato: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6"/>
          <p:cNvSpPr/>
          <p:nvPr/>
        </p:nvSpPr>
        <p:spPr>
          <a:xfrm>
            <a:off x="3193560" y="3719520"/>
            <a:ext cx="809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JPEG Q60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7"/>
          <p:cNvSpPr/>
          <p:nvPr/>
        </p:nvSpPr>
        <p:spPr>
          <a:xfrm>
            <a:off x="533520" y="4024440"/>
            <a:ext cx="4662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Peso: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8"/>
          <p:cNvSpPr/>
          <p:nvPr/>
        </p:nvSpPr>
        <p:spPr>
          <a:xfrm>
            <a:off x="3494520" y="4024440"/>
            <a:ext cx="514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~8 KB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9"/>
          <p:cNvSpPr/>
          <p:nvPr/>
        </p:nvSpPr>
        <p:spPr>
          <a:xfrm>
            <a:off x="4235400" y="2862360"/>
            <a:ext cx="3704760" cy="1618920"/>
          </a:xfrm>
          <a:custGeom>
            <a:avLst/>
            <a:gdLst>
              <a:gd name="textAreaLeft" fmla="*/ 0 w 3704760"/>
              <a:gd name="textAreaRight" fmla="*/ 3705120 w 3704760"/>
              <a:gd name="textAreaTop" fmla="*/ 0 h 1618920"/>
              <a:gd name="textAreaBottom" fmla="*/ 1619280 h 1618920"/>
            </a:gdLst>
            <a:ahLst/>
            <a:cxnLst/>
            <a:rect l="textAreaLeft" t="textAreaTop" r="textAreaRight" b="textAreaBottom"/>
            <a:pathLst>
              <a:path w="3705225" h="161925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1504947"/>
                </a:lnTo>
                <a:cubicBezTo>
                  <a:pt x="3705225" y="1568033"/>
                  <a:pt x="3654008" y="1619250"/>
                  <a:pt x="3590922" y="1619250"/>
                </a:cubicBezTo>
                <a:lnTo>
                  <a:pt x="114303" y="1619250"/>
                </a:lnTo>
                <a:cubicBezTo>
                  <a:pt x="51217" y="1619250"/>
                  <a:pt x="0" y="1568033"/>
                  <a:pt x="0" y="1504947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0"/>
          <p:cNvSpPr/>
          <p:nvPr/>
        </p:nvSpPr>
        <p:spPr>
          <a:xfrm>
            <a:off x="4235400" y="2862360"/>
            <a:ext cx="3704760" cy="37800"/>
          </a:xfrm>
          <a:custGeom>
            <a:avLst/>
            <a:gdLst>
              <a:gd name="textAreaLeft" fmla="*/ 0 w 3704760"/>
              <a:gd name="textAreaRight" fmla="*/ 3705120 w 370476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705225" h="38100">
                <a:moveTo>
                  <a:pt x="38100" y="0"/>
                </a:moveTo>
                <a:lnTo>
                  <a:pt x="3667125" y="0"/>
                </a:lnTo>
                <a:cubicBezTo>
                  <a:pt x="3688153" y="0"/>
                  <a:pt x="3705225" y="17072"/>
                  <a:pt x="3705225" y="38100"/>
                </a:cubicBezTo>
                <a:lnTo>
                  <a:pt x="370522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21"/>
          <p:cNvSpPr/>
          <p:nvPr/>
        </p:nvSpPr>
        <p:spPr>
          <a:xfrm>
            <a:off x="4402080" y="3052800"/>
            <a:ext cx="256680" cy="228240"/>
          </a:xfrm>
          <a:custGeom>
            <a:avLst/>
            <a:gdLst>
              <a:gd name="textAreaLeft" fmla="*/ 0 w 256680"/>
              <a:gd name="textAreaRight" fmla="*/ 257040 w 25668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57175" h="228600">
                <a:moveTo>
                  <a:pt x="25003" y="100727"/>
                </a:moveTo>
                <a:lnTo>
                  <a:pt x="14466" y="132249"/>
                </a:lnTo>
                <a:lnTo>
                  <a:pt x="14466" y="42863"/>
                </a:lnTo>
                <a:cubicBezTo>
                  <a:pt x="14466" y="27102"/>
                  <a:pt x="27280" y="14288"/>
                  <a:pt x="43041" y="14288"/>
                </a:cubicBezTo>
                <a:lnTo>
                  <a:pt x="104968" y="14288"/>
                </a:lnTo>
                <a:cubicBezTo>
                  <a:pt x="111130" y="14288"/>
                  <a:pt x="117157" y="16297"/>
                  <a:pt x="122113" y="20003"/>
                </a:cubicBezTo>
                <a:lnTo>
                  <a:pt x="139258" y="32861"/>
                </a:lnTo>
                <a:cubicBezTo>
                  <a:pt x="141714" y="34736"/>
                  <a:pt x="144750" y="35719"/>
                  <a:pt x="147831" y="35719"/>
                </a:cubicBezTo>
                <a:lnTo>
                  <a:pt x="200204" y="35719"/>
                </a:lnTo>
                <a:cubicBezTo>
                  <a:pt x="215964" y="35719"/>
                  <a:pt x="228779" y="48533"/>
                  <a:pt x="228779" y="64294"/>
                </a:cubicBezTo>
                <a:lnTo>
                  <a:pt x="228779" y="71438"/>
                </a:lnTo>
                <a:lnTo>
                  <a:pt x="65633" y="71438"/>
                </a:lnTo>
                <a:cubicBezTo>
                  <a:pt x="47193" y="71438"/>
                  <a:pt x="30807" y="83225"/>
                  <a:pt x="24958" y="100727"/>
                </a:cubicBezTo>
                <a:close/>
                <a:moveTo>
                  <a:pt x="213330" y="200025"/>
                </a:moveTo>
                <a:lnTo>
                  <a:pt x="44202" y="200025"/>
                </a:lnTo>
                <a:cubicBezTo>
                  <a:pt x="29557" y="200025"/>
                  <a:pt x="19243" y="185693"/>
                  <a:pt x="23887" y="171807"/>
                </a:cubicBezTo>
                <a:lnTo>
                  <a:pt x="45318" y="107513"/>
                </a:lnTo>
                <a:cubicBezTo>
                  <a:pt x="48220" y="98762"/>
                  <a:pt x="56436" y="92869"/>
                  <a:pt x="65633" y="92869"/>
                </a:cubicBezTo>
                <a:lnTo>
                  <a:pt x="234761" y="92869"/>
                </a:lnTo>
                <a:cubicBezTo>
                  <a:pt x="249406" y="92869"/>
                  <a:pt x="259720" y="107201"/>
                  <a:pt x="255077" y="121087"/>
                </a:cubicBezTo>
                <a:lnTo>
                  <a:pt x="233645" y="185380"/>
                </a:lnTo>
                <a:cubicBezTo>
                  <a:pt x="230743" y="194131"/>
                  <a:pt x="222528" y="200025"/>
                  <a:pt x="213330" y="200025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2"/>
          <p:cNvSpPr/>
          <p:nvPr/>
        </p:nvSpPr>
        <p:spPr>
          <a:xfrm>
            <a:off x="4788000" y="3033720"/>
            <a:ext cx="1466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Almacenamiento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3"/>
          <p:cNvSpPr/>
          <p:nvPr/>
        </p:nvSpPr>
        <p:spPr>
          <a:xfrm>
            <a:off x="4387680" y="3414600"/>
            <a:ext cx="3476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Portadas guardadas en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almacenamiento interno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24"/>
          <p:cNvSpPr/>
          <p:nvPr/>
        </p:nvSpPr>
        <p:spPr>
          <a:xfrm>
            <a:off x="4387680" y="3986280"/>
            <a:ext cx="3400200" cy="342720"/>
          </a:xfrm>
          <a:custGeom>
            <a:avLst/>
            <a:gdLst>
              <a:gd name="textAreaLeft" fmla="*/ 0 w 3400200"/>
              <a:gd name="textAreaRight" fmla="*/ 3400560 w 3400200"/>
              <a:gd name="textAreaTop" fmla="*/ 0 h 342720"/>
              <a:gd name="textAreaBottom" fmla="*/ 343080 h 342720"/>
            </a:gdLst>
            <a:ahLst/>
            <a:cxnLst/>
            <a:rect l="textAreaLeft" t="textAreaTop" r="textAreaRight" b="textAreaBottom"/>
            <a:pathLst>
              <a:path w="3400425" h="342900">
                <a:moveTo>
                  <a:pt x="76199" y="0"/>
                </a:moveTo>
                <a:lnTo>
                  <a:pt x="3324226" y="0"/>
                </a:lnTo>
                <a:cubicBezTo>
                  <a:pt x="3366309" y="0"/>
                  <a:pt x="3400425" y="34116"/>
                  <a:pt x="3400425" y="76199"/>
                </a:cubicBezTo>
                <a:lnTo>
                  <a:pt x="3400425" y="266701"/>
                </a:lnTo>
                <a:cubicBezTo>
                  <a:pt x="3400425" y="308784"/>
                  <a:pt x="3366309" y="342900"/>
                  <a:pt x="3324226" y="342900"/>
                </a:cubicBezTo>
                <a:lnTo>
                  <a:pt x="76199" y="342900"/>
                </a:lnTo>
                <a:cubicBezTo>
                  <a:pt x="34144" y="342900"/>
                  <a:pt x="0" y="308756"/>
                  <a:pt x="0" y="2667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5"/>
          <p:cNvSpPr/>
          <p:nvPr/>
        </p:nvSpPr>
        <p:spPr>
          <a:xfrm>
            <a:off x="4387680" y="3986280"/>
            <a:ext cx="34668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tIns="76320" rIns="76320" bIns="7632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D8A25A"/>
                </a:solidFill>
                <a:effectLst/>
                <a:uFillTx/>
                <a:latin typeface="MiSans"/>
                <a:ea typeface="MiSans"/>
              </a:rPr>
              <a:t>filesDir/covers/ {isbn}.jpg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6"/>
          <p:cNvSpPr/>
          <p:nvPr/>
        </p:nvSpPr>
        <p:spPr>
          <a:xfrm>
            <a:off x="380880" y="4633920"/>
            <a:ext cx="7552800" cy="837720"/>
          </a:xfrm>
          <a:custGeom>
            <a:avLst/>
            <a:gdLst>
              <a:gd name="textAreaLeft" fmla="*/ 0 w 7552800"/>
              <a:gd name="textAreaRight" fmla="*/ 7553160 w 7552800"/>
              <a:gd name="textAreaTop" fmla="*/ 0 h 837720"/>
              <a:gd name="textAreaBottom" fmla="*/ 838080 h 837720"/>
            </a:gdLst>
            <a:ahLst/>
            <a:cxnLst/>
            <a:rect l="textAreaLeft" t="textAreaTop" r="textAreaRight" b="textAreaBottom"/>
            <a:pathLst>
              <a:path w="7553325" h="838200">
                <a:moveTo>
                  <a:pt x="114297" y="0"/>
                </a:moveTo>
                <a:lnTo>
                  <a:pt x="7439028" y="0"/>
                </a:lnTo>
                <a:cubicBezTo>
                  <a:pt x="7502153" y="0"/>
                  <a:pt x="7553325" y="51172"/>
                  <a:pt x="7553325" y="114297"/>
                </a:cubicBezTo>
                <a:lnTo>
                  <a:pt x="7553325" y="723903"/>
                </a:lnTo>
                <a:cubicBezTo>
                  <a:pt x="7553325" y="787028"/>
                  <a:pt x="7502153" y="838200"/>
                  <a:pt x="7439028" y="838200"/>
                </a:cubicBezTo>
                <a:lnTo>
                  <a:pt x="114297" y="838200"/>
                </a:lnTo>
                <a:cubicBezTo>
                  <a:pt x="51172" y="838200"/>
                  <a:pt x="0" y="787028"/>
                  <a:pt x="0" y="723903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27"/>
          <p:cNvSpPr/>
          <p:nvPr/>
        </p:nvSpPr>
        <p:spPr>
          <a:xfrm>
            <a:off x="533520" y="482436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8"/>
          <p:cNvSpPr/>
          <p:nvPr/>
        </p:nvSpPr>
        <p:spPr>
          <a:xfrm>
            <a:off x="647640" y="493884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94980" y="33352"/>
                </a:moveTo>
                <a:lnTo>
                  <a:pt x="200025" y="38130"/>
                </a:lnTo>
                <a:lnTo>
                  <a:pt x="200025" y="14288"/>
                </a:lnTo>
                <a:cubicBezTo>
                  <a:pt x="200025" y="6385"/>
                  <a:pt x="206410" y="0"/>
                  <a:pt x="214313" y="0"/>
                </a:cubicBezTo>
                <a:cubicBezTo>
                  <a:pt x="222215" y="0"/>
                  <a:pt x="228600" y="6385"/>
                  <a:pt x="228600" y="14288"/>
                </a:cubicBezTo>
                <a:lnTo>
                  <a:pt x="228600" y="71438"/>
                </a:lnTo>
                <a:cubicBezTo>
                  <a:pt x="228600" y="79340"/>
                  <a:pt x="222215" y="85725"/>
                  <a:pt x="214313" y="85725"/>
                </a:cubicBezTo>
                <a:lnTo>
                  <a:pt x="157163" y="85725"/>
                </a:lnTo>
                <a:cubicBezTo>
                  <a:pt x="149260" y="85725"/>
                  <a:pt x="142875" y="79340"/>
                  <a:pt x="142875" y="71438"/>
                </a:cubicBezTo>
                <a:cubicBezTo>
                  <a:pt x="142875" y="63535"/>
                  <a:pt x="149260" y="57150"/>
                  <a:pt x="157163" y="57150"/>
                </a:cubicBezTo>
                <a:lnTo>
                  <a:pt x="178549" y="57150"/>
                </a:lnTo>
                <a:lnTo>
                  <a:pt x="175156" y="53935"/>
                </a:lnTo>
                <a:cubicBezTo>
                  <a:pt x="175067" y="53846"/>
                  <a:pt x="174977" y="53757"/>
                  <a:pt x="174888" y="53667"/>
                </a:cubicBezTo>
                <a:cubicBezTo>
                  <a:pt x="141402" y="20181"/>
                  <a:pt x="87154" y="20181"/>
                  <a:pt x="53667" y="53667"/>
                </a:cubicBezTo>
                <a:cubicBezTo>
                  <a:pt x="20181" y="87154"/>
                  <a:pt x="20181" y="141402"/>
                  <a:pt x="53667" y="174888"/>
                </a:cubicBezTo>
                <a:cubicBezTo>
                  <a:pt x="87154" y="208374"/>
                  <a:pt x="141402" y="208374"/>
                  <a:pt x="174888" y="174888"/>
                </a:cubicBezTo>
                <a:cubicBezTo>
                  <a:pt x="178549" y="171227"/>
                  <a:pt x="181808" y="167342"/>
                  <a:pt x="184666" y="163235"/>
                </a:cubicBezTo>
                <a:cubicBezTo>
                  <a:pt x="189175" y="156761"/>
                  <a:pt x="198105" y="155198"/>
                  <a:pt x="204579" y="159707"/>
                </a:cubicBezTo>
                <a:cubicBezTo>
                  <a:pt x="211053" y="164217"/>
                  <a:pt x="212616" y="173147"/>
                  <a:pt x="208106" y="179621"/>
                </a:cubicBezTo>
                <a:cubicBezTo>
                  <a:pt x="204311" y="185068"/>
                  <a:pt x="199980" y="190247"/>
                  <a:pt x="195114" y="195114"/>
                </a:cubicBezTo>
                <a:cubicBezTo>
                  <a:pt x="150465" y="239762"/>
                  <a:pt x="78090" y="239762"/>
                  <a:pt x="33486" y="195114"/>
                </a:cubicBezTo>
                <a:cubicBezTo>
                  <a:pt x="-11117" y="150465"/>
                  <a:pt x="-11162" y="78135"/>
                  <a:pt x="33486" y="33486"/>
                </a:cubicBezTo>
                <a:cubicBezTo>
                  <a:pt x="78090" y="-11117"/>
                  <a:pt x="150331" y="-11162"/>
                  <a:pt x="194980" y="33352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9"/>
          <p:cNvSpPr/>
          <p:nvPr/>
        </p:nvSpPr>
        <p:spPr>
          <a:xfrm>
            <a:off x="1143000" y="4786200"/>
            <a:ext cx="4028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Re-descarga Automática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30"/>
          <p:cNvSpPr/>
          <p:nvPr/>
        </p:nvSpPr>
        <p:spPr>
          <a:xfrm>
            <a:off x="1143000" y="5091120"/>
            <a:ext cx="4019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Al arrancar la app, se reintentan las descargas pendientes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31"/>
          <p:cNvSpPr/>
          <p:nvPr/>
        </p:nvSpPr>
        <p:spPr>
          <a:xfrm>
            <a:off x="8137440" y="1380960"/>
            <a:ext cx="3666600" cy="5086080"/>
          </a:xfrm>
          <a:custGeom>
            <a:avLst/>
            <a:gdLst>
              <a:gd name="textAreaLeft" fmla="*/ 0 w 3666600"/>
              <a:gd name="textAreaRight" fmla="*/ 3666960 w 3666600"/>
              <a:gd name="textAreaTop" fmla="*/ 0 h 5086080"/>
              <a:gd name="textAreaBottom" fmla="*/ 5086440 h 5086080"/>
            </a:gdLst>
            <a:ahLst/>
            <a:cxnLst/>
            <a:rect l="textAreaLeft" t="textAreaTop" r="textAreaRight" b="textAreaBottom"/>
            <a:pathLst>
              <a:path w="3667125" h="5086350">
                <a:moveTo>
                  <a:pt x="114304" y="0"/>
                </a:moveTo>
                <a:lnTo>
                  <a:pt x="3552821" y="0"/>
                </a:lnTo>
                <a:cubicBezTo>
                  <a:pt x="3615949" y="0"/>
                  <a:pt x="3667125" y="51176"/>
                  <a:pt x="3667125" y="114304"/>
                </a:cubicBezTo>
                <a:lnTo>
                  <a:pt x="3667125" y="4972046"/>
                </a:lnTo>
                <a:cubicBezTo>
                  <a:pt x="3667125" y="5035174"/>
                  <a:pt x="3615949" y="5086350"/>
                  <a:pt x="3552821" y="5086350"/>
                </a:cubicBezTo>
                <a:lnTo>
                  <a:pt x="114304" y="5086350"/>
                </a:lnTo>
                <a:cubicBezTo>
                  <a:pt x="51176" y="5086350"/>
                  <a:pt x="0" y="5035174"/>
                  <a:pt x="0" y="4972046"/>
                </a:cubicBezTo>
                <a:lnTo>
                  <a:pt x="0" y="114304"/>
                </a:lnTo>
                <a:cubicBezTo>
                  <a:pt x="0" y="51176"/>
                  <a:pt x="51176" y="0"/>
                  <a:pt x="114304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25400">
            <a:solidFill>
              <a:srgbClr val="D8A2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32"/>
          <p:cNvSpPr/>
          <p:nvPr/>
        </p:nvSpPr>
        <p:spPr>
          <a:xfrm>
            <a:off x="9648000" y="2066760"/>
            <a:ext cx="642600" cy="571320"/>
          </a:xfrm>
          <a:custGeom>
            <a:avLst/>
            <a:gdLst>
              <a:gd name="textAreaLeft" fmla="*/ 0 w 642600"/>
              <a:gd name="textAreaRight" fmla="*/ 642960 w 642600"/>
              <a:gd name="textAreaTop" fmla="*/ 0 h 571320"/>
              <a:gd name="textAreaBottom" fmla="*/ 571680 h 571320"/>
            </a:gdLst>
            <a:ahLst/>
            <a:cxnLst/>
            <a:rect l="textAreaLeft" t="textAreaTop" r="textAreaRight" b="textAreaBottom"/>
            <a:pathLst>
              <a:path w="642938" h="571500">
                <a:moveTo>
                  <a:pt x="580430" y="223242"/>
                </a:moveTo>
                <a:cubicBezTo>
                  <a:pt x="614921" y="223242"/>
                  <a:pt x="642938" y="251259"/>
                  <a:pt x="642938" y="285750"/>
                </a:cubicBezTo>
                <a:cubicBezTo>
                  <a:pt x="642938" y="320241"/>
                  <a:pt x="614921" y="348258"/>
                  <a:pt x="580430" y="348258"/>
                </a:cubicBezTo>
                <a:lnTo>
                  <a:pt x="438336" y="348258"/>
                </a:lnTo>
                <a:lnTo>
                  <a:pt x="260635" y="542032"/>
                </a:lnTo>
                <a:cubicBezTo>
                  <a:pt x="253826" y="549399"/>
                  <a:pt x="244339" y="553641"/>
                  <a:pt x="234293" y="553641"/>
                </a:cubicBezTo>
                <a:lnTo>
                  <a:pt x="185514" y="553641"/>
                </a:lnTo>
                <a:cubicBezTo>
                  <a:pt x="173348" y="553641"/>
                  <a:pt x="164753" y="541697"/>
                  <a:pt x="168548" y="530089"/>
                </a:cubicBezTo>
                <a:lnTo>
                  <a:pt x="229158" y="348258"/>
                </a:lnTo>
                <a:lnTo>
                  <a:pt x="117872" y="348258"/>
                </a:lnTo>
                <a:lnTo>
                  <a:pt x="58936" y="421928"/>
                </a:lnTo>
                <a:cubicBezTo>
                  <a:pt x="55587" y="426169"/>
                  <a:pt x="50453" y="428625"/>
                  <a:pt x="44983" y="428625"/>
                </a:cubicBezTo>
                <a:lnTo>
                  <a:pt x="22882" y="428625"/>
                </a:lnTo>
                <a:cubicBezTo>
                  <a:pt x="11274" y="428625"/>
                  <a:pt x="2791" y="417686"/>
                  <a:pt x="5581" y="406412"/>
                </a:cubicBezTo>
                <a:lnTo>
                  <a:pt x="35719" y="285750"/>
                </a:lnTo>
                <a:lnTo>
                  <a:pt x="5581" y="165088"/>
                </a:lnTo>
                <a:cubicBezTo>
                  <a:pt x="2679" y="153814"/>
                  <a:pt x="11274" y="142875"/>
                  <a:pt x="22882" y="142875"/>
                </a:cubicBezTo>
                <a:lnTo>
                  <a:pt x="44983" y="142875"/>
                </a:lnTo>
                <a:cubicBezTo>
                  <a:pt x="50453" y="142875"/>
                  <a:pt x="55587" y="145331"/>
                  <a:pt x="58936" y="149572"/>
                </a:cubicBezTo>
                <a:lnTo>
                  <a:pt x="117872" y="223242"/>
                </a:lnTo>
                <a:lnTo>
                  <a:pt x="229158" y="223242"/>
                </a:lnTo>
                <a:lnTo>
                  <a:pt x="168548" y="41411"/>
                </a:lnTo>
                <a:cubicBezTo>
                  <a:pt x="164753" y="29803"/>
                  <a:pt x="173348" y="17859"/>
                  <a:pt x="185514" y="17859"/>
                </a:cubicBezTo>
                <a:lnTo>
                  <a:pt x="234293" y="17859"/>
                </a:lnTo>
                <a:cubicBezTo>
                  <a:pt x="244339" y="17859"/>
                  <a:pt x="253826" y="22101"/>
                  <a:pt x="260635" y="29468"/>
                </a:cubicBezTo>
                <a:lnTo>
                  <a:pt x="438336" y="223242"/>
                </a:lnTo>
                <a:lnTo>
                  <a:pt x="580430" y="223242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3"/>
          <p:cNvSpPr/>
          <p:nvPr/>
        </p:nvSpPr>
        <p:spPr>
          <a:xfrm>
            <a:off x="9139680" y="2790720"/>
            <a:ext cx="165708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Modo Avión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34"/>
          <p:cNvSpPr/>
          <p:nvPr/>
        </p:nvSpPr>
        <p:spPr>
          <a:xfrm>
            <a:off x="8327880" y="3286080"/>
            <a:ext cx="3285720" cy="12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Visualiza tu colección </a:t>
            </a: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completamente offline</a:t>
            </a: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Todas las portadas disponibles sin conexión a internet.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35"/>
          <p:cNvSpPr/>
          <p:nvPr/>
        </p:nvSpPr>
        <p:spPr>
          <a:xfrm>
            <a:off x="9392760" y="4791240"/>
            <a:ext cx="190080" cy="190080"/>
          </a:xfrm>
          <a:custGeom>
            <a:avLst/>
            <a:gdLst>
              <a:gd name="textAreaLeft" fmla="*/ 0 w 190080"/>
              <a:gd name="textAreaRight" fmla="*/ 190440 w 19008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6"/>
          <p:cNvSpPr/>
          <p:nvPr/>
        </p:nvSpPr>
        <p:spPr>
          <a:xfrm>
            <a:off x="9678600" y="4753080"/>
            <a:ext cx="9331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En el avión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37"/>
          <p:cNvSpPr/>
          <p:nvPr/>
        </p:nvSpPr>
        <p:spPr>
          <a:xfrm>
            <a:off x="9173880" y="5172120"/>
            <a:ext cx="190080" cy="190080"/>
          </a:xfrm>
          <a:custGeom>
            <a:avLst/>
            <a:gdLst>
              <a:gd name="textAreaLeft" fmla="*/ 0 w 190080"/>
              <a:gd name="textAreaRight" fmla="*/ 190440 w 19008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8"/>
          <p:cNvSpPr/>
          <p:nvPr/>
        </p:nvSpPr>
        <p:spPr>
          <a:xfrm>
            <a:off x="9459360" y="5133960"/>
            <a:ext cx="13712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En zonas rurales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9"/>
          <p:cNvSpPr/>
          <p:nvPr/>
        </p:nvSpPr>
        <p:spPr>
          <a:xfrm>
            <a:off x="9183240" y="5553000"/>
            <a:ext cx="190080" cy="190080"/>
          </a:xfrm>
          <a:custGeom>
            <a:avLst/>
            <a:gdLst>
              <a:gd name="textAreaLeft" fmla="*/ 0 w 190080"/>
              <a:gd name="textAreaRight" fmla="*/ 190440 w 19008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40"/>
          <p:cNvSpPr/>
          <p:nvPr/>
        </p:nvSpPr>
        <p:spPr>
          <a:xfrm>
            <a:off x="9468720" y="5514840"/>
            <a:ext cx="1352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3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Ahorrando datos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EXPORTACIÓN DE DATOS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Exporta y Comparte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3808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3"/>
          <p:cNvSpPr/>
          <p:nvPr/>
        </p:nvSpPr>
        <p:spPr>
          <a:xfrm>
            <a:off x="380880" y="1390680"/>
            <a:ext cx="3685680" cy="342864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428640"/>
              <a:gd name="textAreaBottom" fmla="*/ 3429000 h 3428640"/>
            </a:gdLst>
            <a:ahLst/>
            <a:cxnLst/>
            <a:rect l="textAreaLeft" t="textAreaTop" r="textAreaRight" b="textAreaBottom"/>
            <a:pathLst>
              <a:path w="3686175" h="34290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314711"/>
                </a:lnTo>
                <a:cubicBezTo>
                  <a:pt x="3686175" y="3377831"/>
                  <a:pt x="3635006" y="3429000"/>
                  <a:pt x="3571886" y="3429000"/>
                </a:cubicBezTo>
                <a:lnTo>
                  <a:pt x="114289" y="3429000"/>
                </a:lnTo>
                <a:cubicBezTo>
                  <a:pt x="51211" y="3429000"/>
                  <a:pt x="0" y="3377789"/>
                  <a:pt x="0" y="3314711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4"/>
          <p:cNvSpPr/>
          <p:nvPr/>
        </p:nvSpPr>
        <p:spPr>
          <a:xfrm>
            <a:off x="380880" y="139068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5"/>
          <p:cNvSpPr/>
          <p:nvPr/>
        </p:nvSpPr>
        <p:spPr>
          <a:xfrm>
            <a:off x="571680" y="160020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6"/>
          <p:cNvSpPr/>
          <p:nvPr/>
        </p:nvSpPr>
        <p:spPr>
          <a:xfrm>
            <a:off x="679680" y="1724040"/>
            <a:ext cx="321120" cy="285480"/>
          </a:xfrm>
          <a:custGeom>
            <a:avLst/>
            <a:gdLst>
              <a:gd name="textAreaLeft" fmla="*/ 0 w 321120"/>
              <a:gd name="textAreaRight" fmla="*/ 321480 w 32112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321469" h="285750">
                <a:moveTo>
                  <a:pt x="53578" y="0"/>
                </a:moveTo>
                <a:cubicBezTo>
                  <a:pt x="33877" y="0"/>
                  <a:pt x="17859" y="16018"/>
                  <a:pt x="17859" y="35719"/>
                </a:cubicBezTo>
                <a:lnTo>
                  <a:pt x="17859" y="250031"/>
                </a:lnTo>
                <a:cubicBezTo>
                  <a:pt x="17859" y="269732"/>
                  <a:pt x="33877" y="285750"/>
                  <a:pt x="53578" y="285750"/>
                </a:cubicBezTo>
                <a:lnTo>
                  <a:pt x="98227" y="285750"/>
                </a:lnTo>
                <a:lnTo>
                  <a:pt x="98227" y="223242"/>
                </a:lnTo>
                <a:cubicBezTo>
                  <a:pt x="98227" y="203541"/>
                  <a:pt x="114244" y="187523"/>
                  <a:pt x="133945" y="187523"/>
                </a:cubicBezTo>
                <a:lnTo>
                  <a:pt x="232172" y="187523"/>
                </a:lnTo>
                <a:lnTo>
                  <a:pt x="232172" y="95157"/>
                </a:lnTo>
                <a:cubicBezTo>
                  <a:pt x="232172" y="85669"/>
                  <a:pt x="228433" y="76572"/>
                  <a:pt x="221735" y="69875"/>
                </a:cubicBezTo>
                <a:lnTo>
                  <a:pt x="162241" y="10437"/>
                </a:lnTo>
                <a:cubicBezTo>
                  <a:pt x="155544" y="3739"/>
                  <a:pt x="146503" y="0"/>
                  <a:pt x="137015" y="0"/>
                </a:cubicBezTo>
                <a:lnTo>
                  <a:pt x="53578" y="0"/>
                </a:lnTo>
                <a:close/>
                <a:moveTo>
                  <a:pt x="199523" y="98227"/>
                </a:moveTo>
                <a:lnTo>
                  <a:pt x="147340" y="98227"/>
                </a:lnTo>
                <a:cubicBezTo>
                  <a:pt x="139917" y="98227"/>
                  <a:pt x="133945" y="92255"/>
                  <a:pt x="133945" y="84832"/>
                </a:cubicBezTo>
                <a:lnTo>
                  <a:pt x="133945" y="32649"/>
                </a:lnTo>
                <a:lnTo>
                  <a:pt x="199523" y="98227"/>
                </a:lnTo>
                <a:close/>
                <a:moveTo>
                  <a:pt x="147340" y="212080"/>
                </a:moveTo>
                <a:cubicBezTo>
                  <a:pt x="133778" y="212080"/>
                  <a:pt x="122783" y="223075"/>
                  <a:pt x="122783" y="236637"/>
                </a:cubicBezTo>
                <a:lnTo>
                  <a:pt x="122783" y="281285"/>
                </a:lnTo>
                <a:cubicBezTo>
                  <a:pt x="122783" y="294847"/>
                  <a:pt x="133778" y="305842"/>
                  <a:pt x="147340" y="305842"/>
                </a:cubicBezTo>
                <a:lnTo>
                  <a:pt x="156270" y="305842"/>
                </a:lnTo>
                <a:cubicBezTo>
                  <a:pt x="169831" y="305842"/>
                  <a:pt x="180826" y="294847"/>
                  <a:pt x="180826" y="281285"/>
                </a:cubicBezTo>
                <a:lnTo>
                  <a:pt x="180826" y="276820"/>
                </a:lnTo>
                <a:cubicBezTo>
                  <a:pt x="180826" y="270681"/>
                  <a:pt x="175803" y="265658"/>
                  <a:pt x="169664" y="265658"/>
                </a:cubicBezTo>
                <a:cubicBezTo>
                  <a:pt x="163525" y="265658"/>
                  <a:pt x="158502" y="270681"/>
                  <a:pt x="158502" y="276820"/>
                </a:cubicBezTo>
                <a:lnTo>
                  <a:pt x="158502" y="281285"/>
                </a:lnTo>
                <a:cubicBezTo>
                  <a:pt x="158502" y="282513"/>
                  <a:pt x="157497" y="283518"/>
                  <a:pt x="156270" y="283518"/>
                </a:cubicBezTo>
                <a:lnTo>
                  <a:pt x="147340" y="283518"/>
                </a:lnTo>
                <a:cubicBezTo>
                  <a:pt x="146112" y="283518"/>
                  <a:pt x="145107" y="282513"/>
                  <a:pt x="145107" y="281285"/>
                </a:cubicBezTo>
                <a:lnTo>
                  <a:pt x="145107" y="236637"/>
                </a:lnTo>
                <a:cubicBezTo>
                  <a:pt x="145107" y="235409"/>
                  <a:pt x="146112" y="234404"/>
                  <a:pt x="147340" y="234404"/>
                </a:cubicBezTo>
                <a:lnTo>
                  <a:pt x="156270" y="234404"/>
                </a:lnTo>
                <a:cubicBezTo>
                  <a:pt x="157497" y="234404"/>
                  <a:pt x="158502" y="235409"/>
                  <a:pt x="158502" y="236637"/>
                </a:cubicBezTo>
                <a:lnTo>
                  <a:pt x="158502" y="241102"/>
                </a:lnTo>
                <a:cubicBezTo>
                  <a:pt x="158502" y="247241"/>
                  <a:pt x="163525" y="252264"/>
                  <a:pt x="169664" y="252264"/>
                </a:cubicBezTo>
                <a:cubicBezTo>
                  <a:pt x="175803" y="252264"/>
                  <a:pt x="180826" y="247241"/>
                  <a:pt x="180826" y="241102"/>
                </a:cubicBezTo>
                <a:lnTo>
                  <a:pt x="180826" y="236637"/>
                </a:lnTo>
                <a:cubicBezTo>
                  <a:pt x="180826" y="223075"/>
                  <a:pt x="169831" y="212080"/>
                  <a:pt x="156270" y="212080"/>
                </a:cubicBezTo>
                <a:lnTo>
                  <a:pt x="147340" y="212080"/>
                </a:lnTo>
                <a:close/>
                <a:moveTo>
                  <a:pt x="223242" y="212080"/>
                </a:moveTo>
                <a:cubicBezTo>
                  <a:pt x="207225" y="212080"/>
                  <a:pt x="194221" y="225084"/>
                  <a:pt x="194221" y="241102"/>
                </a:cubicBezTo>
                <a:cubicBezTo>
                  <a:pt x="194221" y="257119"/>
                  <a:pt x="207225" y="270123"/>
                  <a:pt x="223242" y="270123"/>
                </a:cubicBezTo>
                <a:cubicBezTo>
                  <a:pt x="226926" y="270123"/>
                  <a:pt x="229939" y="273137"/>
                  <a:pt x="229939" y="276820"/>
                </a:cubicBezTo>
                <a:cubicBezTo>
                  <a:pt x="229939" y="280504"/>
                  <a:pt x="226926" y="283518"/>
                  <a:pt x="223242" y="283518"/>
                </a:cubicBezTo>
                <a:lnTo>
                  <a:pt x="205383" y="283518"/>
                </a:lnTo>
                <a:cubicBezTo>
                  <a:pt x="199244" y="283518"/>
                  <a:pt x="194221" y="288541"/>
                  <a:pt x="194221" y="294680"/>
                </a:cubicBezTo>
                <a:cubicBezTo>
                  <a:pt x="194221" y="300819"/>
                  <a:pt x="199244" y="305842"/>
                  <a:pt x="205383" y="305842"/>
                </a:cubicBezTo>
                <a:lnTo>
                  <a:pt x="223242" y="305842"/>
                </a:lnTo>
                <a:cubicBezTo>
                  <a:pt x="239260" y="305842"/>
                  <a:pt x="252264" y="292838"/>
                  <a:pt x="252264" y="276820"/>
                </a:cubicBezTo>
                <a:cubicBezTo>
                  <a:pt x="252264" y="260803"/>
                  <a:pt x="239260" y="247799"/>
                  <a:pt x="223242" y="247799"/>
                </a:cubicBezTo>
                <a:cubicBezTo>
                  <a:pt x="219559" y="247799"/>
                  <a:pt x="216545" y="244785"/>
                  <a:pt x="216545" y="241102"/>
                </a:cubicBezTo>
                <a:cubicBezTo>
                  <a:pt x="216545" y="237418"/>
                  <a:pt x="219559" y="234404"/>
                  <a:pt x="223242" y="234404"/>
                </a:cubicBezTo>
                <a:lnTo>
                  <a:pt x="236637" y="234404"/>
                </a:lnTo>
                <a:cubicBezTo>
                  <a:pt x="242776" y="234404"/>
                  <a:pt x="247799" y="229381"/>
                  <a:pt x="247799" y="223242"/>
                </a:cubicBezTo>
                <a:cubicBezTo>
                  <a:pt x="247799" y="217103"/>
                  <a:pt x="242776" y="212080"/>
                  <a:pt x="236637" y="212080"/>
                </a:cubicBezTo>
                <a:lnTo>
                  <a:pt x="223242" y="212080"/>
                </a:lnTo>
                <a:close/>
                <a:moveTo>
                  <a:pt x="276820" y="212080"/>
                </a:moveTo>
                <a:cubicBezTo>
                  <a:pt x="270681" y="212080"/>
                  <a:pt x="265658" y="217103"/>
                  <a:pt x="265658" y="223242"/>
                </a:cubicBezTo>
                <a:lnTo>
                  <a:pt x="265658" y="240878"/>
                </a:lnTo>
                <a:cubicBezTo>
                  <a:pt x="265658" y="260691"/>
                  <a:pt x="271518" y="280113"/>
                  <a:pt x="282513" y="296577"/>
                </a:cubicBezTo>
                <a:lnTo>
                  <a:pt x="285359" y="300875"/>
                </a:lnTo>
                <a:cubicBezTo>
                  <a:pt x="287424" y="304000"/>
                  <a:pt x="290940" y="305842"/>
                  <a:pt x="294624" y="305842"/>
                </a:cubicBezTo>
                <a:cubicBezTo>
                  <a:pt x="298307" y="305842"/>
                  <a:pt x="301823" y="304000"/>
                  <a:pt x="303888" y="300875"/>
                </a:cubicBezTo>
                <a:lnTo>
                  <a:pt x="306735" y="296577"/>
                </a:lnTo>
                <a:cubicBezTo>
                  <a:pt x="317729" y="280057"/>
                  <a:pt x="323590" y="260691"/>
                  <a:pt x="323590" y="240878"/>
                </a:cubicBezTo>
                <a:lnTo>
                  <a:pt x="323590" y="223242"/>
                </a:lnTo>
                <a:cubicBezTo>
                  <a:pt x="323590" y="217103"/>
                  <a:pt x="318567" y="212080"/>
                  <a:pt x="312427" y="212080"/>
                </a:cubicBezTo>
                <a:cubicBezTo>
                  <a:pt x="306288" y="212080"/>
                  <a:pt x="301265" y="217103"/>
                  <a:pt x="301265" y="223242"/>
                </a:cubicBezTo>
                <a:lnTo>
                  <a:pt x="301265" y="240878"/>
                </a:lnTo>
                <a:cubicBezTo>
                  <a:pt x="301265" y="251817"/>
                  <a:pt x="298977" y="262589"/>
                  <a:pt x="294568" y="272523"/>
                </a:cubicBezTo>
                <a:cubicBezTo>
                  <a:pt x="290159" y="262589"/>
                  <a:pt x="287871" y="251817"/>
                  <a:pt x="287871" y="240878"/>
                </a:cubicBezTo>
                <a:lnTo>
                  <a:pt x="287871" y="223242"/>
                </a:lnTo>
                <a:cubicBezTo>
                  <a:pt x="287871" y="217103"/>
                  <a:pt x="282848" y="212080"/>
                  <a:pt x="276709" y="212080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219320" y="1714680"/>
            <a:ext cx="5713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CSV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8"/>
          <p:cNvSpPr/>
          <p:nvPr/>
        </p:nvSpPr>
        <p:spPr>
          <a:xfrm>
            <a:off x="571680" y="2286000"/>
            <a:ext cx="33811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Formato de texto plano compatible con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Excel y hojas de cálculo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Ideal para análisis y gestión.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9"/>
          <p:cNvSpPr/>
          <p:nvPr/>
        </p:nvSpPr>
        <p:spPr>
          <a:xfrm>
            <a:off x="599040" y="39337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0"/>
          <p:cNvSpPr/>
          <p:nvPr/>
        </p:nvSpPr>
        <p:spPr>
          <a:xfrm>
            <a:off x="814320" y="3905280"/>
            <a:ext cx="894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Abre en Excel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1"/>
          <p:cNvSpPr/>
          <p:nvPr/>
        </p:nvSpPr>
        <p:spPr>
          <a:xfrm>
            <a:off x="599040" y="420048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2"/>
          <p:cNvSpPr/>
          <p:nvPr/>
        </p:nvSpPr>
        <p:spPr>
          <a:xfrm>
            <a:off x="814320" y="4172040"/>
            <a:ext cx="19141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Compatible con Google Sheets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3"/>
          <p:cNvSpPr/>
          <p:nvPr/>
        </p:nvSpPr>
        <p:spPr>
          <a:xfrm>
            <a:off x="599040" y="446724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4"/>
          <p:cNvSpPr/>
          <p:nvPr/>
        </p:nvSpPr>
        <p:spPr>
          <a:xfrm>
            <a:off x="814320" y="4438800"/>
            <a:ext cx="1085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Fácil de procesar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15"/>
          <p:cNvSpPr/>
          <p:nvPr/>
        </p:nvSpPr>
        <p:spPr>
          <a:xfrm>
            <a:off x="4254480" y="1390680"/>
            <a:ext cx="3685680" cy="342864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428640"/>
              <a:gd name="textAreaBottom" fmla="*/ 3429000 h 3428640"/>
            </a:gdLst>
            <a:ahLst/>
            <a:cxnLst/>
            <a:rect l="textAreaLeft" t="textAreaTop" r="textAreaRight" b="textAreaBottom"/>
            <a:pathLst>
              <a:path w="3686175" h="34290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314711"/>
                </a:lnTo>
                <a:cubicBezTo>
                  <a:pt x="3686175" y="3377831"/>
                  <a:pt x="3635006" y="3429000"/>
                  <a:pt x="3571886" y="3429000"/>
                </a:cubicBezTo>
                <a:lnTo>
                  <a:pt x="114289" y="3429000"/>
                </a:lnTo>
                <a:cubicBezTo>
                  <a:pt x="51211" y="3429000"/>
                  <a:pt x="0" y="3377789"/>
                  <a:pt x="0" y="3314711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6"/>
          <p:cNvSpPr/>
          <p:nvPr/>
        </p:nvSpPr>
        <p:spPr>
          <a:xfrm>
            <a:off x="4254480" y="139068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7"/>
          <p:cNvSpPr/>
          <p:nvPr/>
        </p:nvSpPr>
        <p:spPr>
          <a:xfrm>
            <a:off x="4444920" y="160020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8"/>
          <p:cNvSpPr/>
          <p:nvPr/>
        </p:nvSpPr>
        <p:spPr>
          <a:xfrm>
            <a:off x="4606920" y="1724040"/>
            <a:ext cx="213840" cy="285480"/>
          </a:xfrm>
          <a:custGeom>
            <a:avLst/>
            <a:gdLst>
              <a:gd name="textAreaLeft" fmla="*/ 0 w 213840"/>
              <a:gd name="textAreaRight" fmla="*/ 214200 w 21384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14313" h="285750">
                <a:moveTo>
                  <a:pt x="0" y="35719"/>
                </a:moveTo>
                <a:cubicBezTo>
                  <a:pt x="0" y="16018"/>
                  <a:pt x="16018" y="0"/>
                  <a:pt x="35719" y="0"/>
                </a:cubicBezTo>
                <a:lnTo>
                  <a:pt x="119156" y="0"/>
                </a:lnTo>
                <a:cubicBezTo>
                  <a:pt x="128643" y="0"/>
                  <a:pt x="137740" y="3739"/>
                  <a:pt x="144438" y="10437"/>
                </a:cubicBezTo>
                <a:lnTo>
                  <a:pt x="203876" y="69931"/>
                </a:lnTo>
                <a:cubicBezTo>
                  <a:pt x="210573" y="76628"/>
                  <a:pt x="214313" y="85725"/>
                  <a:pt x="214313" y="95213"/>
                </a:cubicBezTo>
                <a:lnTo>
                  <a:pt x="214313" y="250031"/>
                </a:lnTo>
                <a:cubicBezTo>
                  <a:pt x="214313" y="269732"/>
                  <a:pt x="198295" y="285750"/>
                  <a:pt x="178594" y="285750"/>
                </a:cubicBezTo>
                <a:lnTo>
                  <a:pt x="35719" y="285750"/>
                </a:lnTo>
                <a:cubicBezTo>
                  <a:pt x="16018" y="285750"/>
                  <a:pt x="0" y="269732"/>
                  <a:pt x="0" y="250031"/>
                </a:cubicBezTo>
                <a:lnTo>
                  <a:pt x="0" y="35719"/>
                </a:lnTo>
                <a:close/>
                <a:moveTo>
                  <a:pt x="116086" y="32649"/>
                </a:moveTo>
                <a:lnTo>
                  <a:pt x="116086" y="84832"/>
                </a:lnTo>
                <a:cubicBezTo>
                  <a:pt x="116086" y="92255"/>
                  <a:pt x="122058" y="98227"/>
                  <a:pt x="129480" y="98227"/>
                </a:cubicBezTo>
                <a:lnTo>
                  <a:pt x="181663" y="98227"/>
                </a:lnTo>
                <a:lnTo>
                  <a:pt x="116086" y="32649"/>
                </a:lnTo>
                <a:close/>
                <a:moveTo>
                  <a:pt x="86060" y="164976"/>
                </a:moveTo>
                <a:cubicBezTo>
                  <a:pt x="90860" y="159339"/>
                  <a:pt x="90246" y="150912"/>
                  <a:pt x="84609" y="146112"/>
                </a:cubicBezTo>
                <a:cubicBezTo>
                  <a:pt x="78972" y="141312"/>
                  <a:pt x="70545" y="141926"/>
                  <a:pt x="65745" y="147563"/>
                </a:cubicBezTo>
                <a:lnTo>
                  <a:pt x="38956" y="178817"/>
                </a:lnTo>
                <a:cubicBezTo>
                  <a:pt x="34658" y="183840"/>
                  <a:pt x="34658" y="191207"/>
                  <a:pt x="38956" y="196230"/>
                </a:cubicBezTo>
                <a:lnTo>
                  <a:pt x="65745" y="227484"/>
                </a:lnTo>
                <a:cubicBezTo>
                  <a:pt x="70545" y="233121"/>
                  <a:pt x="79028" y="233735"/>
                  <a:pt x="84609" y="228935"/>
                </a:cubicBezTo>
                <a:cubicBezTo>
                  <a:pt x="90190" y="224135"/>
                  <a:pt x="90860" y="215652"/>
                  <a:pt x="86060" y="210071"/>
                </a:cubicBezTo>
                <a:lnTo>
                  <a:pt x="66749" y="187523"/>
                </a:lnTo>
                <a:lnTo>
                  <a:pt x="86060" y="164976"/>
                </a:lnTo>
                <a:close/>
                <a:moveTo>
                  <a:pt x="148568" y="147563"/>
                </a:moveTo>
                <a:cubicBezTo>
                  <a:pt x="143768" y="141926"/>
                  <a:pt x="135285" y="141312"/>
                  <a:pt x="129704" y="146112"/>
                </a:cubicBezTo>
                <a:cubicBezTo>
                  <a:pt x="124123" y="150912"/>
                  <a:pt x="123453" y="159395"/>
                  <a:pt x="128253" y="164976"/>
                </a:cubicBezTo>
                <a:lnTo>
                  <a:pt x="147563" y="187523"/>
                </a:lnTo>
                <a:lnTo>
                  <a:pt x="128253" y="210071"/>
                </a:lnTo>
                <a:cubicBezTo>
                  <a:pt x="123453" y="215708"/>
                  <a:pt x="124067" y="224135"/>
                  <a:pt x="129704" y="228935"/>
                </a:cubicBezTo>
                <a:cubicBezTo>
                  <a:pt x="135341" y="233735"/>
                  <a:pt x="143768" y="233121"/>
                  <a:pt x="148568" y="227484"/>
                </a:cubicBezTo>
                <a:lnTo>
                  <a:pt x="175357" y="196230"/>
                </a:lnTo>
                <a:cubicBezTo>
                  <a:pt x="179654" y="191207"/>
                  <a:pt x="179654" y="183840"/>
                  <a:pt x="175357" y="178817"/>
                </a:cubicBezTo>
                <a:lnTo>
                  <a:pt x="148568" y="147563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9"/>
          <p:cNvSpPr/>
          <p:nvPr/>
        </p:nvSpPr>
        <p:spPr>
          <a:xfrm>
            <a:off x="5092560" y="1714680"/>
            <a:ext cx="694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JSON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0"/>
          <p:cNvSpPr/>
          <p:nvPr/>
        </p:nvSpPr>
        <p:spPr>
          <a:xfrm>
            <a:off x="4444920" y="2286000"/>
            <a:ext cx="3381120" cy="7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Respaldo estructurado con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metadatos completos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Perfecto para desarrolladores y backups.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1"/>
          <p:cNvSpPr/>
          <p:nvPr/>
        </p:nvSpPr>
        <p:spPr>
          <a:xfrm>
            <a:off x="4472280" y="39337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2"/>
          <p:cNvSpPr/>
          <p:nvPr/>
        </p:nvSpPr>
        <p:spPr>
          <a:xfrm>
            <a:off x="4687920" y="3905280"/>
            <a:ext cx="11520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Todos los campos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3"/>
          <p:cNvSpPr/>
          <p:nvPr/>
        </p:nvSpPr>
        <p:spPr>
          <a:xfrm>
            <a:off x="4472280" y="420048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24"/>
          <p:cNvSpPr/>
          <p:nvPr/>
        </p:nvSpPr>
        <p:spPr>
          <a:xfrm>
            <a:off x="4687920" y="4172040"/>
            <a:ext cx="14378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Formato estandarizado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25"/>
          <p:cNvSpPr/>
          <p:nvPr/>
        </p:nvSpPr>
        <p:spPr>
          <a:xfrm>
            <a:off x="4472280" y="446724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26"/>
          <p:cNvSpPr/>
          <p:nvPr/>
        </p:nvSpPr>
        <p:spPr>
          <a:xfrm>
            <a:off x="4687920" y="4438800"/>
            <a:ext cx="1142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Importación futura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27"/>
          <p:cNvSpPr/>
          <p:nvPr/>
        </p:nvSpPr>
        <p:spPr>
          <a:xfrm>
            <a:off x="8128080" y="1390680"/>
            <a:ext cx="3685680" cy="342864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428640"/>
              <a:gd name="textAreaBottom" fmla="*/ 3429000 h 3428640"/>
            </a:gdLst>
            <a:ahLst/>
            <a:cxnLst/>
            <a:rect l="textAreaLeft" t="textAreaTop" r="textAreaRight" b="textAreaBottom"/>
            <a:pathLst>
              <a:path w="3686175" h="34290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314711"/>
                </a:lnTo>
                <a:cubicBezTo>
                  <a:pt x="3686175" y="3377831"/>
                  <a:pt x="3635006" y="3429000"/>
                  <a:pt x="3571886" y="3429000"/>
                </a:cubicBezTo>
                <a:lnTo>
                  <a:pt x="114289" y="3429000"/>
                </a:lnTo>
                <a:cubicBezTo>
                  <a:pt x="51211" y="3429000"/>
                  <a:pt x="0" y="3377789"/>
                  <a:pt x="0" y="3314711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28"/>
          <p:cNvSpPr/>
          <p:nvPr/>
        </p:nvSpPr>
        <p:spPr>
          <a:xfrm>
            <a:off x="8128080" y="139068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29"/>
          <p:cNvSpPr/>
          <p:nvPr/>
        </p:nvSpPr>
        <p:spPr>
          <a:xfrm>
            <a:off x="8318520" y="160020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30"/>
          <p:cNvSpPr/>
          <p:nvPr/>
        </p:nvSpPr>
        <p:spPr>
          <a:xfrm>
            <a:off x="8480520" y="1724040"/>
            <a:ext cx="213840" cy="285480"/>
          </a:xfrm>
          <a:custGeom>
            <a:avLst/>
            <a:gdLst>
              <a:gd name="textAreaLeft" fmla="*/ 0 w 213840"/>
              <a:gd name="textAreaRight" fmla="*/ 214200 w 21384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14313" h="285750">
                <a:moveTo>
                  <a:pt x="0" y="35719"/>
                </a:moveTo>
                <a:cubicBezTo>
                  <a:pt x="0" y="16018"/>
                  <a:pt x="16018" y="0"/>
                  <a:pt x="35719" y="0"/>
                </a:cubicBezTo>
                <a:lnTo>
                  <a:pt x="119156" y="0"/>
                </a:lnTo>
                <a:cubicBezTo>
                  <a:pt x="128643" y="0"/>
                  <a:pt x="137740" y="3739"/>
                  <a:pt x="144438" y="10437"/>
                </a:cubicBezTo>
                <a:lnTo>
                  <a:pt x="203876" y="69931"/>
                </a:lnTo>
                <a:cubicBezTo>
                  <a:pt x="210573" y="76628"/>
                  <a:pt x="214313" y="85725"/>
                  <a:pt x="214313" y="95213"/>
                </a:cubicBezTo>
                <a:lnTo>
                  <a:pt x="214313" y="250031"/>
                </a:lnTo>
                <a:cubicBezTo>
                  <a:pt x="214313" y="269732"/>
                  <a:pt x="198295" y="285750"/>
                  <a:pt x="178594" y="285750"/>
                </a:cubicBezTo>
                <a:lnTo>
                  <a:pt x="35719" y="285750"/>
                </a:lnTo>
                <a:cubicBezTo>
                  <a:pt x="16018" y="285750"/>
                  <a:pt x="0" y="269732"/>
                  <a:pt x="0" y="250031"/>
                </a:cubicBezTo>
                <a:lnTo>
                  <a:pt x="0" y="35719"/>
                </a:lnTo>
                <a:close/>
                <a:moveTo>
                  <a:pt x="116086" y="32649"/>
                </a:moveTo>
                <a:lnTo>
                  <a:pt x="116086" y="84832"/>
                </a:lnTo>
                <a:cubicBezTo>
                  <a:pt x="116086" y="92255"/>
                  <a:pt x="122058" y="98227"/>
                  <a:pt x="129480" y="98227"/>
                </a:cubicBezTo>
                <a:lnTo>
                  <a:pt x="181663" y="98227"/>
                </a:lnTo>
                <a:lnTo>
                  <a:pt x="116086" y="32649"/>
                </a:lnTo>
                <a:close/>
                <a:moveTo>
                  <a:pt x="35719" y="40184"/>
                </a:moveTo>
                <a:cubicBezTo>
                  <a:pt x="35719" y="47606"/>
                  <a:pt x="41690" y="53578"/>
                  <a:pt x="49113" y="53578"/>
                </a:cubicBezTo>
                <a:lnTo>
                  <a:pt x="75902" y="53578"/>
                </a:lnTo>
                <a:cubicBezTo>
                  <a:pt x="83325" y="53578"/>
                  <a:pt x="89297" y="47606"/>
                  <a:pt x="89297" y="40184"/>
                </a:cubicBezTo>
                <a:cubicBezTo>
                  <a:pt x="89297" y="32761"/>
                  <a:pt x="83325" y="26789"/>
                  <a:pt x="75902" y="26789"/>
                </a:cubicBezTo>
                <a:lnTo>
                  <a:pt x="49113" y="26789"/>
                </a:lnTo>
                <a:cubicBezTo>
                  <a:pt x="41690" y="26789"/>
                  <a:pt x="35719" y="32761"/>
                  <a:pt x="35719" y="40184"/>
                </a:cubicBezTo>
                <a:close/>
                <a:moveTo>
                  <a:pt x="35719" y="93762"/>
                </a:moveTo>
                <a:cubicBezTo>
                  <a:pt x="35719" y="101185"/>
                  <a:pt x="41690" y="107156"/>
                  <a:pt x="49113" y="107156"/>
                </a:cubicBezTo>
                <a:lnTo>
                  <a:pt x="75902" y="107156"/>
                </a:lnTo>
                <a:cubicBezTo>
                  <a:pt x="83325" y="107156"/>
                  <a:pt x="89297" y="101185"/>
                  <a:pt x="89297" y="93762"/>
                </a:cubicBezTo>
                <a:cubicBezTo>
                  <a:pt x="89297" y="86339"/>
                  <a:pt x="83325" y="80367"/>
                  <a:pt x="75902" y="80367"/>
                </a:cubicBezTo>
                <a:lnTo>
                  <a:pt x="49113" y="80367"/>
                </a:lnTo>
                <a:cubicBezTo>
                  <a:pt x="41690" y="80367"/>
                  <a:pt x="35719" y="86339"/>
                  <a:pt x="35719" y="93762"/>
                </a:cubicBezTo>
                <a:close/>
                <a:moveTo>
                  <a:pt x="71438" y="133945"/>
                </a:moveTo>
                <a:lnTo>
                  <a:pt x="53578" y="133945"/>
                </a:lnTo>
                <a:cubicBezTo>
                  <a:pt x="43700" y="133945"/>
                  <a:pt x="35719" y="141926"/>
                  <a:pt x="35719" y="151805"/>
                </a:cubicBezTo>
                <a:lnTo>
                  <a:pt x="35719" y="178594"/>
                </a:lnTo>
                <a:cubicBezTo>
                  <a:pt x="35719" y="193384"/>
                  <a:pt x="47718" y="205383"/>
                  <a:pt x="62508" y="205383"/>
                </a:cubicBezTo>
                <a:cubicBezTo>
                  <a:pt x="77298" y="205383"/>
                  <a:pt x="89297" y="193384"/>
                  <a:pt x="89297" y="178594"/>
                </a:cubicBezTo>
                <a:lnTo>
                  <a:pt x="89297" y="151805"/>
                </a:lnTo>
                <a:cubicBezTo>
                  <a:pt x="89297" y="141926"/>
                  <a:pt x="81316" y="133945"/>
                  <a:pt x="71438" y="133945"/>
                </a:cubicBezTo>
                <a:close/>
                <a:moveTo>
                  <a:pt x="62508" y="169664"/>
                </a:moveTo>
                <a:cubicBezTo>
                  <a:pt x="67436" y="169664"/>
                  <a:pt x="71438" y="173665"/>
                  <a:pt x="71438" y="178594"/>
                </a:cubicBezTo>
                <a:cubicBezTo>
                  <a:pt x="71438" y="183522"/>
                  <a:pt x="67436" y="187523"/>
                  <a:pt x="62508" y="187523"/>
                </a:cubicBezTo>
                <a:cubicBezTo>
                  <a:pt x="57579" y="187523"/>
                  <a:pt x="53578" y="183522"/>
                  <a:pt x="53578" y="178594"/>
                </a:cubicBezTo>
                <a:cubicBezTo>
                  <a:pt x="53578" y="173665"/>
                  <a:pt x="57579" y="169664"/>
                  <a:pt x="62508" y="169664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1"/>
          <p:cNvSpPr/>
          <p:nvPr/>
        </p:nvSpPr>
        <p:spPr>
          <a:xfrm>
            <a:off x="8966160" y="1714680"/>
            <a:ext cx="495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ZIP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32"/>
          <p:cNvSpPr/>
          <p:nvPr/>
        </p:nvSpPr>
        <p:spPr>
          <a:xfrm>
            <a:off x="8318520" y="2286000"/>
            <a:ext cx="33811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Archivo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autocontenido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con books.json + todas las portadas descargadas.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33"/>
          <p:cNvSpPr/>
          <p:nvPr/>
        </p:nvSpPr>
        <p:spPr>
          <a:xfrm>
            <a:off x="8345880" y="393372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34"/>
          <p:cNvSpPr/>
          <p:nvPr/>
        </p:nvSpPr>
        <p:spPr>
          <a:xfrm>
            <a:off x="8561160" y="3905280"/>
            <a:ext cx="1142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Datos + imágenes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35"/>
          <p:cNvSpPr/>
          <p:nvPr/>
        </p:nvSpPr>
        <p:spPr>
          <a:xfrm>
            <a:off x="8345880" y="420048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36"/>
          <p:cNvSpPr/>
          <p:nvPr/>
        </p:nvSpPr>
        <p:spPr>
          <a:xfrm>
            <a:off x="8561160" y="4172040"/>
            <a:ext cx="10854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Backup completo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37"/>
          <p:cNvSpPr/>
          <p:nvPr/>
        </p:nvSpPr>
        <p:spPr>
          <a:xfrm>
            <a:off x="8345880" y="446724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38"/>
          <p:cNvSpPr/>
          <p:nvPr/>
        </p:nvSpPr>
        <p:spPr>
          <a:xfrm>
            <a:off x="8561160" y="4438800"/>
            <a:ext cx="8186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Todo en uno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39"/>
          <p:cNvSpPr/>
          <p:nvPr/>
        </p:nvSpPr>
        <p:spPr>
          <a:xfrm>
            <a:off x="399960" y="4971960"/>
            <a:ext cx="5600520" cy="87588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5600700" h="876300">
                <a:moveTo>
                  <a:pt x="38100" y="0"/>
                </a:moveTo>
                <a:lnTo>
                  <a:pt x="5486404" y="0"/>
                </a:lnTo>
                <a:cubicBezTo>
                  <a:pt x="5549528" y="0"/>
                  <a:pt x="5600700" y="51172"/>
                  <a:pt x="5600700" y="114296"/>
                </a:cubicBezTo>
                <a:lnTo>
                  <a:pt x="5600700" y="762004"/>
                </a:lnTo>
                <a:cubicBezTo>
                  <a:pt x="5600700" y="825128"/>
                  <a:pt x="5549528" y="876300"/>
                  <a:pt x="5486404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40"/>
          <p:cNvSpPr/>
          <p:nvPr/>
        </p:nvSpPr>
        <p:spPr>
          <a:xfrm>
            <a:off x="399960" y="4971960"/>
            <a:ext cx="37800" cy="875880"/>
          </a:xfrm>
          <a:custGeom>
            <a:avLst/>
            <a:gdLst>
              <a:gd name="textAreaLeft" fmla="*/ 0 w 37800"/>
              <a:gd name="textAreaRight" fmla="*/ 38160 w 3780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1"/>
          <p:cNvSpPr/>
          <p:nvPr/>
        </p:nvSpPr>
        <p:spPr>
          <a:xfrm>
            <a:off x="614520" y="514368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77376"/>
                </a:lnTo>
                <a:cubicBezTo>
                  <a:pt x="200025" y="69786"/>
                  <a:pt x="197034" y="62508"/>
                  <a:pt x="191676" y="57150"/>
                </a:cubicBezTo>
                <a:lnTo>
                  <a:pt x="157163" y="22637"/>
                </a:lnTo>
                <a:cubicBezTo>
                  <a:pt x="151805" y="17279"/>
                  <a:pt x="144527" y="14288"/>
                  <a:pt x="136937" y="14288"/>
                </a:cubicBezTo>
                <a:lnTo>
                  <a:pt x="28575" y="14288"/>
                </a:lnTo>
                <a:close/>
                <a:moveTo>
                  <a:pt x="42863" y="57150"/>
                </a:moveTo>
                <a:cubicBezTo>
                  <a:pt x="42863" y="49247"/>
                  <a:pt x="49247" y="42863"/>
                  <a:pt x="57150" y="42863"/>
                </a:cubicBezTo>
                <a:lnTo>
                  <a:pt x="128588" y="42863"/>
                </a:lnTo>
                <a:cubicBezTo>
                  <a:pt x="136490" y="42863"/>
                  <a:pt x="142875" y="49247"/>
                  <a:pt x="142875" y="57150"/>
                </a:cubicBezTo>
                <a:lnTo>
                  <a:pt x="142875" y="85725"/>
                </a:lnTo>
                <a:cubicBezTo>
                  <a:pt x="142875" y="93628"/>
                  <a:pt x="136490" y="100013"/>
                  <a:pt x="128588" y="100013"/>
                </a:cubicBezTo>
                <a:lnTo>
                  <a:pt x="57150" y="100013"/>
                </a:lnTo>
                <a:cubicBezTo>
                  <a:pt x="49247" y="100013"/>
                  <a:pt x="42863" y="93628"/>
                  <a:pt x="42863" y="85725"/>
                </a:cubicBezTo>
                <a:lnTo>
                  <a:pt x="42863" y="57150"/>
                </a:lnTo>
                <a:close/>
                <a:moveTo>
                  <a:pt x="100013" y="128588"/>
                </a:moveTo>
                <a:cubicBezTo>
                  <a:pt x="115783" y="128588"/>
                  <a:pt x="128588" y="141392"/>
                  <a:pt x="128588" y="157163"/>
                </a:cubicBezTo>
                <a:cubicBezTo>
                  <a:pt x="128588" y="172933"/>
                  <a:pt x="115783" y="185738"/>
                  <a:pt x="100013" y="185738"/>
                </a:cubicBezTo>
                <a:cubicBezTo>
                  <a:pt x="84242" y="185738"/>
                  <a:pt x="71438" y="172933"/>
                  <a:pt x="71438" y="157163"/>
                </a:cubicBezTo>
                <a:cubicBezTo>
                  <a:pt x="71438" y="141392"/>
                  <a:pt x="84242" y="128588"/>
                  <a:pt x="100013" y="128588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42"/>
          <p:cNvSpPr/>
          <p:nvPr/>
        </p:nvSpPr>
        <p:spPr>
          <a:xfrm>
            <a:off x="971640" y="5124600"/>
            <a:ext cx="8186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Guardar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43"/>
          <p:cNvSpPr/>
          <p:nvPr/>
        </p:nvSpPr>
        <p:spPr>
          <a:xfrm>
            <a:off x="571680" y="5467320"/>
            <a:ext cx="535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SAF (Storage Access Framework) para elegir carpeta de destino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44"/>
          <p:cNvSpPr/>
          <p:nvPr/>
        </p:nvSpPr>
        <p:spPr>
          <a:xfrm>
            <a:off x="6210360" y="4971960"/>
            <a:ext cx="5600520" cy="875880"/>
          </a:xfrm>
          <a:custGeom>
            <a:avLst/>
            <a:gdLst>
              <a:gd name="textAreaLeft" fmla="*/ 0 w 5600520"/>
              <a:gd name="textAreaRight" fmla="*/ 5600880 w 560052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5600700" h="876300">
                <a:moveTo>
                  <a:pt x="38100" y="0"/>
                </a:moveTo>
                <a:lnTo>
                  <a:pt x="5486404" y="0"/>
                </a:lnTo>
                <a:cubicBezTo>
                  <a:pt x="5549528" y="0"/>
                  <a:pt x="5600700" y="51172"/>
                  <a:pt x="5600700" y="114296"/>
                </a:cubicBezTo>
                <a:lnTo>
                  <a:pt x="5600700" y="762004"/>
                </a:lnTo>
                <a:cubicBezTo>
                  <a:pt x="5600700" y="825128"/>
                  <a:pt x="5549528" y="876300"/>
                  <a:pt x="5486404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45"/>
          <p:cNvSpPr/>
          <p:nvPr/>
        </p:nvSpPr>
        <p:spPr>
          <a:xfrm>
            <a:off x="6210360" y="4971960"/>
            <a:ext cx="37800" cy="875880"/>
          </a:xfrm>
          <a:custGeom>
            <a:avLst/>
            <a:gdLst>
              <a:gd name="textAreaLeft" fmla="*/ 0 w 37800"/>
              <a:gd name="textAreaRight" fmla="*/ 38160 w 37800"/>
              <a:gd name="textAreaTop" fmla="*/ 0 h 875880"/>
              <a:gd name="textAreaBottom" fmla="*/ 876240 h 875880"/>
            </a:gdLst>
            <a:ahLst/>
            <a:cxnLst/>
            <a:rect l="textAreaLeft" t="textAreaTop" r="textAreaRight" b="textAreaBottom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46"/>
          <p:cNvSpPr/>
          <p:nvPr/>
        </p:nvSpPr>
        <p:spPr>
          <a:xfrm>
            <a:off x="6410160" y="514368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71450" y="85725"/>
                </a:moveTo>
                <a:cubicBezTo>
                  <a:pt x="195114" y="85725"/>
                  <a:pt x="214313" y="66526"/>
                  <a:pt x="214313" y="42863"/>
                </a:cubicBezTo>
                <a:cubicBezTo>
                  <a:pt x="214313" y="19199"/>
                  <a:pt x="195114" y="0"/>
                  <a:pt x="171450" y="0"/>
                </a:cubicBezTo>
                <a:cubicBezTo>
                  <a:pt x="147786" y="0"/>
                  <a:pt x="128588" y="19199"/>
                  <a:pt x="128588" y="42863"/>
                </a:cubicBezTo>
                <a:cubicBezTo>
                  <a:pt x="128588" y="45274"/>
                  <a:pt x="128811" y="47685"/>
                  <a:pt x="129168" y="50006"/>
                </a:cubicBezTo>
                <a:lnTo>
                  <a:pt x="71259" y="82198"/>
                </a:lnTo>
                <a:cubicBezTo>
                  <a:pt x="63713" y="75501"/>
                  <a:pt x="53757" y="71438"/>
                  <a:pt x="42863" y="71438"/>
                </a:cubicBezTo>
                <a:cubicBezTo>
                  <a:pt x="19199" y="71438"/>
                  <a:pt x="0" y="90636"/>
                  <a:pt x="0" y="114300"/>
                </a:cubicBezTo>
                <a:cubicBezTo>
                  <a:pt x="0" y="137964"/>
                  <a:pt x="19199" y="157163"/>
                  <a:pt x="42863" y="157163"/>
                </a:cubicBezTo>
                <a:cubicBezTo>
                  <a:pt x="53757" y="157163"/>
                  <a:pt x="63669" y="153099"/>
                  <a:pt x="71259" y="146402"/>
                </a:cubicBezTo>
                <a:lnTo>
                  <a:pt x="129168" y="178594"/>
                </a:lnTo>
                <a:cubicBezTo>
                  <a:pt x="128766" y="180915"/>
                  <a:pt x="128588" y="183282"/>
                  <a:pt x="128588" y="185738"/>
                </a:cubicBezTo>
                <a:cubicBezTo>
                  <a:pt x="128588" y="209401"/>
                  <a:pt x="147786" y="228600"/>
                  <a:pt x="171450" y="228600"/>
                </a:cubicBezTo>
                <a:cubicBezTo>
                  <a:pt x="195114" y="228600"/>
                  <a:pt x="214313" y="209401"/>
                  <a:pt x="214313" y="185738"/>
                </a:cubicBezTo>
                <a:cubicBezTo>
                  <a:pt x="214313" y="162074"/>
                  <a:pt x="195114" y="142875"/>
                  <a:pt x="171450" y="142875"/>
                </a:cubicBezTo>
                <a:cubicBezTo>
                  <a:pt x="160556" y="142875"/>
                  <a:pt x="150644" y="146938"/>
                  <a:pt x="143054" y="153635"/>
                </a:cubicBezTo>
                <a:lnTo>
                  <a:pt x="85145" y="121444"/>
                </a:lnTo>
                <a:cubicBezTo>
                  <a:pt x="85546" y="119122"/>
                  <a:pt x="85725" y="116756"/>
                  <a:pt x="85725" y="114300"/>
                </a:cubicBezTo>
                <a:cubicBezTo>
                  <a:pt x="85725" y="111844"/>
                  <a:pt x="85502" y="109478"/>
                  <a:pt x="85145" y="107156"/>
                </a:cubicBezTo>
                <a:lnTo>
                  <a:pt x="143054" y="74965"/>
                </a:lnTo>
                <a:cubicBezTo>
                  <a:pt x="150599" y="81662"/>
                  <a:pt x="160556" y="85725"/>
                  <a:pt x="171450" y="85725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47"/>
          <p:cNvSpPr/>
          <p:nvPr/>
        </p:nvSpPr>
        <p:spPr>
          <a:xfrm>
            <a:off x="6781680" y="5124600"/>
            <a:ext cx="9712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Compartir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48"/>
          <p:cNvSpPr/>
          <p:nvPr/>
        </p:nvSpPr>
        <p:spPr>
          <a:xfrm>
            <a:off x="6381720" y="5467320"/>
            <a:ext cx="5352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Share sheet del sistema vía FileProvider a cualquier app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49"/>
          <p:cNvSpPr/>
          <p:nvPr/>
        </p:nvSpPr>
        <p:spPr>
          <a:xfrm>
            <a:off x="385920" y="6005520"/>
            <a:ext cx="11420280" cy="466200"/>
          </a:xfrm>
          <a:custGeom>
            <a:avLst/>
            <a:gdLst>
              <a:gd name="textAreaLeft" fmla="*/ 0 w 11420280"/>
              <a:gd name="textAreaRight" fmla="*/ 11420640 w 1142028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11420475" h="466725">
                <a:moveTo>
                  <a:pt x="76202" y="0"/>
                </a:moveTo>
                <a:lnTo>
                  <a:pt x="11344273" y="0"/>
                </a:lnTo>
                <a:cubicBezTo>
                  <a:pt x="11386358" y="0"/>
                  <a:pt x="11420475" y="34117"/>
                  <a:pt x="11420475" y="76202"/>
                </a:cubicBezTo>
                <a:lnTo>
                  <a:pt x="11420475" y="390523"/>
                </a:lnTo>
                <a:cubicBezTo>
                  <a:pt x="11420475" y="432608"/>
                  <a:pt x="11386358" y="466725"/>
                  <a:pt x="11344273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50"/>
          <p:cNvSpPr/>
          <p:nvPr/>
        </p:nvSpPr>
        <p:spPr>
          <a:xfrm>
            <a:off x="4613400" y="616284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51"/>
          <p:cNvSpPr/>
          <p:nvPr/>
        </p:nvSpPr>
        <p:spPr>
          <a:xfrm>
            <a:off x="714240" y="6124680"/>
            <a:ext cx="11010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Estimación de tamaño antes de exportar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 0"/>
          <p:cNvSpPr/>
          <p:nvPr/>
        </p:nvSpPr>
        <p:spPr>
          <a:xfrm>
            <a:off x="373680" y="373680"/>
            <a:ext cx="1151892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18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ARQUITECTURA TÉCNICA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"/>
          <p:cNvSpPr/>
          <p:nvPr/>
        </p:nvSpPr>
        <p:spPr>
          <a:xfrm>
            <a:off x="373680" y="672840"/>
            <a:ext cx="1161252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65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Tecnología de Vanguardia</a:t>
            </a:r>
            <a:endParaRPr lang="es-ES" sz="2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"/>
          <p:cNvSpPr/>
          <p:nvPr/>
        </p:nvSpPr>
        <p:spPr>
          <a:xfrm>
            <a:off x="373680" y="1158480"/>
            <a:ext cx="896400" cy="37080"/>
          </a:xfrm>
          <a:custGeom>
            <a:avLst/>
            <a:gdLst>
              <a:gd name="textAreaLeft" fmla="*/ 0 w 896400"/>
              <a:gd name="textAreaRight" fmla="*/ 896760 w 896400"/>
              <a:gd name="textAreaTop" fmla="*/ 0 h 37080"/>
              <a:gd name="textAreaBottom" fmla="*/ 37440 h 37080"/>
            </a:gdLst>
            <a:ahLst/>
            <a:cxnLst/>
            <a:rect l="textAreaLeft" t="textAreaTop" r="textAreaRight" b="textAreaBottom"/>
            <a:pathLst>
              <a:path w="896883" h="37370">
                <a:moveTo>
                  <a:pt x="0" y="0"/>
                </a:moveTo>
                <a:lnTo>
                  <a:pt x="896883" y="0"/>
                </a:lnTo>
                <a:lnTo>
                  <a:pt x="896883" y="37370"/>
                </a:lnTo>
                <a:lnTo>
                  <a:pt x="0" y="3737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7560" rIns="90000" bIns="-756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3"/>
          <p:cNvSpPr/>
          <p:nvPr/>
        </p:nvSpPr>
        <p:spPr>
          <a:xfrm>
            <a:off x="373680" y="1270440"/>
            <a:ext cx="1152828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2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Explicado de forma accesible para todos</a:t>
            </a:r>
            <a:endParaRPr lang="es-E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4"/>
          <p:cNvSpPr/>
          <p:nvPr/>
        </p:nvSpPr>
        <p:spPr>
          <a:xfrm>
            <a:off x="392400" y="16815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5"/>
          <p:cNvSpPr/>
          <p:nvPr/>
        </p:nvSpPr>
        <p:spPr>
          <a:xfrm>
            <a:off x="392400" y="16815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6"/>
          <p:cNvSpPr/>
          <p:nvPr/>
        </p:nvSpPr>
        <p:spPr>
          <a:xfrm>
            <a:off x="597960" y="18684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7"/>
          <p:cNvSpPr/>
          <p:nvPr/>
        </p:nvSpPr>
        <p:spPr>
          <a:xfrm>
            <a:off x="709920" y="1980720"/>
            <a:ext cx="223920" cy="223920"/>
          </a:xfrm>
          <a:custGeom>
            <a:avLst/>
            <a:gdLst>
              <a:gd name="textAreaLeft" fmla="*/ 0 w 223920"/>
              <a:gd name="textAreaRight" fmla="*/ 224280 w 22392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224221" h="224221">
                <a:moveTo>
                  <a:pt x="101819" y="2277"/>
                </a:moveTo>
                <a:cubicBezTo>
                  <a:pt x="108344" y="-744"/>
                  <a:pt x="115877" y="-744"/>
                  <a:pt x="122402" y="2277"/>
                </a:cubicBezTo>
                <a:lnTo>
                  <a:pt x="218133" y="46508"/>
                </a:lnTo>
                <a:cubicBezTo>
                  <a:pt x="221856" y="48216"/>
                  <a:pt x="224221" y="51939"/>
                  <a:pt x="224221" y="56055"/>
                </a:cubicBezTo>
                <a:cubicBezTo>
                  <a:pt x="224221" y="60172"/>
                  <a:pt x="221856" y="63894"/>
                  <a:pt x="218133" y="65602"/>
                </a:cubicBezTo>
                <a:lnTo>
                  <a:pt x="122402" y="109833"/>
                </a:lnTo>
                <a:cubicBezTo>
                  <a:pt x="115877" y="112855"/>
                  <a:pt x="108344" y="112855"/>
                  <a:pt x="101819" y="109833"/>
                </a:cubicBezTo>
                <a:lnTo>
                  <a:pt x="6087" y="65602"/>
                </a:lnTo>
                <a:cubicBezTo>
                  <a:pt x="2365" y="63850"/>
                  <a:pt x="0" y="60128"/>
                  <a:pt x="0" y="56055"/>
                </a:cubicBezTo>
                <a:cubicBezTo>
                  <a:pt x="0" y="51982"/>
                  <a:pt x="2365" y="48216"/>
                  <a:pt x="6087" y="46508"/>
                </a:cubicBezTo>
                <a:lnTo>
                  <a:pt x="101819" y="2277"/>
                </a:lnTo>
                <a:close/>
                <a:moveTo>
                  <a:pt x="21064" y="95644"/>
                </a:moveTo>
                <a:lnTo>
                  <a:pt x="93017" y="128883"/>
                </a:lnTo>
                <a:cubicBezTo>
                  <a:pt x="105147" y="134489"/>
                  <a:pt x="119117" y="134489"/>
                  <a:pt x="131248" y="128883"/>
                </a:cubicBezTo>
                <a:lnTo>
                  <a:pt x="203200" y="95644"/>
                </a:lnTo>
                <a:lnTo>
                  <a:pt x="218133" y="102563"/>
                </a:lnTo>
                <a:cubicBezTo>
                  <a:pt x="221856" y="104271"/>
                  <a:pt x="224221" y="107994"/>
                  <a:pt x="224221" y="112110"/>
                </a:cubicBezTo>
                <a:cubicBezTo>
                  <a:pt x="224221" y="116227"/>
                  <a:pt x="221856" y="119949"/>
                  <a:pt x="218133" y="121657"/>
                </a:cubicBezTo>
                <a:lnTo>
                  <a:pt x="122402" y="165888"/>
                </a:lnTo>
                <a:cubicBezTo>
                  <a:pt x="115877" y="168910"/>
                  <a:pt x="108344" y="168910"/>
                  <a:pt x="101819" y="165888"/>
                </a:cubicBezTo>
                <a:lnTo>
                  <a:pt x="6087" y="121657"/>
                </a:lnTo>
                <a:cubicBezTo>
                  <a:pt x="2365" y="119906"/>
                  <a:pt x="0" y="116183"/>
                  <a:pt x="0" y="112110"/>
                </a:cubicBezTo>
                <a:cubicBezTo>
                  <a:pt x="0" y="108038"/>
                  <a:pt x="2365" y="104271"/>
                  <a:pt x="6087" y="102563"/>
                </a:cubicBezTo>
                <a:lnTo>
                  <a:pt x="21021" y="95644"/>
                </a:lnTo>
                <a:close/>
                <a:moveTo>
                  <a:pt x="6087" y="158619"/>
                </a:moveTo>
                <a:lnTo>
                  <a:pt x="21021" y="151699"/>
                </a:lnTo>
                <a:lnTo>
                  <a:pt x="92973" y="184938"/>
                </a:lnTo>
                <a:cubicBezTo>
                  <a:pt x="105103" y="190544"/>
                  <a:pt x="119073" y="190544"/>
                  <a:pt x="131204" y="184938"/>
                </a:cubicBezTo>
                <a:lnTo>
                  <a:pt x="203156" y="151699"/>
                </a:lnTo>
                <a:lnTo>
                  <a:pt x="218090" y="158619"/>
                </a:lnTo>
                <a:cubicBezTo>
                  <a:pt x="221812" y="160327"/>
                  <a:pt x="224177" y="164049"/>
                  <a:pt x="224177" y="168166"/>
                </a:cubicBezTo>
                <a:cubicBezTo>
                  <a:pt x="224177" y="172282"/>
                  <a:pt x="221812" y="176004"/>
                  <a:pt x="218090" y="177712"/>
                </a:cubicBezTo>
                <a:lnTo>
                  <a:pt x="122358" y="221943"/>
                </a:lnTo>
                <a:cubicBezTo>
                  <a:pt x="115833" y="224965"/>
                  <a:pt x="108300" y="224965"/>
                  <a:pt x="101775" y="221943"/>
                </a:cubicBezTo>
                <a:lnTo>
                  <a:pt x="6087" y="177712"/>
                </a:lnTo>
                <a:cubicBezTo>
                  <a:pt x="2365" y="175961"/>
                  <a:pt x="0" y="172238"/>
                  <a:pt x="0" y="168166"/>
                </a:cubicBezTo>
                <a:cubicBezTo>
                  <a:pt x="0" y="164093"/>
                  <a:pt x="2365" y="160327"/>
                  <a:pt x="6087" y="158619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8"/>
          <p:cNvSpPr/>
          <p:nvPr/>
        </p:nvSpPr>
        <p:spPr>
          <a:xfrm>
            <a:off x="1158480" y="1943280"/>
            <a:ext cx="293328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MVVM + Clean Architecture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9"/>
          <p:cNvSpPr/>
          <p:nvPr/>
        </p:nvSpPr>
        <p:spPr>
          <a:xfrm>
            <a:off x="597960" y="24289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Patrón de diseño moderno que separa la interfaz de usuario de la lógica de negocio.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Código organizado, mantenible y testeable.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0"/>
          <p:cNvSpPr/>
          <p:nvPr/>
        </p:nvSpPr>
        <p:spPr>
          <a:xfrm>
            <a:off x="392400" y="32511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1"/>
          <p:cNvSpPr/>
          <p:nvPr/>
        </p:nvSpPr>
        <p:spPr>
          <a:xfrm>
            <a:off x="392400" y="32511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2"/>
          <p:cNvSpPr/>
          <p:nvPr/>
        </p:nvSpPr>
        <p:spPr>
          <a:xfrm>
            <a:off x="597960" y="34380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3"/>
          <p:cNvSpPr/>
          <p:nvPr/>
        </p:nvSpPr>
        <p:spPr>
          <a:xfrm>
            <a:off x="695880" y="3550320"/>
            <a:ext cx="252000" cy="223920"/>
          </a:xfrm>
          <a:custGeom>
            <a:avLst/>
            <a:gdLst>
              <a:gd name="textAreaLeft" fmla="*/ 0 w 252000"/>
              <a:gd name="textAreaRight" fmla="*/ 252360 w 25200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252248" h="224221">
                <a:moveTo>
                  <a:pt x="184150" y="111191"/>
                </a:moveTo>
                <a:cubicBezTo>
                  <a:pt x="187905" y="111191"/>
                  <a:pt x="191375" y="113194"/>
                  <a:pt x="193252" y="116446"/>
                </a:cubicBezTo>
                <a:cubicBezTo>
                  <a:pt x="195130" y="119698"/>
                  <a:pt x="195130" y="123704"/>
                  <a:pt x="193252" y="126956"/>
                </a:cubicBezTo>
                <a:cubicBezTo>
                  <a:pt x="191375" y="130208"/>
                  <a:pt x="187905" y="132211"/>
                  <a:pt x="184150" y="132211"/>
                </a:cubicBezTo>
                <a:cubicBezTo>
                  <a:pt x="178349" y="132211"/>
                  <a:pt x="173640" y="127502"/>
                  <a:pt x="173640" y="121701"/>
                </a:cubicBezTo>
                <a:cubicBezTo>
                  <a:pt x="173640" y="115900"/>
                  <a:pt x="178349" y="111191"/>
                  <a:pt x="184150" y="111191"/>
                </a:cubicBezTo>
                <a:close/>
                <a:moveTo>
                  <a:pt x="68054" y="111191"/>
                </a:moveTo>
                <a:cubicBezTo>
                  <a:pt x="71809" y="111191"/>
                  <a:pt x="75279" y="113194"/>
                  <a:pt x="77157" y="116446"/>
                </a:cubicBezTo>
                <a:cubicBezTo>
                  <a:pt x="79034" y="119698"/>
                  <a:pt x="79034" y="123704"/>
                  <a:pt x="77157" y="126956"/>
                </a:cubicBezTo>
                <a:cubicBezTo>
                  <a:pt x="75279" y="130208"/>
                  <a:pt x="71809" y="132211"/>
                  <a:pt x="68054" y="132211"/>
                </a:cubicBezTo>
                <a:cubicBezTo>
                  <a:pt x="62254" y="132211"/>
                  <a:pt x="57544" y="127502"/>
                  <a:pt x="57544" y="121701"/>
                </a:cubicBezTo>
                <a:cubicBezTo>
                  <a:pt x="57544" y="115900"/>
                  <a:pt x="62254" y="111191"/>
                  <a:pt x="68054" y="111191"/>
                </a:cubicBezTo>
                <a:close/>
                <a:moveTo>
                  <a:pt x="187916" y="68930"/>
                </a:moveTo>
                <a:lnTo>
                  <a:pt x="208893" y="32582"/>
                </a:lnTo>
                <a:cubicBezTo>
                  <a:pt x="209243" y="32100"/>
                  <a:pt x="209462" y="31531"/>
                  <a:pt x="209550" y="30918"/>
                </a:cubicBezTo>
                <a:cubicBezTo>
                  <a:pt x="209638" y="30305"/>
                  <a:pt x="209638" y="29736"/>
                  <a:pt x="209506" y="29122"/>
                </a:cubicBezTo>
                <a:cubicBezTo>
                  <a:pt x="209375" y="28509"/>
                  <a:pt x="209112" y="27984"/>
                  <a:pt x="208762" y="27502"/>
                </a:cubicBezTo>
                <a:cubicBezTo>
                  <a:pt x="208411" y="27020"/>
                  <a:pt x="207973" y="26626"/>
                  <a:pt x="207448" y="26320"/>
                </a:cubicBezTo>
                <a:cubicBezTo>
                  <a:pt x="206922" y="26013"/>
                  <a:pt x="206353" y="25838"/>
                  <a:pt x="205740" y="25750"/>
                </a:cubicBezTo>
                <a:cubicBezTo>
                  <a:pt x="205127" y="25663"/>
                  <a:pt x="204558" y="25750"/>
                  <a:pt x="203988" y="25926"/>
                </a:cubicBezTo>
                <a:cubicBezTo>
                  <a:pt x="203419" y="26101"/>
                  <a:pt x="202893" y="26407"/>
                  <a:pt x="202412" y="26758"/>
                </a:cubicBezTo>
                <a:cubicBezTo>
                  <a:pt x="201930" y="27108"/>
                  <a:pt x="201580" y="27633"/>
                  <a:pt x="201317" y="28159"/>
                </a:cubicBezTo>
                <a:lnTo>
                  <a:pt x="180077" y="64989"/>
                </a:lnTo>
                <a:cubicBezTo>
                  <a:pt x="163086" y="57369"/>
                  <a:pt x="144692" y="53428"/>
                  <a:pt x="126080" y="53428"/>
                </a:cubicBezTo>
                <a:cubicBezTo>
                  <a:pt x="107468" y="53428"/>
                  <a:pt x="89075" y="57369"/>
                  <a:pt x="72083" y="64989"/>
                </a:cubicBezTo>
                <a:lnTo>
                  <a:pt x="50888" y="28203"/>
                </a:lnTo>
                <a:cubicBezTo>
                  <a:pt x="50625" y="27677"/>
                  <a:pt x="50231" y="27196"/>
                  <a:pt x="49793" y="26801"/>
                </a:cubicBezTo>
                <a:cubicBezTo>
                  <a:pt x="49355" y="26407"/>
                  <a:pt x="48786" y="26144"/>
                  <a:pt x="48216" y="25969"/>
                </a:cubicBezTo>
                <a:cubicBezTo>
                  <a:pt x="47647" y="25794"/>
                  <a:pt x="47034" y="25750"/>
                  <a:pt x="46464" y="25794"/>
                </a:cubicBezTo>
                <a:cubicBezTo>
                  <a:pt x="45895" y="25838"/>
                  <a:pt x="45282" y="26057"/>
                  <a:pt x="44757" y="26363"/>
                </a:cubicBezTo>
                <a:cubicBezTo>
                  <a:pt x="44231" y="26670"/>
                  <a:pt x="43793" y="27064"/>
                  <a:pt x="43443" y="27546"/>
                </a:cubicBezTo>
                <a:cubicBezTo>
                  <a:pt x="43092" y="28028"/>
                  <a:pt x="42830" y="28597"/>
                  <a:pt x="42698" y="29166"/>
                </a:cubicBezTo>
                <a:cubicBezTo>
                  <a:pt x="42567" y="29736"/>
                  <a:pt x="42567" y="30349"/>
                  <a:pt x="42654" y="30962"/>
                </a:cubicBezTo>
                <a:cubicBezTo>
                  <a:pt x="42742" y="31575"/>
                  <a:pt x="43005" y="32100"/>
                  <a:pt x="43311" y="32626"/>
                </a:cubicBezTo>
                <a:lnTo>
                  <a:pt x="64288" y="68974"/>
                </a:lnTo>
                <a:cubicBezTo>
                  <a:pt x="28247" y="88550"/>
                  <a:pt x="3591" y="125029"/>
                  <a:pt x="0" y="168166"/>
                </a:cubicBezTo>
                <a:lnTo>
                  <a:pt x="252248" y="168166"/>
                </a:lnTo>
                <a:cubicBezTo>
                  <a:pt x="248657" y="125029"/>
                  <a:pt x="224002" y="88550"/>
                  <a:pt x="187916" y="68930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4"/>
          <p:cNvSpPr/>
          <p:nvPr/>
        </p:nvSpPr>
        <p:spPr>
          <a:xfrm>
            <a:off x="1158480" y="3512880"/>
            <a:ext cx="265284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Kotlin + Jetpack Compose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5"/>
          <p:cNvSpPr/>
          <p:nvPr/>
        </p:nvSpPr>
        <p:spPr>
          <a:xfrm>
            <a:off x="597960" y="39985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Lenguaje moderno y seguro con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UI declarativa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Interfaces fluidas y nativas de Android con Material 3.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6"/>
          <p:cNvSpPr/>
          <p:nvPr/>
        </p:nvSpPr>
        <p:spPr>
          <a:xfrm>
            <a:off x="392400" y="48207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17"/>
          <p:cNvSpPr/>
          <p:nvPr/>
        </p:nvSpPr>
        <p:spPr>
          <a:xfrm>
            <a:off x="392400" y="48207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18"/>
          <p:cNvSpPr/>
          <p:nvPr/>
        </p:nvSpPr>
        <p:spPr>
          <a:xfrm>
            <a:off x="597960" y="50076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9"/>
          <p:cNvSpPr/>
          <p:nvPr/>
        </p:nvSpPr>
        <p:spPr>
          <a:xfrm>
            <a:off x="723960" y="5119560"/>
            <a:ext cx="195840" cy="223920"/>
          </a:xfrm>
          <a:custGeom>
            <a:avLst/>
            <a:gdLst>
              <a:gd name="textAreaLeft" fmla="*/ 0 w 195840"/>
              <a:gd name="textAreaRight" fmla="*/ 196200 w 19584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196193" h="224221">
                <a:moveTo>
                  <a:pt x="196193" y="90126"/>
                </a:moveTo>
                <a:cubicBezTo>
                  <a:pt x="189712" y="94418"/>
                  <a:pt x="182267" y="97878"/>
                  <a:pt x="174516" y="100637"/>
                </a:cubicBezTo>
                <a:cubicBezTo>
                  <a:pt x="153933" y="107994"/>
                  <a:pt x="126912" y="112110"/>
                  <a:pt x="98097" y="112110"/>
                </a:cubicBezTo>
                <a:cubicBezTo>
                  <a:pt x="69281" y="112110"/>
                  <a:pt x="42217" y="107950"/>
                  <a:pt x="21678" y="100637"/>
                </a:cubicBezTo>
                <a:cubicBezTo>
                  <a:pt x="13970" y="97878"/>
                  <a:pt x="6481" y="94418"/>
                  <a:pt x="0" y="90126"/>
                </a:cubicBezTo>
                <a:lnTo>
                  <a:pt x="0" y="126124"/>
                </a:lnTo>
                <a:cubicBezTo>
                  <a:pt x="0" y="145481"/>
                  <a:pt x="43924" y="161159"/>
                  <a:pt x="98097" y="161159"/>
                </a:cubicBezTo>
                <a:cubicBezTo>
                  <a:pt x="152269" y="161159"/>
                  <a:pt x="196193" y="145481"/>
                  <a:pt x="196193" y="126124"/>
                </a:cubicBezTo>
                <a:lnTo>
                  <a:pt x="196193" y="90126"/>
                </a:lnTo>
                <a:close/>
                <a:moveTo>
                  <a:pt x="196193" y="56055"/>
                </a:moveTo>
                <a:lnTo>
                  <a:pt x="196193" y="35034"/>
                </a:lnTo>
                <a:cubicBezTo>
                  <a:pt x="196193" y="15678"/>
                  <a:pt x="152269" y="0"/>
                  <a:pt x="98097" y="0"/>
                </a:cubicBezTo>
                <a:cubicBezTo>
                  <a:pt x="43924" y="0"/>
                  <a:pt x="0" y="15678"/>
                  <a:pt x="0" y="35034"/>
                </a:cubicBezTo>
                <a:lnTo>
                  <a:pt x="0" y="56055"/>
                </a:lnTo>
                <a:cubicBezTo>
                  <a:pt x="0" y="75412"/>
                  <a:pt x="43924" y="91090"/>
                  <a:pt x="98097" y="91090"/>
                </a:cubicBezTo>
                <a:cubicBezTo>
                  <a:pt x="152269" y="91090"/>
                  <a:pt x="196193" y="75412"/>
                  <a:pt x="196193" y="56055"/>
                </a:cubicBezTo>
                <a:close/>
                <a:moveTo>
                  <a:pt x="174516" y="170706"/>
                </a:moveTo>
                <a:cubicBezTo>
                  <a:pt x="153977" y="178019"/>
                  <a:pt x="126956" y="182179"/>
                  <a:pt x="98097" y="182179"/>
                </a:cubicBezTo>
                <a:cubicBezTo>
                  <a:pt x="69237" y="182179"/>
                  <a:pt x="42217" y="178019"/>
                  <a:pt x="21678" y="170706"/>
                </a:cubicBezTo>
                <a:cubicBezTo>
                  <a:pt x="13970" y="167947"/>
                  <a:pt x="6481" y="164487"/>
                  <a:pt x="0" y="160195"/>
                </a:cubicBezTo>
                <a:lnTo>
                  <a:pt x="0" y="189186"/>
                </a:lnTo>
                <a:cubicBezTo>
                  <a:pt x="0" y="208543"/>
                  <a:pt x="43924" y="224221"/>
                  <a:pt x="98097" y="224221"/>
                </a:cubicBezTo>
                <a:cubicBezTo>
                  <a:pt x="152269" y="224221"/>
                  <a:pt x="196193" y="208543"/>
                  <a:pt x="196193" y="189186"/>
                </a:cubicBezTo>
                <a:lnTo>
                  <a:pt x="196193" y="160195"/>
                </a:lnTo>
                <a:cubicBezTo>
                  <a:pt x="189712" y="164487"/>
                  <a:pt x="182267" y="167947"/>
                  <a:pt x="174516" y="170706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0"/>
          <p:cNvSpPr/>
          <p:nvPr/>
        </p:nvSpPr>
        <p:spPr>
          <a:xfrm>
            <a:off x="1158480" y="5082480"/>
            <a:ext cx="16254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Room Database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21"/>
          <p:cNvSpPr/>
          <p:nvPr/>
        </p:nvSpPr>
        <p:spPr>
          <a:xfrm>
            <a:off x="597960" y="55681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Base de datos local SQLite con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persistencia robusta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Tus libros siempre seguros en tu dispositivo.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22"/>
          <p:cNvSpPr/>
          <p:nvPr/>
        </p:nvSpPr>
        <p:spPr>
          <a:xfrm>
            <a:off x="6207480" y="16815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23"/>
          <p:cNvSpPr/>
          <p:nvPr/>
        </p:nvSpPr>
        <p:spPr>
          <a:xfrm>
            <a:off x="6207480" y="16815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4"/>
          <p:cNvSpPr/>
          <p:nvPr/>
        </p:nvSpPr>
        <p:spPr>
          <a:xfrm>
            <a:off x="6413040" y="18684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25"/>
          <p:cNvSpPr/>
          <p:nvPr/>
        </p:nvSpPr>
        <p:spPr>
          <a:xfrm>
            <a:off x="6511320" y="1980720"/>
            <a:ext cx="252000" cy="223920"/>
          </a:xfrm>
          <a:custGeom>
            <a:avLst/>
            <a:gdLst>
              <a:gd name="textAreaLeft" fmla="*/ 0 w 252000"/>
              <a:gd name="textAreaRight" fmla="*/ 252360 w 25200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252248" h="224221">
                <a:moveTo>
                  <a:pt x="108607" y="38538"/>
                </a:moveTo>
                <a:lnTo>
                  <a:pt x="143641" y="38538"/>
                </a:lnTo>
                <a:lnTo>
                  <a:pt x="143641" y="59559"/>
                </a:lnTo>
                <a:lnTo>
                  <a:pt x="108607" y="59559"/>
                </a:lnTo>
                <a:lnTo>
                  <a:pt x="108607" y="38538"/>
                </a:lnTo>
                <a:close/>
                <a:moveTo>
                  <a:pt x="105103" y="14014"/>
                </a:moveTo>
                <a:cubicBezTo>
                  <a:pt x="93498" y="14014"/>
                  <a:pt x="84083" y="23429"/>
                  <a:pt x="84083" y="35034"/>
                </a:cubicBezTo>
                <a:lnTo>
                  <a:pt x="84083" y="63062"/>
                </a:lnTo>
                <a:cubicBezTo>
                  <a:pt x="84083" y="74667"/>
                  <a:pt x="93498" y="84083"/>
                  <a:pt x="105103" y="84083"/>
                </a:cubicBezTo>
                <a:lnTo>
                  <a:pt x="112110" y="84083"/>
                </a:lnTo>
                <a:lnTo>
                  <a:pt x="112110" y="98097"/>
                </a:lnTo>
                <a:lnTo>
                  <a:pt x="14014" y="98097"/>
                </a:lnTo>
                <a:cubicBezTo>
                  <a:pt x="6262" y="98097"/>
                  <a:pt x="0" y="104359"/>
                  <a:pt x="0" y="112110"/>
                </a:cubicBezTo>
                <a:cubicBezTo>
                  <a:pt x="0" y="119862"/>
                  <a:pt x="6262" y="126124"/>
                  <a:pt x="14014" y="126124"/>
                </a:cubicBezTo>
                <a:lnTo>
                  <a:pt x="56055" y="126124"/>
                </a:lnTo>
                <a:lnTo>
                  <a:pt x="56055" y="140138"/>
                </a:lnTo>
                <a:lnTo>
                  <a:pt x="49048" y="140138"/>
                </a:lnTo>
                <a:cubicBezTo>
                  <a:pt x="37443" y="140138"/>
                  <a:pt x="28028" y="149553"/>
                  <a:pt x="28028" y="161159"/>
                </a:cubicBezTo>
                <a:lnTo>
                  <a:pt x="28028" y="189186"/>
                </a:lnTo>
                <a:cubicBezTo>
                  <a:pt x="28028" y="200791"/>
                  <a:pt x="37443" y="210207"/>
                  <a:pt x="49048" y="210207"/>
                </a:cubicBezTo>
                <a:lnTo>
                  <a:pt x="91090" y="210207"/>
                </a:lnTo>
                <a:cubicBezTo>
                  <a:pt x="102695" y="210207"/>
                  <a:pt x="112110" y="200791"/>
                  <a:pt x="112110" y="189186"/>
                </a:cubicBezTo>
                <a:lnTo>
                  <a:pt x="112110" y="161159"/>
                </a:lnTo>
                <a:cubicBezTo>
                  <a:pt x="112110" y="149553"/>
                  <a:pt x="102695" y="140138"/>
                  <a:pt x="91090" y="140138"/>
                </a:cubicBezTo>
                <a:lnTo>
                  <a:pt x="84083" y="140138"/>
                </a:lnTo>
                <a:lnTo>
                  <a:pt x="84083" y="126124"/>
                </a:lnTo>
                <a:lnTo>
                  <a:pt x="168166" y="126124"/>
                </a:lnTo>
                <a:lnTo>
                  <a:pt x="168166" y="140138"/>
                </a:lnTo>
                <a:lnTo>
                  <a:pt x="161159" y="140138"/>
                </a:lnTo>
                <a:cubicBezTo>
                  <a:pt x="149553" y="140138"/>
                  <a:pt x="140138" y="149553"/>
                  <a:pt x="140138" y="161159"/>
                </a:cubicBezTo>
                <a:lnTo>
                  <a:pt x="140138" y="189186"/>
                </a:lnTo>
                <a:cubicBezTo>
                  <a:pt x="140138" y="200791"/>
                  <a:pt x="149553" y="210207"/>
                  <a:pt x="161159" y="210207"/>
                </a:cubicBezTo>
                <a:lnTo>
                  <a:pt x="203200" y="210207"/>
                </a:lnTo>
                <a:cubicBezTo>
                  <a:pt x="214805" y="210207"/>
                  <a:pt x="224221" y="200791"/>
                  <a:pt x="224221" y="189186"/>
                </a:cubicBezTo>
                <a:lnTo>
                  <a:pt x="224221" y="161159"/>
                </a:lnTo>
                <a:cubicBezTo>
                  <a:pt x="224221" y="149553"/>
                  <a:pt x="214805" y="140138"/>
                  <a:pt x="203200" y="140138"/>
                </a:cubicBezTo>
                <a:lnTo>
                  <a:pt x="196193" y="140138"/>
                </a:lnTo>
                <a:lnTo>
                  <a:pt x="196193" y="126124"/>
                </a:lnTo>
                <a:lnTo>
                  <a:pt x="238234" y="126124"/>
                </a:lnTo>
                <a:cubicBezTo>
                  <a:pt x="245986" y="126124"/>
                  <a:pt x="252248" y="119862"/>
                  <a:pt x="252248" y="112110"/>
                </a:cubicBezTo>
                <a:cubicBezTo>
                  <a:pt x="252248" y="104359"/>
                  <a:pt x="245986" y="98097"/>
                  <a:pt x="238234" y="98097"/>
                </a:cubicBezTo>
                <a:lnTo>
                  <a:pt x="140138" y="98097"/>
                </a:lnTo>
                <a:lnTo>
                  <a:pt x="140138" y="84083"/>
                </a:lnTo>
                <a:lnTo>
                  <a:pt x="147145" y="84083"/>
                </a:lnTo>
                <a:cubicBezTo>
                  <a:pt x="158750" y="84083"/>
                  <a:pt x="168166" y="74667"/>
                  <a:pt x="168166" y="63062"/>
                </a:cubicBezTo>
                <a:lnTo>
                  <a:pt x="168166" y="35034"/>
                </a:lnTo>
                <a:cubicBezTo>
                  <a:pt x="168166" y="23429"/>
                  <a:pt x="158750" y="14014"/>
                  <a:pt x="147145" y="14014"/>
                </a:cubicBezTo>
                <a:lnTo>
                  <a:pt x="105103" y="14014"/>
                </a:lnTo>
                <a:close/>
                <a:moveTo>
                  <a:pt x="196193" y="164662"/>
                </a:moveTo>
                <a:lnTo>
                  <a:pt x="199697" y="164662"/>
                </a:lnTo>
                <a:lnTo>
                  <a:pt x="199697" y="185683"/>
                </a:lnTo>
                <a:lnTo>
                  <a:pt x="164662" y="185683"/>
                </a:lnTo>
                <a:lnTo>
                  <a:pt x="164662" y="164662"/>
                </a:lnTo>
                <a:lnTo>
                  <a:pt x="196193" y="164662"/>
                </a:lnTo>
                <a:close/>
                <a:moveTo>
                  <a:pt x="84083" y="164662"/>
                </a:moveTo>
                <a:lnTo>
                  <a:pt x="87586" y="164662"/>
                </a:lnTo>
                <a:lnTo>
                  <a:pt x="87586" y="185683"/>
                </a:lnTo>
                <a:lnTo>
                  <a:pt x="52552" y="185683"/>
                </a:lnTo>
                <a:lnTo>
                  <a:pt x="52552" y="164662"/>
                </a:lnTo>
                <a:lnTo>
                  <a:pt x="84083" y="164662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6"/>
          <p:cNvSpPr/>
          <p:nvPr/>
        </p:nvSpPr>
        <p:spPr>
          <a:xfrm>
            <a:off x="6973560" y="1943280"/>
            <a:ext cx="185868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Retrofit + OkHttp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7"/>
          <p:cNvSpPr/>
          <p:nvPr/>
        </p:nvSpPr>
        <p:spPr>
          <a:xfrm>
            <a:off x="6413040" y="24289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Comunicación eficiente con APIs externas.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Búsquedas rápidas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y gestión de red optimizada.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8"/>
          <p:cNvSpPr/>
          <p:nvPr/>
        </p:nvSpPr>
        <p:spPr>
          <a:xfrm>
            <a:off x="6207480" y="32511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29"/>
          <p:cNvSpPr/>
          <p:nvPr/>
        </p:nvSpPr>
        <p:spPr>
          <a:xfrm>
            <a:off x="6207480" y="32511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30"/>
          <p:cNvSpPr/>
          <p:nvPr/>
        </p:nvSpPr>
        <p:spPr>
          <a:xfrm>
            <a:off x="6413040" y="34380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31"/>
          <p:cNvSpPr/>
          <p:nvPr/>
        </p:nvSpPr>
        <p:spPr>
          <a:xfrm>
            <a:off x="6539040" y="3550320"/>
            <a:ext cx="195840" cy="223920"/>
          </a:xfrm>
          <a:custGeom>
            <a:avLst/>
            <a:gdLst>
              <a:gd name="textAreaLeft" fmla="*/ 0 w 195840"/>
              <a:gd name="textAreaRight" fmla="*/ 196200 w 19584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196193" h="224221">
                <a:moveTo>
                  <a:pt x="28028" y="14014"/>
                </a:moveTo>
                <a:cubicBezTo>
                  <a:pt x="12569" y="14014"/>
                  <a:pt x="0" y="26582"/>
                  <a:pt x="0" y="42041"/>
                </a:cubicBezTo>
                <a:lnTo>
                  <a:pt x="0" y="182179"/>
                </a:lnTo>
                <a:cubicBezTo>
                  <a:pt x="0" y="197638"/>
                  <a:pt x="12569" y="210207"/>
                  <a:pt x="28028" y="210207"/>
                </a:cubicBezTo>
                <a:lnTo>
                  <a:pt x="168166" y="210207"/>
                </a:lnTo>
                <a:cubicBezTo>
                  <a:pt x="183624" y="210207"/>
                  <a:pt x="196193" y="197638"/>
                  <a:pt x="196193" y="182179"/>
                </a:cubicBezTo>
                <a:lnTo>
                  <a:pt x="196193" y="42041"/>
                </a:lnTo>
                <a:cubicBezTo>
                  <a:pt x="196193" y="26582"/>
                  <a:pt x="183624" y="14014"/>
                  <a:pt x="168166" y="14014"/>
                </a:cubicBezTo>
                <a:lnTo>
                  <a:pt x="28028" y="14014"/>
                </a:lnTo>
                <a:close/>
                <a:moveTo>
                  <a:pt x="56055" y="49048"/>
                </a:moveTo>
                <a:cubicBezTo>
                  <a:pt x="67657" y="49048"/>
                  <a:pt x="77076" y="58467"/>
                  <a:pt x="77076" y="70069"/>
                </a:cubicBezTo>
                <a:cubicBezTo>
                  <a:pt x="77076" y="81671"/>
                  <a:pt x="67657" y="91090"/>
                  <a:pt x="56055" y="91090"/>
                </a:cubicBezTo>
                <a:cubicBezTo>
                  <a:pt x="44454" y="91090"/>
                  <a:pt x="35034" y="81671"/>
                  <a:pt x="35034" y="70069"/>
                </a:cubicBezTo>
                <a:cubicBezTo>
                  <a:pt x="35034" y="58467"/>
                  <a:pt x="44454" y="49048"/>
                  <a:pt x="56055" y="49048"/>
                </a:cubicBezTo>
                <a:close/>
                <a:moveTo>
                  <a:pt x="119117" y="98097"/>
                </a:moveTo>
                <a:cubicBezTo>
                  <a:pt x="122796" y="98097"/>
                  <a:pt x="126168" y="100023"/>
                  <a:pt x="128095" y="103133"/>
                </a:cubicBezTo>
                <a:lnTo>
                  <a:pt x="166633" y="166195"/>
                </a:lnTo>
                <a:cubicBezTo>
                  <a:pt x="168603" y="169436"/>
                  <a:pt x="168691" y="173508"/>
                  <a:pt x="166852" y="176837"/>
                </a:cubicBezTo>
                <a:cubicBezTo>
                  <a:pt x="165012" y="180165"/>
                  <a:pt x="161465" y="182179"/>
                  <a:pt x="157655" y="182179"/>
                </a:cubicBezTo>
                <a:lnTo>
                  <a:pt x="38538" y="182179"/>
                </a:lnTo>
                <a:cubicBezTo>
                  <a:pt x="34640" y="182179"/>
                  <a:pt x="31006" y="179990"/>
                  <a:pt x="29210" y="176530"/>
                </a:cubicBezTo>
                <a:cubicBezTo>
                  <a:pt x="27414" y="173070"/>
                  <a:pt x="27677" y="168866"/>
                  <a:pt x="29911" y="165669"/>
                </a:cubicBezTo>
                <a:lnTo>
                  <a:pt x="54435" y="130635"/>
                </a:lnTo>
                <a:cubicBezTo>
                  <a:pt x="56406" y="127832"/>
                  <a:pt x="59602" y="126168"/>
                  <a:pt x="63062" y="126168"/>
                </a:cubicBezTo>
                <a:cubicBezTo>
                  <a:pt x="66522" y="126168"/>
                  <a:pt x="69719" y="127832"/>
                  <a:pt x="71689" y="130635"/>
                </a:cubicBezTo>
                <a:lnTo>
                  <a:pt x="83251" y="147189"/>
                </a:lnTo>
                <a:lnTo>
                  <a:pt x="110140" y="103177"/>
                </a:lnTo>
                <a:cubicBezTo>
                  <a:pt x="112067" y="100067"/>
                  <a:pt x="115439" y="98140"/>
                  <a:pt x="119117" y="98140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2"/>
          <p:cNvSpPr/>
          <p:nvPr/>
        </p:nvSpPr>
        <p:spPr>
          <a:xfrm>
            <a:off x="6973560" y="3512880"/>
            <a:ext cx="51336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Coil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3"/>
          <p:cNvSpPr/>
          <p:nvPr/>
        </p:nvSpPr>
        <p:spPr>
          <a:xfrm>
            <a:off x="6413040" y="39985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Carga eficiente de imágenes con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caché inteligente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Portadas rápidas y optimizadas.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34"/>
          <p:cNvSpPr/>
          <p:nvPr/>
        </p:nvSpPr>
        <p:spPr>
          <a:xfrm>
            <a:off x="6207480" y="4820760"/>
            <a:ext cx="5605200" cy="1419840"/>
          </a:xfrm>
          <a:custGeom>
            <a:avLst/>
            <a:gdLst>
              <a:gd name="textAreaLeft" fmla="*/ 0 w 5605200"/>
              <a:gd name="textAreaRight" fmla="*/ 5605560 w 560520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5605517" h="1420064">
                <a:moveTo>
                  <a:pt x="37370" y="0"/>
                </a:moveTo>
                <a:lnTo>
                  <a:pt x="5493403" y="0"/>
                </a:lnTo>
                <a:cubicBezTo>
                  <a:pt x="5555322" y="0"/>
                  <a:pt x="5605517" y="50195"/>
                  <a:pt x="5605517" y="112114"/>
                </a:cubicBezTo>
                <a:lnTo>
                  <a:pt x="5605517" y="1307950"/>
                </a:lnTo>
                <a:cubicBezTo>
                  <a:pt x="5605517" y="1369869"/>
                  <a:pt x="5555322" y="1420064"/>
                  <a:pt x="5493403" y="1420064"/>
                </a:cubicBez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35"/>
          <p:cNvSpPr/>
          <p:nvPr/>
        </p:nvSpPr>
        <p:spPr>
          <a:xfrm>
            <a:off x="6207480" y="4820760"/>
            <a:ext cx="37080" cy="1419840"/>
          </a:xfrm>
          <a:custGeom>
            <a:avLst/>
            <a:gdLst>
              <a:gd name="textAreaLeft" fmla="*/ 0 w 37080"/>
              <a:gd name="textAreaRight" fmla="*/ 37440 w 37080"/>
              <a:gd name="textAreaTop" fmla="*/ 0 h 1419840"/>
              <a:gd name="textAreaBottom" fmla="*/ 1420200 h 1419840"/>
            </a:gdLst>
            <a:ahLst/>
            <a:cxnLst/>
            <a:rect l="textAreaLeft" t="textAreaTop" r="textAreaRight" b="textAreaBottom"/>
            <a:pathLst>
              <a:path w="37370" h="1420064">
                <a:moveTo>
                  <a:pt x="37370" y="0"/>
                </a:moveTo>
                <a:lnTo>
                  <a:pt x="37370" y="0"/>
                </a:lnTo>
                <a:lnTo>
                  <a:pt x="37370" y="1420064"/>
                </a:lnTo>
                <a:lnTo>
                  <a:pt x="37370" y="1420064"/>
                </a:lnTo>
                <a:cubicBezTo>
                  <a:pt x="16731" y="1420064"/>
                  <a:pt x="0" y="1403333"/>
                  <a:pt x="0" y="1382694"/>
                </a:cubicBezTo>
                <a:lnTo>
                  <a:pt x="0" y="37370"/>
                </a:lnTo>
                <a:cubicBezTo>
                  <a:pt x="0" y="16745"/>
                  <a:pt x="16745" y="0"/>
                  <a:pt x="3737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36"/>
          <p:cNvSpPr/>
          <p:nvPr/>
        </p:nvSpPr>
        <p:spPr>
          <a:xfrm>
            <a:off x="6413040" y="5007600"/>
            <a:ext cx="448200" cy="448200"/>
          </a:xfrm>
          <a:custGeom>
            <a:avLst/>
            <a:gdLst>
              <a:gd name="textAreaLeft" fmla="*/ 0 w 448200"/>
              <a:gd name="textAreaRight" fmla="*/ 448560 w 448200"/>
              <a:gd name="textAreaTop" fmla="*/ 0 h 448200"/>
              <a:gd name="textAreaBottom" fmla="*/ 448560 h 448200"/>
            </a:gdLst>
            <a:ahLst/>
            <a:cxnLst/>
            <a:rect l="textAreaLeft" t="textAreaTop" r="textAreaRight" b="textAreaBottom"/>
            <a:pathLst>
              <a:path w="448441" h="448441">
                <a:moveTo>
                  <a:pt x="74742" y="0"/>
                </a:moveTo>
                <a:lnTo>
                  <a:pt x="373700" y="0"/>
                </a:lnTo>
                <a:cubicBezTo>
                  <a:pt x="414951" y="0"/>
                  <a:pt x="448441" y="33491"/>
                  <a:pt x="448441" y="74742"/>
                </a:cubicBezTo>
                <a:lnTo>
                  <a:pt x="448441" y="373700"/>
                </a:lnTo>
                <a:cubicBezTo>
                  <a:pt x="448441" y="414978"/>
                  <a:pt x="414978" y="448441"/>
                  <a:pt x="373700" y="448441"/>
                </a:cubicBezTo>
                <a:lnTo>
                  <a:pt x="74742" y="448441"/>
                </a:lnTo>
                <a:cubicBezTo>
                  <a:pt x="33491" y="448441"/>
                  <a:pt x="0" y="414951"/>
                  <a:pt x="0" y="373700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37"/>
          <p:cNvSpPr/>
          <p:nvPr/>
        </p:nvSpPr>
        <p:spPr>
          <a:xfrm>
            <a:off x="6525000" y="5119560"/>
            <a:ext cx="223920" cy="223920"/>
          </a:xfrm>
          <a:custGeom>
            <a:avLst/>
            <a:gdLst>
              <a:gd name="textAreaLeft" fmla="*/ 0 w 223920"/>
              <a:gd name="textAreaRight" fmla="*/ 224280 w 223920"/>
              <a:gd name="textAreaTop" fmla="*/ 0 h 223920"/>
              <a:gd name="textAreaBottom" fmla="*/ 224280 h 223920"/>
            </a:gdLst>
            <a:ahLst/>
            <a:cxnLst/>
            <a:rect l="textAreaLeft" t="textAreaTop" r="textAreaRight" b="textAreaBottom"/>
            <a:pathLst>
              <a:path w="224221" h="224221">
                <a:moveTo>
                  <a:pt x="58595" y="15897"/>
                </a:moveTo>
                <a:cubicBezTo>
                  <a:pt x="63369" y="19225"/>
                  <a:pt x="64507" y="25794"/>
                  <a:pt x="61179" y="30524"/>
                </a:cubicBezTo>
                <a:lnTo>
                  <a:pt x="36655" y="65558"/>
                </a:lnTo>
                <a:cubicBezTo>
                  <a:pt x="34859" y="68098"/>
                  <a:pt x="32057" y="69719"/>
                  <a:pt x="28947" y="69981"/>
                </a:cubicBezTo>
                <a:cubicBezTo>
                  <a:pt x="25838" y="70244"/>
                  <a:pt x="22772" y="69193"/>
                  <a:pt x="20583" y="67003"/>
                </a:cubicBezTo>
                <a:lnTo>
                  <a:pt x="3066" y="49486"/>
                </a:lnTo>
                <a:cubicBezTo>
                  <a:pt x="-1007" y="45370"/>
                  <a:pt x="-1007" y="38713"/>
                  <a:pt x="3066" y="34597"/>
                </a:cubicBezTo>
                <a:cubicBezTo>
                  <a:pt x="7138" y="30480"/>
                  <a:pt x="13839" y="30524"/>
                  <a:pt x="17955" y="34597"/>
                </a:cubicBezTo>
                <a:lnTo>
                  <a:pt x="26626" y="43268"/>
                </a:lnTo>
                <a:lnTo>
                  <a:pt x="43968" y="18481"/>
                </a:lnTo>
                <a:cubicBezTo>
                  <a:pt x="47297" y="13707"/>
                  <a:pt x="53866" y="12569"/>
                  <a:pt x="58595" y="15897"/>
                </a:cubicBezTo>
                <a:close/>
                <a:moveTo>
                  <a:pt x="58595" y="85966"/>
                </a:moveTo>
                <a:cubicBezTo>
                  <a:pt x="63369" y="89294"/>
                  <a:pt x="64507" y="95863"/>
                  <a:pt x="61179" y="100593"/>
                </a:cubicBezTo>
                <a:lnTo>
                  <a:pt x="36655" y="135627"/>
                </a:lnTo>
                <a:cubicBezTo>
                  <a:pt x="34859" y="138167"/>
                  <a:pt x="32057" y="139788"/>
                  <a:pt x="28947" y="140050"/>
                </a:cubicBezTo>
                <a:cubicBezTo>
                  <a:pt x="25838" y="140313"/>
                  <a:pt x="22772" y="139262"/>
                  <a:pt x="20583" y="137072"/>
                </a:cubicBezTo>
                <a:lnTo>
                  <a:pt x="3066" y="119555"/>
                </a:lnTo>
                <a:cubicBezTo>
                  <a:pt x="-1051" y="115439"/>
                  <a:pt x="-1051" y="108782"/>
                  <a:pt x="3066" y="104709"/>
                </a:cubicBezTo>
                <a:cubicBezTo>
                  <a:pt x="7182" y="100637"/>
                  <a:pt x="13839" y="100593"/>
                  <a:pt x="17911" y="104709"/>
                </a:cubicBezTo>
                <a:lnTo>
                  <a:pt x="26582" y="113380"/>
                </a:lnTo>
                <a:lnTo>
                  <a:pt x="43924" y="88593"/>
                </a:lnTo>
                <a:cubicBezTo>
                  <a:pt x="47253" y="83820"/>
                  <a:pt x="53822" y="82681"/>
                  <a:pt x="58551" y="86010"/>
                </a:cubicBezTo>
                <a:close/>
                <a:moveTo>
                  <a:pt x="98097" y="42041"/>
                </a:moveTo>
                <a:cubicBezTo>
                  <a:pt x="98097" y="34290"/>
                  <a:pt x="104359" y="28028"/>
                  <a:pt x="112110" y="28028"/>
                </a:cubicBezTo>
                <a:lnTo>
                  <a:pt x="210207" y="28028"/>
                </a:lnTo>
                <a:cubicBezTo>
                  <a:pt x="217958" y="28028"/>
                  <a:pt x="224221" y="34290"/>
                  <a:pt x="224221" y="42041"/>
                </a:cubicBezTo>
                <a:cubicBezTo>
                  <a:pt x="224221" y="49793"/>
                  <a:pt x="217958" y="56055"/>
                  <a:pt x="210207" y="56055"/>
                </a:cubicBezTo>
                <a:lnTo>
                  <a:pt x="112110" y="56055"/>
                </a:lnTo>
                <a:cubicBezTo>
                  <a:pt x="104359" y="56055"/>
                  <a:pt x="98097" y="49793"/>
                  <a:pt x="98097" y="42041"/>
                </a:cubicBezTo>
                <a:close/>
                <a:moveTo>
                  <a:pt x="98097" y="112110"/>
                </a:moveTo>
                <a:cubicBezTo>
                  <a:pt x="98097" y="104359"/>
                  <a:pt x="104359" y="98097"/>
                  <a:pt x="112110" y="98097"/>
                </a:cubicBezTo>
                <a:lnTo>
                  <a:pt x="210207" y="98097"/>
                </a:lnTo>
                <a:cubicBezTo>
                  <a:pt x="217958" y="98097"/>
                  <a:pt x="224221" y="104359"/>
                  <a:pt x="224221" y="112110"/>
                </a:cubicBezTo>
                <a:cubicBezTo>
                  <a:pt x="224221" y="119862"/>
                  <a:pt x="217958" y="126124"/>
                  <a:pt x="210207" y="126124"/>
                </a:cubicBezTo>
                <a:lnTo>
                  <a:pt x="112110" y="126124"/>
                </a:lnTo>
                <a:cubicBezTo>
                  <a:pt x="104359" y="126124"/>
                  <a:pt x="98097" y="119862"/>
                  <a:pt x="98097" y="112110"/>
                </a:cubicBezTo>
                <a:close/>
                <a:moveTo>
                  <a:pt x="70069" y="182179"/>
                </a:moveTo>
                <a:cubicBezTo>
                  <a:pt x="70069" y="174428"/>
                  <a:pt x="76331" y="168166"/>
                  <a:pt x="84083" y="168166"/>
                </a:cubicBezTo>
                <a:lnTo>
                  <a:pt x="210207" y="168166"/>
                </a:lnTo>
                <a:cubicBezTo>
                  <a:pt x="217958" y="168166"/>
                  <a:pt x="224221" y="174428"/>
                  <a:pt x="224221" y="182179"/>
                </a:cubicBezTo>
                <a:cubicBezTo>
                  <a:pt x="224221" y="189931"/>
                  <a:pt x="217958" y="196193"/>
                  <a:pt x="210207" y="196193"/>
                </a:cubicBezTo>
                <a:lnTo>
                  <a:pt x="84083" y="196193"/>
                </a:lnTo>
                <a:cubicBezTo>
                  <a:pt x="76331" y="196193"/>
                  <a:pt x="70069" y="189931"/>
                  <a:pt x="70069" y="182179"/>
                </a:cubicBezTo>
                <a:close/>
                <a:moveTo>
                  <a:pt x="28028" y="164662"/>
                </a:moveTo>
                <a:cubicBezTo>
                  <a:pt x="37696" y="164662"/>
                  <a:pt x="45545" y="172511"/>
                  <a:pt x="45545" y="182179"/>
                </a:cubicBezTo>
                <a:cubicBezTo>
                  <a:pt x="45545" y="191847"/>
                  <a:pt x="37696" y="199697"/>
                  <a:pt x="28028" y="199697"/>
                </a:cubicBezTo>
                <a:cubicBezTo>
                  <a:pt x="18360" y="199697"/>
                  <a:pt x="10510" y="191847"/>
                  <a:pt x="10510" y="182179"/>
                </a:cubicBezTo>
                <a:cubicBezTo>
                  <a:pt x="10510" y="172511"/>
                  <a:pt x="18360" y="164662"/>
                  <a:pt x="28028" y="164662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8"/>
          <p:cNvSpPr/>
          <p:nvPr/>
        </p:nvSpPr>
        <p:spPr>
          <a:xfrm>
            <a:off x="6973560" y="5082480"/>
            <a:ext cx="154116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77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WorkManager</a:t>
            </a:r>
            <a:endParaRPr lang="es-ES" sz="1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39"/>
          <p:cNvSpPr/>
          <p:nvPr/>
        </p:nvSpPr>
        <p:spPr>
          <a:xfrm>
            <a:off x="6413040" y="5568120"/>
            <a:ext cx="5287680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Tareas en background </a:t>
            </a:r>
            <a:r>
              <a:rPr lang="en-US" sz="118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garantizadas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. Descarga de portadas incluso si cierras la app.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40"/>
          <p:cNvSpPr/>
          <p:nvPr/>
        </p:nvSpPr>
        <p:spPr>
          <a:xfrm>
            <a:off x="378360" y="6395040"/>
            <a:ext cx="11435040" cy="457560"/>
          </a:xfrm>
          <a:custGeom>
            <a:avLst/>
            <a:gdLst>
              <a:gd name="textAreaLeft" fmla="*/ 0 w 11435040"/>
              <a:gd name="textAreaRight" fmla="*/ 11435400 w 11435040"/>
              <a:gd name="textAreaTop" fmla="*/ 0 h 457560"/>
              <a:gd name="textAreaBottom" fmla="*/ 457920 h 457560"/>
            </a:gdLst>
            <a:ahLst/>
            <a:cxnLst/>
            <a:rect l="textAreaLeft" t="textAreaTop" r="textAreaRight" b="textAreaBottom"/>
            <a:pathLst>
              <a:path w="11435255" h="457784">
                <a:moveTo>
                  <a:pt x="74742" y="0"/>
                </a:moveTo>
                <a:lnTo>
                  <a:pt x="11360513" y="0"/>
                </a:lnTo>
                <a:cubicBezTo>
                  <a:pt x="11401792" y="0"/>
                  <a:pt x="11435255" y="33463"/>
                  <a:pt x="11435255" y="74742"/>
                </a:cubicBezTo>
                <a:lnTo>
                  <a:pt x="11435255" y="383042"/>
                </a:lnTo>
                <a:cubicBezTo>
                  <a:pt x="11435255" y="424321"/>
                  <a:pt x="11401792" y="457784"/>
                  <a:pt x="11360513" y="457784"/>
                </a:cubicBezTo>
                <a:lnTo>
                  <a:pt x="74742" y="457784"/>
                </a:lnTo>
                <a:cubicBezTo>
                  <a:pt x="33463" y="457784"/>
                  <a:pt x="0" y="424321"/>
                  <a:pt x="0" y="383042"/>
                </a:cubicBezTo>
                <a:lnTo>
                  <a:pt x="0" y="74742"/>
                </a:lnTo>
                <a:cubicBezTo>
                  <a:pt x="0" y="33491"/>
                  <a:pt x="33491" y="0"/>
                  <a:pt x="74742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1"/>
          <p:cNvSpPr/>
          <p:nvPr/>
        </p:nvSpPr>
        <p:spPr>
          <a:xfrm>
            <a:off x="4332960" y="6549120"/>
            <a:ext cx="167760" cy="149040"/>
          </a:xfrm>
          <a:custGeom>
            <a:avLst/>
            <a:gdLst>
              <a:gd name="textAreaLeft" fmla="*/ 0 w 167760"/>
              <a:gd name="textAreaRight" fmla="*/ 168120 w 167760"/>
              <a:gd name="textAreaTop" fmla="*/ 0 h 149040"/>
              <a:gd name="textAreaBottom" fmla="*/ 149400 h 149040"/>
            </a:gdLst>
            <a:ahLst/>
            <a:cxnLst/>
            <a:rect l="textAreaLeft" t="textAreaTop" r="textAreaRight" b="textAreaBottom"/>
            <a:pathLst>
              <a:path w="168166" h="149480">
                <a:moveTo>
                  <a:pt x="105337" y="350"/>
                </a:moveTo>
                <a:cubicBezTo>
                  <a:pt x="100374" y="-1080"/>
                  <a:pt x="95206" y="1810"/>
                  <a:pt x="93776" y="6773"/>
                </a:cubicBezTo>
                <a:lnTo>
                  <a:pt x="56406" y="137569"/>
                </a:lnTo>
                <a:cubicBezTo>
                  <a:pt x="54975" y="142532"/>
                  <a:pt x="57865" y="147700"/>
                  <a:pt x="62829" y="149130"/>
                </a:cubicBezTo>
                <a:cubicBezTo>
                  <a:pt x="67792" y="150561"/>
                  <a:pt x="72959" y="147670"/>
                  <a:pt x="74390" y="142707"/>
                </a:cubicBezTo>
                <a:lnTo>
                  <a:pt x="111760" y="11912"/>
                </a:lnTo>
                <a:cubicBezTo>
                  <a:pt x="113191" y="6949"/>
                  <a:pt x="110300" y="1781"/>
                  <a:pt x="105337" y="350"/>
                </a:cubicBezTo>
                <a:close/>
                <a:moveTo>
                  <a:pt x="124197" y="40085"/>
                </a:moveTo>
                <a:cubicBezTo>
                  <a:pt x="120548" y="43735"/>
                  <a:pt x="120548" y="49661"/>
                  <a:pt x="124197" y="53311"/>
                </a:cubicBezTo>
                <a:lnTo>
                  <a:pt x="145627" y="74740"/>
                </a:lnTo>
                <a:lnTo>
                  <a:pt x="124197" y="96170"/>
                </a:lnTo>
                <a:cubicBezTo>
                  <a:pt x="120548" y="99819"/>
                  <a:pt x="120548" y="105746"/>
                  <a:pt x="124197" y="109395"/>
                </a:cubicBezTo>
                <a:cubicBezTo>
                  <a:pt x="127847" y="113045"/>
                  <a:pt x="133773" y="113045"/>
                  <a:pt x="137423" y="109395"/>
                </a:cubicBezTo>
                <a:lnTo>
                  <a:pt x="165450" y="81368"/>
                </a:lnTo>
                <a:cubicBezTo>
                  <a:pt x="169100" y="77718"/>
                  <a:pt x="169100" y="71791"/>
                  <a:pt x="165450" y="68142"/>
                </a:cubicBezTo>
                <a:lnTo>
                  <a:pt x="137423" y="40114"/>
                </a:lnTo>
                <a:cubicBezTo>
                  <a:pt x="133773" y="36465"/>
                  <a:pt x="127847" y="36465"/>
                  <a:pt x="124197" y="40114"/>
                </a:cubicBezTo>
                <a:close/>
                <a:moveTo>
                  <a:pt x="43997" y="40085"/>
                </a:moveTo>
                <a:cubicBezTo>
                  <a:pt x="40348" y="36436"/>
                  <a:pt x="34421" y="36436"/>
                  <a:pt x="30772" y="40085"/>
                </a:cubicBezTo>
                <a:lnTo>
                  <a:pt x="2744" y="68113"/>
                </a:lnTo>
                <a:cubicBezTo>
                  <a:pt x="-905" y="71762"/>
                  <a:pt x="-905" y="77689"/>
                  <a:pt x="2744" y="81338"/>
                </a:cubicBezTo>
                <a:lnTo>
                  <a:pt x="30772" y="109366"/>
                </a:lnTo>
                <a:cubicBezTo>
                  <a:pt x="34421" y="113015"/>
                  <a:pt x="40348" y="113015"/>
                  <a:pt x="43997" y="109366"/>
                </a:cubicBezTo>
                <a:cubicBezTo>
                  <a:pt x="47647" y="105717"/>
                  <a:pt x="47647" y="99790"/>
                  <a:pt x="43997" y="96140"/>
                </a:cubicBezTo>
                <a:lnTo>
                  <a:pt x="22568" y="74740"/>
                </a:lnTo>
                <a:lnTo>
                  <a:pt x="43968" y="53311"/>
                </a:lnTo>
                <a:cubicBezTo>
                  <a:pt x="47618" y="49661"/>
                  <a:pt x="47618" y="43735"/>
                  <a:pt x="43968" y="4008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42"/>
          <p:cNvSpPr/>
          <p:nvPr/>
        </p:nvSpPr>
        <p:spPr>
          <a:xfrm>
            <a:off x="699480" y="6511680"/>
            <a:ext cx="11034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18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92 tests unitarios</a:t>
            </a:r>
            <a:r>
              <a:rPr lang="en-US" sz="118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aseguran calidad y estabilidad</a:t>
            </a:r>
            <a:endParaRPr lang="es-E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ext 0"/>
          <p:cNvSpPr/>
          <p:nvPr/>
        </p:nvSpPr>
        <p:spPr>
          <a:xfrm>
            <a:off x="3808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SEGURIDAD MÓVIL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"/>
          <p:cNvSpPr/>
          <p:nvPr/>
        </p:nvSpPr>
        <p:spPr>
          <a:xfrm>
            <a:off x="38088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Seguridad OWASP Mobile Top 10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3808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390600" y="1380960"/>
            <a:ext cx="4219200" cy="4457520"/>
          </a:xfrm>
          <a:custGeom>
            <a:avLst/>
            <a:gdLst>
              <a:gd name="textAreaLeft" fmla="*/ 0 w 4219200"/>
              <a:gd name="textAreaRight" fmla="*/ 4219560 w 4219200"/>
              <a:gd name="textAreaTop" fmla="*/ 0 h 4457520"/>
              <a:gd name="textAreaBottom" fmla="*/ 4457880 h 4457520"/>
            </a:gdLst>
            <a:ahLst/>
            <a:cxnLst/>
            <a:rect l="textAreaLeft" t="textAreaTop" r="textAreaRight" b="textAreaBottom"/>
            <a:pathLst>
              <a:path w="4219575" h="4457700">
                <a:moveTo>
                  <a:pt x="114308" y="0"/>
                </a:moveTo>
                <a:lnTo>
                  <a:pt x="4105267" y="0"/>
                </a:lnTo>
                <a:cubicBezTo>
                  <a:pt x="4168397" y="0"/>
                  <a:pt x="4219575" y="51178"/>
                  <a:pt x="4219575" y="114308"/>
                </a:cubicBezTo>
                <a:lnTo>
                  <a:pt x="4219575" y="4343392"/>
                </a:lnTo>
                <a:cubicBezTo>
                  <a:pt x="4219575" y="4406522"/>
                  <a:pt x="4168397" y="4457700"/>
                  <a:pt x="4105267" y="4457700"/>
                </a:cubicBezTo>
                <a:lnTo>
                  <a:pt x="114308" y="4457700"/>
                </a:lnTo>
                <a:cubicBezTo>
                  <a:pt x="51178" y="4457700"/>
                  <a:pt x="0" y="4406522"/>
                  <a:pt x="0" y="4343392"/>
                </a:cubicBezTo>
                <a:lnTo>
                  <a:pt x="0" y="114308"/>
                </a:lnTo>
                <a:cubicBezTo>
                  <a:pt x="0" y="51220"/>
                  <a:pt x="51220" y="0"/>
                  <a:pt x="114308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25400">
            <a:solidFill>
              <a:srgbClr val="D8A2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2159280" y="1738440"/>
            <a:ext cx="685440" cy="685440"/>
          </a:xfrm>
          <a:custGeom>
            <a:avLst/>
            <a:gdLst>
              <a:gd name="textAreaLeft" fmla="*/ 0 w 685440"/>
              <a:gd name="textAreaRight" fmla="*/ 685800 w 685440"/>
              <a:gd name="textAreaTop" fmla="*/ 0 h 685440"/>
              <a:gd name="textAreaBottom" fmla="*/ 685800 h 685440"/>
            </a:gdLst>
            <a:ahLst/>
            <a:cxnLst/>
            <a:rect l="textAreaLeft" t="textAreaTop" r="textAreaRight" b="textAreaBottom"/>
            <a:pathLst>
              <a:path w="685800" h="685800">
                <a:moveTo>
                  <a:pt x="342900" y="0"/>
                </a:moveTo>
                <a:cubicBezTo>
                  <a:pt x="349061" y="0"/>
                  <a:pt x="355223" y="1339"/>
                  <a:pt x="360849" y="3884"/>
                </a:cubicBezTo>
                <a:lnTo>
                  <a:pt x="613202" y="110907"/>
                </a:lnTo>
                <a:cubicBezTo>
                  <a:pt x="642670" y="123364"/>
                  <a:pt x="664637" y="152430"/>
                  <a:pt x="664503" y="187523"/>
                </a:cubicBezTo>
                <a:cubicBezTo>
                  <a:pt x="663833" y="320397"/>
                  <a:pt x="609183" y="563508"/>
                  <a:pt x="378396" y="674013"/>
                </a:cubicBezTo>
                <a:cubicBezTo>
                  <a:pt x="356027" y="684728"/>
                  <a:pt x="330041" y="684728"/>
                  <a:pt x="307672" y="674013"/>
                </a:cubicBezTo>
                <a:cubicBezTo>
                  <a:pt x="76751" y="563508"/>
                  <a:pt x="22235" y="320397"/>
                  <a:pt x="21565" y="187523"/>
                </a:cubicBezTo>
                <a:cubicBezTo>
                  <a:pt x="21431" y="152430"/>
                  <a:pt x="43398" y="123364"/>
                  <a:pt x="72866" y="110907"/>
                </a:cubicBezTo>
                <a:lnTo>
                  <a:pt x="325085" y="3884"/>
                </a:lnTo>
                <a:cubicBezTo>
                  <a:pt x="330711" y="1339"/>
                  <a:pt x="336739" y="0"/>
                  <a:pt x="342900" y="0"/>
                </a:cubicBezTo>
                <a:close/>
                <a:moveTo>
                  <a:pt x="342900" y="89475"/>
                </a:moveTo>
                <a:lnTo>
                  <a:pt x="342900" y="595923"/>
                </a:lnTo>
                <a:cubicBezTo>
                  <a:pt x="527745" y="506447"/>
                  <a:pt x="577438" y="308208"/>
                  <a:pt x="578644" y="189533"/>
                </a:cubicBezTo>
                <a:lnTo>
                  <a:pt x="342900" y="89609"/>
                </a:lnTo>
                <a:lnTo>
                  <a:pt x="342900" y="89609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5"/>
          <p:cNvSpPr/>
          <p:nvPr/>
        </p:nvSpPr>
        <p:spPr>
          <a:xfrm>
            <a:off x="2026080" y="2576520"/>
            <a:ext cx="9522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10/12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6"/>
          <p:cNvSpPr/>
          <p:nvPr/>
        </p:nvSpPr>
        <p:spPr>
          <a:xfrm>
            <a:off x="581040" y="3071880"/>
            <a:ext cx="383832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Hallazgos corregidos en auditoría de seguridad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7"/>
          <p:cNvSpPr/>
          <p:nvPr/>
        </p:nvSpPr>
        <p:spPr>
          <a:xfrm>
            <a:off x="628560" y="3843360"/>
            <a:ext cx="3742920" cy="495000"/>
          </a:xfrm>
          <a:custGeom>
            <a:avLst/>
            <a:gdLst>
              <a:gd name="textAreaLeft" fmla="*/ 0 w 3742920"/>
              <a:gd name="textAreaRight" fmla="*/ 3743280 w 3742920"/>
              <a:gd name="textAreaTop" fmla="*/ 0 h 495000"/>
              <a:gd name="textAreaBottom" fmla="*/ 495360 h 495000"/>
            </a:gdLst>
            <a:ahLst/>
            <a:cxnLst/>
            <a:rect l="textAreaLeft" t="textAreaTop" r="textAreaRight" b="textAreaBottom"/>
            <a:pathLst>
              <a:path w="3743325" h="495300">
                <a:moveTo>
                  <a:pt x="76202" y="0"/>
                </a:moveTo>
                <a:lnTo>
                  <a:pt x="3667123" y="0"/>
                </a:lnTo>
                <a:cubicBezTo>
                  <a:pt x="3709208" y="0"/>
                  <a:pt x="3743325" y="34117"/>
                  <a:pt x="3743325" y="76202"/>
                </a:cubicBezTo>
                <a:lnTo>
                  <a:pt x="3743325" y="419098"/>
                </a:lnTo>
                <a:cubicBezTo>
                  <a:pt x="3743325" y="461183"/>
                  <a:pt x="3709208" y="495300"/>
                  <a:pt x="366712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8"/>
          <p:cNvSpPr/>
          <p:nvPr/>
        </p:nvSpPr>
        <p:spPr>
          <a:xfrm>
            <a:off x="704880" y="3976560"/>
            <a:ext cx="590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Críticos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9"/>
          <p:cNvSpPr/>
          <p:nvPr/>
        </p:nvSpPr>
        <p:spPr>
          <a:xfrm>
            <a:off x="3948840" y="3957480"/>
            <a:ext cx="361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4/4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628560" y="4414680"/>
            <a:ext cx="3742920" cy="495000"/>
          </a:xfrm>
          <a:custGeom>
            <a:avLst/>
            <a:gdLst>
              <a:gd name="textAreaLeft" fmla="*/ 0 w 3742920"/>
              <a:gd name="textAreaRight" fmla="*/ 3743280 w 3742920"/>
              <a:gd name="textAreaTop" fmla="*/ 0 h 495000"/>
              <a:gd name="textAreaBottom" fmla="*/ 495360 h 495000"/>
            </a:gdLst>
            <a:ahLst/>
            <a:cxnLst/>
            <a:rect l="textAreaLeft" t="textAreaTop" r="textAreaRight" b="textAreaBottom"/>
            <a:pathLst>
              <a:path w="3743325" h="495300">
                <a:moveTo>
                  <a:pt x="76202" y="0"/>
                </a:moveTo>
                <a:lnTo>
                  <a:pt x="3667123" y="0"/>
                </a:lnTo>
                <a:cubicBezTo>
                  <a:pt x="3709208" y="0"/>
                  <a:pt x="3743325" y="34117"/>
                  <a:pt x="3743325" y="76202"/>
                </a:cubicBezTo>
                <a:lnTo>
                  <a:pt x="3743325" y="419098"/>
                </a:lnTo>
                <a:cubicBezTo>
                  <a:pt x="3743325" y="461183"/>
                  <a:pt x="3709208" y="495300"/>
                  <a:pt x="366712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1"/>
          <p:cNvSpPr/>
          <p:nvPr/>
        </p:nvSpPr>
        <p:spPr>
          <a:xfrm>
            <a:off x="704880" y="4548240"/>
            <a:ext cx="418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Altos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2"/>
          <p:cNvSpPr/>
          <p:nvPr/>
        </p:nvSpPr>
        <p:spPr>
          <a:xfrm>
            <a:off x="3948840" y="4529160"/>
            <a:ext cx="361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4/4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3"/>
          <p:cNvSpPr/>
          <p:nvPr/>
        </p:nvSpPr>
        <p:spPr>
          <a:xfrm>
            <a:off x="628560" y="4986360"/>
            <a:ext cx="3742920" cy="495000"/>
          </a:xfrm>
          <a:custGeom>
            <a:avLst/>
            <a:gdLst>
              <a:gd name="textAreaLeft" fmla="*/ 0 w 3742920"/>
              <a:gd name="textAreaRight" fmla="*/ 3743280 w 3742920"/>
              <a:gd name="textAreaTop" fmla="*/ 0 h 495000"/>
              <a:gd name="textAreaBottom" fmla="*/ 495360 h 495000"/>
            </a:gdLst>
            <a:ahLst/>
            <a:cxnLst/>
            <a:rect l="textAreaLeft" t="textAreaTop" r="textAreaRight" b="textAreaBottom"/>
            <a:pathLst>
              <a:path w="3743325" h="495300">
                <a:moveTo>
                  <a:pt x="76202" y="0"/>
                </a:moveTo>
                <a:lnTo>
                  <a:pt x="3667123" y="0"/>
                </a:lnTo>
                <a:cubicBezTo>
                  <a:pt x="3709208" y="0"/>
                  <a:pt x="3743325" y="34117"/>
                  <a:pt x="3743325" y="76202"/>
                </a:cubicBezTo>
                <a:lnTo>
                  <a:pt x="3743325" y="419098"/>
                </a:lnTo>
                <a:cubicBezTo>
                  <a:pt x="3743325" y="461183"/>
                  <a:pt x="3709208" y="495300"/>
                  <a:pt x="3667123" y="495300"/>
                </a:cubicBezTo>
                <a:lnTo>
                  <a:pt x="76202" y="495300"/>
                </a:lnTo>
                <a:cubicBezTo>
                  <a:pt x="34117" y="495300"/>
                  <a:pt x="0" y="461183"/>
                  <a:pt x="0" y="4190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3E3A3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4"/>
          <p:cNvSpPr/>
          <p:nvPr/>
        </p:nvSpPr>
        <p:spPr>
          <a:xfrm>
            <a:off x="704880" y="5119560"/>
            <a:ext cx="571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Medios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5"/>
          <p:cNvSpPr/>
          <p:nvPr/>
        </p:nvSpPr>
        <p:spPr>
          <a:xfrm>
            <a:off x="3948840" y="5100480"/>
            <a:ext cx="361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500" b="1" u="none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2/4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16"/>
          <p:cNvSpPr/>
          <p:nvPr/>
        </p:nvSpPr>
        <p:spPr>
          <a:xfrm>
            <a:off x="4871160" y="1371600"/>
            <a:ext cx="3381120" cy="15426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542600"/>
              <a:gd name="textAreaBottom" fmla="*/ 1542960 h 1542600"/>
            </a:gdLst>
            <a:ahLst/>
            <a:cxnLst/>
            <a:rect l="textAreaLeft" t="textAreaTop" r="textAreaRight" b="textAreaBottom"/>
            <a:pathLst>
              <a:path w="3381375" h="1543050">
                <a:moveTo>
                  <a:pt x="38100" y="0"/>
                </a:moveTo>
                <a:lnTo>
                  <a:pt x="3267081" y="0"/>
                </a:lnTo>
                <a:cubicBezTo>
                  <a:pt x="3330162" y="0"/>
                  <a:pt x="3381375" y="51213"/>
                  <a:pt x="3381375" y="114294"/>
                </a:cubicBezTo>
                <a:lnTo>
                  <a:pt x="3381375" y="1428756"/>
                </a:lnTo>
                <a:cubicBezTo>
                  <a:pt x="3381375" y="1491837"/>
                  <a:pt x="3330162" y="1543050"/>
                  <a:pt x="3267081" y="1543050"/>
                </a:cubicBezTo>
                <a:lnTo>
                  <a:pt x="38100" y="1543050"/>
                </a:lnTo>
                <a:cubicBezTo>
                  <a:pt x="17072" y="1543050"/>
                  <a:pt x="0" y="1525978"/>
                  <a:pt x="0" y="1504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7"/>
          <p:cNvSpPr/>
          <p:nvPr/>
        </p:nvSpPr>
        <p:spPr>
          <a:xfrm>
            <a:off x="4871160" y="1371600"/>
            <a:ext cx="37800" cy="1542600"/>
          </a:xfrm>
          <a:custGeom>
            <a:avLst/>
            <a:gdLst>
              <a:gd name="textAreaLeft" fmla="*/ 0 w 37800"/>
              <a:gd name="textAreaRight" fmla="*/ 38160 w 37800"/>
              <a:gd name="textAreaTop" fmla="*/ 0 h 1542600"/>
              <a:gd name="textAreaBottom" fmla="*/ 1542960 h 1542600"/>
            </a:gdLst>
            <a:ahLst/>
            <a:cxnLst/>
            <a:rect l="textAreaLeft" t="textAreaTop" r="textAreaRight" b="textAreaBottom"/>
            <a:pathLst>
              <a:path w="38100" h="1543050">
                <a:moveTo>
                  <a:pt x="3810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38100" y="1543050"/>
                </a:lnTo>
                <a:cubicBezTo>
                  <a:pt x="17072" y="1543050"/>
                  <a:pt x="0" y="1525978"/>
                  <a:pt x="0" y="1504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8"/>
          <p:cNvSpPr/>
          <p:nvPr/>
        </p:nvSpPr>
        <p:spPr>
          <a:xfrm>
            <a:off x="5099760" y="1542960"/>
            <a:ext cx="171000" cy="228240"/>
          </a:xfrm>
          <a:custGeom>
            <a:avLst/>
            <a:gdLst>
              <a:gd name="textAreaLeft" fmla="*/ 0 w 171000"/>
              <a:gd name="textAreaRight" fmla="*/ 171360 w 1710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171450" h="228600">
                <a:moveTo>
                  <a:pt x="57150" y="42863"/>
                </a:moveTo>
                <a:lnTo>
                  <a:pt x="57150" y="71438"/>
                </a:lnTo>
                <a:lnTo>
                  <a:pt x="114300" y="71438"/>
                </a:lnTo>
                <a:lnTo>
                  <a:pt x="114300" y="42863"/>
                </a:lnTo>
                <a:cubicBezTo>
                  <a:pt x="114300" y="27102"/>
                  <a:pt x="101486" y="14288"/>
                  <a:pt x="85725" y="14288"/>
                </a:cubicBezTo>
                <a:cubicBezTo>
                  <a:pt x="69964" y="14288"/>
                  <a:pt x="57150" y="27102"/>
                  <a:pt x="57150" y="42863"/>
                </a:cubicBezTo>
                <a:close/>
                <a:moveTo>
                  <a:pt x="28575" y="71438"/>
                </a:moveTo>
                <a:lnTo>
                  <a:pt x="28575" y="42863"/>
                </a:lnTo>
                <a:cubicBezTo>
                  <a:pt x="28575" y="11296"/>
                  <a:pt x="54159" y="-14287"/>
                  <a:pt x="85725" y="-14287"/>
                </a:cubicBezTo>
                <a:cubicBezTo>
                  <a:pt x="117291" y="-14287"/>
                  <a:pt x="142875" y="11296"/>
                  <a:pt x="142875" y="42863"/>
                </a:cubicBezTo>
                <a:lnTo>
                  <a:pt x="142875" y="71438"/>
                </a:lnTo>
                <a:cubicBezTo>
                  <a:pt x="158636" y="71438"/>
                  <a:pt x="171450" y="84252"/>
                  <a:pt x="171450" y="100013"/>
                </a:cubicBezTo>
                <a:lnTo>
                  <a:pt x="171450" y="200025"/>
                </a:lnTo>
                <a:cubicBezTo>
                  <a:pt x="171450" y="215786"/>
                  <a:pt x="158636" y="228600"/>
                  <a:pt x="142875" y="228600"/>
                </a:cubicBezTo>
                <a:lnTo>
                  <a:pt x="28575" y="228600"/>
                </a:lnTo>
                <a:cubicBezTo>
                  <a:pt x="12814" y="228600"/>
                  <a:pt x="0" y="215786"/>
                  <a:pt x="0" y="200025"/>
                </a:cubicBezTo>
                <a:lnTo>
                  <a:pt x="0" y="100013"/>
                </a:lnTo>
                <a:cubicBezTo>
                  <a:pt x="0" y="84252"/>
                  <a:pt x="12814" y="71438"/>
                  <a:pt x="28575" y="71438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19"/>
          <p:cNvSpPr/>
          <p:nvPr/>
        </p:nvSpPr>
        <p:spPr>
          <a:xfrm>
            <a:off x="5442480" y="1523880"/>
            <a:ext cx="22284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HTTPS + Certificate Pinning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0"/>
          <p:cNvSpPr/>
          <p:nvPr/>
        </p:nvSpPr>
        <p:spPr>
          <a:xfrm>
            <a:off x="5042520" y="1866960"/>
            <a:ext cx="3133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Conexiones seguras con validación de certificados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21"/>
          <p:cNvSpPr/>
          <p:nvPr/>
        </p:nvSpPr>
        <p:spPr>
          <a:xfrm>
            <a:off x="8426880" y="1371600"/>
            <a:ext cx="3381120" cy="15426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542600"/>
              <a:gd name="textAreaBottom" fmla="*/ 1542960 h 1542600"/>
            </a:gdLst>
            <a:ahLst/>
            <a:cxnLst/>
            <a:rect l="textAreaLeft" t="textAreaTop" r="textAreaRight" b="textAreaBottom"/>
            <a:pathLst>
              <a:path w="3381375" h="1543050">
                <a:moveTo>
                  <a:pt x="38100" y="0"/>
                </a:moveTo>
                <a:lnTo>
                  <a:pt x="3267081" y="0"/>
                </a:lnTo>
                <a:cubicBezTo>
                  <a:pt x="3330162" y="0"/>
                  <a:pt x="3381375" y="51213"/>
                  <a:pt x="3381375" y="114294"/>
                </a:cubicBezTo>
                <a:lnTo>
                  <a:pt x="3381375" y="1428756"/>
                </a:lnTo>
                <a:cubicBezTo>
                  <a:pt x="3381375" y="1491837"/>
                  <a:pt x="3330162" y="1543050"/>
                  <a:pt x="3267081" y="1543050"/>
                </a:cubicBezTo>
                <a:lnTo>
                  <a:pt x="38100" y="1543050"/>
                </a:lnTo>
                <a:cubicBezTo>
                  <a:pt x="17072" y="1543050"/>
                  <a:pt x="0" y="1525978"/>
                  <a:pt x="0" y="1504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22"/>
          <p:cNvSpPr/>
          <p:nvPr/>
        </p:nvSpPr>
        <p:spPr>
          <a:xfrm>
            <a:off x="8426880" y="1371600"/>
            <a:ext cx="37800" cy="1542600"/>
          </a:xfrm>
          <a:custGeom>
            <a:avLst/>
            <a:gdLst>
              <a:gd name="textAreaLeft" fmla="*/ 0 w 37800"/>
              <a:gd name="textAreaRight" fmla="*/ 38160 w 37800"/>
              <a:gd name="textAreaTop" fmla="*/ 0 h 1542600"/>
              <a:gd name="textAreaBottom" fmla="*/ 1542960 h 1542600"/>
            </a:gdLst>
            <a:ahLst/>
            <a:cxnLst/>
            <a:rect l="textAreaLeft" t="textAreaTop" r="textAreaRight" b="textAreaBottom"/>
            <a:pathLst>
              <a:path w="38100" h="1543050">
                <a:moveTo>
                  <a:pt x="3810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38100" y="1543050"/>
                </a:lnTo>
                <a:cubicBezTo>
                  <a:pt x="17072" y="1543050"/>
                  <a:pt x="0" y="1525978"/>
                  <a:pt x="0" y="1504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23"/>
          <p:cNvSpPr/>
          <p:nvPr/>
        </p:nvSpPr>
        <p:spPr>
          <a:xfrm>
            <a:off x="8655480" y="1542960"/>
            <a:ext cx="171000" cy="228240"/>
          </a:xfrm>
          <a:custGeom>
            <a:avLst/>
            <a:gdLst>
              <a:gd name="textAreaLeft" fmla="*/ 0 w 171000"/>
              <a:gd name="textAreaRight" fmla="*/ 171360 w 1710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171450" h="228600">
                <a:moveTo>
                  <a:pt x="0" y="28575"/>
                </a:moveTo>
                <a:cubicBezTo>
                  <a:pt x="0" y="12814"/>
                  <a:pt x="12814" y="0"/>
                  <a:pt x="28575" y="0"/>
                </a:cubicBezTo>
                <a:lnTo>
                  <a:pt x="95324" y="0"/>
                </a:lnTo>
                <a:cubicBezTo>
                  <a:pt x="102915" y="0"/>
                  <a:pt x="110192" y="2991"/>
                  <a:pt x="115550" y="8349"/>
                </a:cubicBezTo>
                <a:lnTo>
                  <a:pt x="163101" y="55944"/>
                </a:lnTo>
                <a:cubicBezTo>
                  <a:pt x="168459" y="61302"/>
                  <a:pt x="171450" y="68580"/>
                  <a:pt x="171450" y="76170"/>
                </a:cubicBezTo>
                <a:lnTo>
                  <a:pt x="171450" y="200025"/>
                </a:lnTo>
                <a:cubicBezTo>
                  <a:pt x="171450" y="215786"/>
                  <a:pt x="158636" y="228600"/>
                  <a:pt x="142875" y="228600"/>
                </a:cubicBezTo>
                <a:lnTo>
                  <a:pt x="28575" y="228600"/>
                </a:lnTo>
                <a:cubicBezTo>
                  <a:pt x="12814" y="228600"/>
                  <a:pt x="0" y="215786"/>
                  <a:pt x="0" y="200025"/>
                </a:cubicBezTo>
                <a:lnTo>
                  <a:pt x="0" y="28575"/>
                </a:lnTo>
                <a:close/>
                <a:moveTo>
                  <a:pt x="92869" y="26119"/>
                </a:moveTo>
                <a:lnTo>
                  <a:pt x="92869" y="67866"/>
                </a:lnTo>
                <a:cubicBezTo>
                  <a:pt x="92869" y="73804"/>
                  <a:pt x="97646" y="78581"/>
                  <a:pt x="103584" y="78581"/>
                </a:cubicBezTo>
                <a:lnTo>
                  <a:pt x="145331" y="78581"/>
                </a:lnTo>
                <a:lnTo>
                  <a:pt x="92869" y="26119"/>
                </a:lnTo>
                <a:close/>
                <a:moveTo>
                  <a:pt x="68848" y="131981"/>
                </a:moveTo>
                <a:cubicBezTo>
                  <a:pt x="72688" y="127471"/>
                  <a:pt x="72197" y="120729"/>
                  <a:pt x="67687" y="116890"/>
                </a:cubicBezTo>
                <a:cubicBezTo>
                  <a:pt x="63178" y="113050"/>
                  <a:pt x="56436" y="113541"/>
                  <a:pt x="52596" y="118050"/>
                </a:cubicBezTo>
                <a:lnTo>
                  <a:pt x="31165" y="143054"/>
                </a:lnTo>
                <a:cubicBezTo>
                  <a:pt x="27727" y="147072"/>
                  <a:pt x="27727" y="152966"/>
                  <a:pt x="31165" y="156984"/>
                </a:cubicBezTo>
                <a:lnTo>
                  <a:pt x="52596" y="181987"/>
                </a:lnTo>
                <a:cubicBezTo>
                  <a:pt x="56436" y="186497"/>
                  <a:pt x="63222" y="186988"/>
                  <a:pt x="67687" y="183148"/>
                </a:cubicBezTo>
                <a:cubicBezTo>
                  <a:pt x="72152" y="179308"/>
                  <a:pt x="72688" y="172522"/>
                  <a:pt x="68848" y="168057"/>
                </a:cubicBezTo>
                <a:lnTo>
                  <a:pt x="53400" y="150019"/>
                </a:lnTo>
                <a:lnTo>
                  <a:pt x="68848" y="131981"/>
                </a:lnTo>
                <a:close/>
                <a:moveTo>
                  <a:pt x="118854" y="118050"/>
                </a:moveTo>
                <a:cubicBezTo>
                  <a:pt x="115014" y="113541"/>
                  <a:pt x="108228" y="113050"/>
                  <a:pt x="103763" y="116890"/>
                </a:cubicBezTo>
                <a:cubicBezTo>
                  <a:pt x="99298" y="120729"/>
                  <a:pt x="98762" y="127516"/>
                  <a:pt x="102602" y="131981"/>
                </a:cubicBezTo>
                <a:lnTo>
                  <a:pt x="118050" y="150019"/>
                </a:lnTo>
                <a:lnTo>
                  <a:pt x="102602" y="168057"/>
                </a:lnTo>
                <a:cubicBezTo>
                  <a:pt x="98762" y="172566"/>
                  <a:pt x="99253" y="179308"/>
                  <a:pt x="103763" y="183148"/>
                </a:cubicBezTo>
                <a:cubicBezTo>
                  <a:pt x="108272" y="186988"/>
                  <a:pt x="115014" y="186497"/>
                  <a:pt x="118854" y="181987"/>
                </a:cubicBezTo>
                <a:lnTo>
                  <a:pt x="140285" y="156984"/>
                </a:lnTo>
                <a:cubicBezTo>
                  <a:pt x="143723" y="152966"/>
                  <a:pt x="143723" y="147072"/>
                  <a:pt x="140285" y="143054"/>
                </a:cubicBezTo>
                <a:lnTo>
                  <a:pt x="118854" y="118050"/>
                </a:ln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4"/>
          <p:cNvSpPr/>
          <p:nvPr/>
        </p:nvSpPr>
        <p:spPr>
          <a:xfrm>
            <a:off x="8998200" y="1523880"/>
            <a:ext cx="1685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Saneamiento de ISBN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5"/>
          <p:cNvSpPr/>
          <p:nvPr/>
        </p:nvSpPr>
        <p:spPr>
          <a:xfrm>
            <a:off x="8598240" y="1866960"/>
            <a:ext cx="3133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Validación de nombres de archivo y canonicalPath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6"/>
          <p:cNvSpPr/>
          <p:nvPr/>
        </p:nvSpPr>
        <p:spPr>
          <a:xfrm>
            <a:off x="4871160" y="3067200"/>
            <a:ext cx="3381120" cy="13140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381375" h="1314450">
                <a:moveTo>
                  <a:pt x="38100" y="0"/>
                </a:moveTo>
                <a:lnTo>
                  <a:pt x="3267070" y="0"/>
                </a:lnTo>
                <a:cubicBezTo>
                  <a:pt x="3330199" y="0"/>
                  <a:pt x="3381375" y="51176"/>
                  <a:pt x="3381375" y="114305"/>
                </a:cubicBezTo>
                <a:lnTo>
                  <a:pt x="3381375" y="1200145"/>
                </a:lnTo>
                <a:cubicBezTo>
                  <a:pt x="3381375" y="1263274"/>
                  <a:pt x="3330199" y="1314450"/>
                  <a:pt x="3267070" y="1314450"/>
                </a:cubicBez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27"/>
          <p:cNvSpPr/>
          <p:nvPr/>
        </p:nvSpPr>
        <p:spPr>
          <a:xfrm>
            <a:off x="4871160" y="3067200"/>
            <a:ext cx="37800" cy="1314000"/>
          </a:xfrm>
          <a:custGeom>
            <a:avLst/>
            <a:gdLst>
              <a:gd name="textAreaLeft" fmla="*/ 0 w 37800"/>
              <a:gd name="textAreaRight" fmla="*/ 38160 w 3780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8100" h="1314450">
                <a:moveTo>
                  <a:pt x="38100" y="0"/>
                </a:moveTo>
                <a:lnTo>
                  <a:pt x="38100" y="0"/>
                </a:lnTo>
                <a:lnTo>
                  <a:pt x="38100" y="1314450"/>
                </a:ln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28"/>
          <p:cNvSpPr/>
          <p:nvPr/>
        </p:nvSpPr>
        <p:spPr>
          <a:xfrm>
            <a:off x="5070960" y="323856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13139" y="1295"/>
                </a:moveTo>
                <a:cubicBezTo>
                  <a:pt x="111264" y="446"/>
                  <a:pt x="109255" y="0"/>
                  <a:pt x="107156" y="0"/>
                </a:cubicBezTo>
                <a:cubicBezTo>
                  <a:pt x="105058" y="0"/>
                  <a:pt x="103049" y="446"/>
                  <a:pt x="101173" y="1295"/>
                </a:cubicBezTo>
                <a:lnTo>
                  <a:pt x="17100" y="36969"/>
                </a:lnTo>
                <a:cubicBezTo>
                  <a:pt x="7278" y="41121"/>
                  <a:pt x="-45" y="50810"/>
                  <a:pt x="0" y="62508"/>
                </a:cubicBezTo>
                <a:cubicBezTo>
                  <a:pt x="223" y="106799"/>
                  <a:pt x="18440" y="187836"/>
                  <a:pt x="95369" y="224671"/>
                </a:cubicBezTo>
                <a:cubicBezTo>
                  <a:pt x="102825" y="228243"/>
                  <a:pt x="111487" y="228243"/>
                  <a:pt x="118943" y="224671"/>
                </a:cubicBezTo>
                <a:cubicBezTo>
                  <a:pt x="195917" y="187836"/>
                  <a:pt x="214134" y="106799"/>
                  <a:pt x="214313" y="62508"/>
                </a:cubicBezTo>
                <a:cubicBezTo>
                  <a:pt x="214357" y="50810"/>
                  <a:pt x="207035" y="41121"/>
                  <a:pt x="197212" y="36969"/>
                </a:cubicBezTo>
                <a:lnTo>
                  <a:pt x="113139" y="1295"/>
                </a:lnTo>
                <a:close/>
                <a:moveTo>
                  <a:pt x="107156" y="57150"/>
                </a:moveTo>
                <a:cubicBezTo>
                  <a:pt x="113094" y="57150"/>
                  <a:pt x="117872" y="61927"/>
                  <a:pt x="117872" y="67866"/>
                </a:cubicBezTo>
                <a:cubicBezTo>
                  <a:pt x="117872" y="78090"/>
                  <a:pt x="130239" y="83225"/>
                  <a:pt x="137473" y="75992"/>
                </a:cubicBezTo>
                <a:cubicBezTo>
                  <a:pt x="141669" y="71795"/>
                  <a:pt x="148456" y="71795"/>
                  <a:pt x="152608" y="75992"/>
                </a:cubicBezTo>
                <a:cubicBezTo>
                  <a:pt x="156761" y="80189"/>
                  <a:pt x="156805" y="86975"/>
                  <a:pt x="152608" y="91127"/>
                </a:cubicBezTo>
                <a:cubicBezTo>
                  <a:pt x="145375" y="98361"/>
                  <a:pt x="150510" y="110728"/>
                  <a:pt x="160734" y="110728"/>
                </a:cubicBezTo>
                <a:cubicBezTo>
                  <a:pt x="166673" y="110728"/>
                  <a:pt x="171450" y="115506"/>
                  <a:pt x="171450" y="121444"/>
                </a:cubicBezTo>
                <a:cubicBezTo>
                  <a:pt x="171450" y="127382"/>
                  <a:pt x="166673" y="132159"/>
                  <a:pt x="160734" y="132159"/>
                </a:cubicBezTo>
                <a:cubicBezTo>
                  <a:pt x="150510" y="132159"/>
                  <a:pt x="145375" y="144527"/>
                  <a:pt x="152608" y="151760"/>
                </a:cubicBezTo>
                <a:cubicBezTo>
                  <a:pt x="156805" y="155957"/>
                  <a:pt x="156805" y="162744"/>
                  <a:pt x="152608" y="166896"/>
                </a:cubicBezTo>
                <a:cubicBezTo>
                  <a:pt x="148411" y="171048"/>
                  <a:pt x="141625" y="171093"/>
                  <a:pt x="137473" y="166896"/>
                </a:cubicBezTo>
                <a:cubicBezTo>
                  <a:pt x="130239" y="159663"/>
                  <a:pt x="117872" y="164797"/>
                  <a:pt x="117872" y="175022"/>
                </a:cubicBezTo>
                <a:cubicBezTo>
                  <a:pt x="117872" y="180960"/>
                  <a:pt x="113094" y="185737"/>
                  <a:pt x="107156" y="185737"/>
                </a:cubicBezTo>
                <a:cubicBezTo>
                  <a:pt x="101218" y="185737"/>
                  <a:pt x="96441" y="180960"/>
                  <a:pt x="96441" y="175022"/>
                </a:cubicBezTo>
                <a:cubicBezTo>
                  <a:pt x="96441" y="164797"/>
                  <a:pt x="84073" y="159663"/>
                  <a:pt x="76840" y="166896"/>
                </a:cubicBezTo>
                <a:cubicBezTo>
                  <a:pt x="72643" y="171093"/>
                  <a:pt x="65856" y="171093"/>
                  <a:pt x="61704" y="166896"/>
                </a:cubicBezTo>
                <a:cubicBezTo>
                  <a:pt x="57552" y="162699"/>
                  <a:pt x="57507" y="155912"/>
                  <a:pt x="61704" y="151760"/>
                </a:cubicBezTo>
                <a:cubicBezTo>
                  <a:pt x="68937" y="144527"/>
                  <a:pt x="63803" y="132159"/>
                  <a:pt x="53578" y="132159"/>
                </a:cubicBezTo>
                <a:cubicBezTo>
                  <a:pt x="47640" y="132159"/>
                  <a:pt x="42862" y="127382"/>
                  <a:pt x="42862" y="121444"/>
                </a:cubicBezTo>
                <a:cubicBezTo>
                  <a:pt x="42862" y="115506"/>
                  <a:pt x="47640" y="110728"/>
                  <a:pt x="53578" y="110728"/>
                </a:cubicBezTo>
                <a:cubicBezTo>
                  <a:pt x="63803" y="110728"/>
                  <a:pt x="68937" y="98361"/>
                  <a:pt x="61704" y="91127"/>
                </a:cubicBezTo>
                <a:cubicBezTo>
                  <a:pt x="57507" y="86931"/>
                  <a:pt x="57507" y="80144"/>
                  <a:pt x="61704" y="75992"/>
                </a:cubicBezTo>
                <a:cubicBezTo>
                  <a:pt x="65901" y="71839"/>
                  <a:pt x="72688" y="71795"/>
                  <a:pt x="76840" y="75992"/>
                </a:cubicBezTo>
                <a:cubicBezTo>
                  <a:pt x="84073" y="83225"/>
                  <a:pt x="96441" y="78090"/>
                  <a:pt x="96441" y="67866"/>
                </a:cubicBezTo>
                <a:cubicBezTo>
                  <a:pt x="96441" y="61927"/>
                  <a:pt x="101218" y="57150"/>
                  <a:pt x="107156" y="57150"/>
                </a:cubicBezTo>
                <a:close/>
                <a:moveTo>
                  <a:pt x="92869" y="117872"/>
                </a:moveTo>
                <a:cubicBezTo>
                  <a:pt x="98783" y="117872"/>
                  <a:pt x="103584" y="113070"/>
                  <a:pt x="103584" y="107156"/>
                </a:cubicBezTo>
                <a:cubicBezTo>
                  <a:pt x="103584" y="101242"/>
                  <a:pt x="98783" y="96441"/>
                  <a:pt x="92869" y="96441"/>
                </a:cubicBezTo>
                <a:cubicBezTo>
                  <a:pt x="86955" y="96441"/>
                  <a:pt x="82153" y="101242"/>
                  <a:pt x="82153" y="107156"/>
                </a:cubicBezTo>
                <a:cubicBezTo>
                  <a:pt x="82153" y="113070"/>
                  <a:pt x="86955" y="117872"/>
                  <a:pt x="92869" y="117872"/>
                </a:cubicBezTo>
                <a:close/>
                <a:moveTo>
                  <a:pt x="132159" y="135731"/>
                </a:moveTo>
                <a:cubicBezTo>
                  <a:pt x="132159" y="129817"/>
                  <a:pt x="127358" y="125016"/>
                  <a:pt x="121444" y="125016"/>
                </a:cubicBezTo>
                <a:cubicBezTo>
                  <a:pt x="115530" y="125016"/>
                  <a:pt x="110728" y="129817"/>
                  <a:pt x="110728" y="135731"/>
                </a:cubicBezTo>
                <a:cubicBezTo>
                  <a:pt x="110728" y="141645"/>
                  <a:pt x="115530" y="146447"/>
                  <a:pt x="121444" y="146447"/>
                </a:cubicBezTo>
                <a:cubicBezTo>
                  <a:pt x="127358" y="146447"/>
                  <a:pt x="132159" y="141645"/>
                  <a:pt x="132159" y="1357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9"/>
          <p:cNvSpPr/>
          <p:nvPr/>
        </p:nvSpPr>
        <p:spPr>
          <a:xfrm>
            <a:off x="5442480" y="3219480"/>
            <a:ext cx="19141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Network Security Config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0"/>
          <p:cNvSpPr/>
          <p:nvPr/>
        </p:nvSpPr>
        <p:spPr>
          <a:xfrm>
            <a:off x="5042520" y="3562200"/>
            <a:ext cx="3133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Configuración de seguridad de red robusta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31"/>
          <p:cNvSpPr/>
          <p:nvPr/>
        </p:nvSpPr>
        <p:spPr>
          <a:xfrm>
            <a:off x="8426880" y="3067200"/>
            <a:ext cx="3381120" cy="13140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381375" h="1314450">
                <a:moveTo>
                  <a:pt x="38100" y="0"/>
                </a:moveTo>
                <a:lnTo>
                  <a:pt x="3267070" y="0"/>
                </a:lnTo>
                <a:cubicBezTo>
                  <a:pt x="3330199" y="0"/>
                  <a:pt x="3381375" y="51176"/>
                  <a:pt x="3381375" y="114305"/>
                </a:cubicBezTo>
                <a:lnTo>
                  <a:pt x="3381375" y="1200145"/>
                </a:lnTo>
                <a:cubicBezTo>
                  <a:pt x="3381375" y="1263274"/>
                  <a:pt x="3330199" y="1314450"/>
                  <a:pt x="3267070" y="1314450"/>
                </a:cubicBez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32"/>
          <p:cNvSpPr/>
          <p:nvPr/>
        </p:nvSpPr>
        <p:spPr>
          <a:xfrm>
            <a:off x="8426880" y="3067200"/>
            <a:ext cx="37800" cy="1314000"/>
          </a:xfrm>
          <a:custGeom>
            <a:avLst/>
            <a:gdLst>
              <a:gd name="textAreaLeft" fmla="*/ 0 w 37800"/>
              <a:gd name="textAreaRight" fmla="*/ 38160 w 3780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8100" h="1314450">
                <a:moveTo>
                  <a:pt x="38100" y="0"/>
                </a:moveTo>
                <a:lnTo>
                  <a:pt x="38100" y="0"/>
                </a:lnTo>
                <a:lnTo>
                  <a:pt x="38100" y="1314450"/>
                </a:ln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33"/>
          <p:cNvSpPr/>
          <p:nvPr/>
        </p:nvSpPr>
        <p:spPr>
          <a:xfrm>
            <a:off x="8612640" y="3238560"/>
            <a:ext cx="256680" cy="228240"/>
          </a:xfrm>
          <a:custGeom>
            <a:avLst/>
            <a:gdLst>
              <a:gd name="textAreaLeft" fmla="*/ 0 w 256680"/>
              <a:gd name="textAreaRight" fmla="*/ 257040 w 25668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57175" h="228600">
                <a:moveTo>
                  <a:pt x="18306" y="-11117"/>
                </a:moveTo>
                <a:cubicBezTo>
                  <a:pt x="14109" y="-15314"/>
                  <a:pt x="7322" y="-15314"/>
                  <a:pt x="3170" y="-11117"/>
                </a:cubicBezTo>
                <a:cubicBezTo>
                  <a:pt x="-982" y="-6921"/>
                  <a:pt x="-1027" y="-134"/>
                  <a:pt x="3125" y="4063"/>
                </a:cubicBezTo>
                <a:lnTo>
                  <a:pt x="238869" y="239807"/>
                </a:lnTo>
                <a:cubicBezTo>
                  <a:pt x="243066" y="244004"/>
                  <a:pt x="249853" y="244004"/>
                  <a:pt x="254005" y="239807"/>
                </a:cubicBezTo>
                <a:cubicBezTo>
                  <a:pt x="258157" y="235610"/>
                  <a:pt x="258202" y="228823"/>
                  <a:pt x="254005" y="224671"/>
                </a:cubicBezTo>
                <a:lnTo>
                  <a:pt x="210964" y="181630"/>
                </a:lnTo>
                <a:cubicBezTo>
                  <a:pt x="212169" y="180558"/>
                  <a:pt x="213375" y="179487"/>
                  <a:pt x="214536" y="178415"/>
                </a:cubicBezTo>
                <a:cubicBezTo>
                  <a:pt x="235431" y="158993"/>
                  <a:pt x="249406" y="135821"/>
                  <a:pt x="256059" y="119881"/>
                </a:cubicBezTo>
                <a:cubicBezTo>
                  <a:pt x="257532" y="116354"/>
                  <a:pt x="257532" y="112425"/>
                  <a:pt x="256059" y="108898"/>
                </a:cubicBezTo>
                <a:cubicBezTo>
                  <a:pt x="249406" y="92958"/>
                  <a:pt x="235431" y="69741"/>
                  <a:pt x="214536" y="50363"/>
                </a:cubicBezTo>
                <a:cubicBezTo>
                  <a:pt x="193506" y="30852"/>
                  <a:pt x="164619" y="14377"/>
                  <a:pt x="128543" y="14377"/>
                </a:cubicBezTo>
                <a:cubicBezTo>
                  <a:pt x="103183" y="14377"/>
                  <a:pt x="81394" y="22503"/>
                  <a:pt x="63356" y="34111"/>
                </a:cubicBezTo>
                <a:lnTo>
                  <a:pt x="18306" y="-11117"/>
                </a:lnTo>
                <a:close/>
                <a:moveTo>
                  <a:pt x="91306" y="61927"/>
                </a:moveTo>
                <a:cubicBezTo>
                  <a:pt x="101798" y="54426"/>
                  <a:pt x="114702" y="50006"/>
                  <a:pt x="128588" y="50006"/>
                </a:cubicBezTo>
                <a:cubicBezTo>
                  <a:pt x="164083" y="50006"/>
                  <a:pt x="192881" y="78804"/>
                  <a:pt x="192881" y="114300"/>
                </a:cubicBezTo>
                <a:cubicBezTo>
                  <a:pt x="192881" y="128186"/>
                  <a:pt x="188461" y="141044"/>
                  <a:pt x="180960" y="151581"/>
                </a:cubicBezTo>
                <a:lnTo>
                  <a:pt x="165467" y="136088"/>
                </a:lnTo>
                <a:cubicBezTo>
                  <a:pt x="171137" y="126534"/>
                  <a:pt x="173057" y="114791"/>
                  <a:pt x="169977" y="103183"/>
                </a:cubicBezTo>
                <a:cubicBezTo>
                  <a:pt x="163860" y="80323"/>
                  <a:pt x="140330" y="66749"/>
                  <a:pt x="117470" y="72866"/>
                </a:cubicBezTo>
                <a:cubicBezTo>
                  <a:pt x="113630" y="73893"/>
                  <a:pt x="110014" y="75411"/>
                  <a:pt x="106754" y="77331"/>
                </a:cubicBezTo>
                <a:lnTo>
                  <a:pt x="91261" y="61838"/>
                </a:lnTo>
                <a:close/>
                <a:moveTo>
                  <a:pt x="145241" y="176406"/>
                </a:moveTo>
                <a:cubicBezTo>
                  <a:pt x="139928" y="177835"/>
                  <a:pt x="134347" y="178594"/>
                  <a:pt x="128588" y="178594"/>
                </a:cubicBezTo>
                <a:cubicBezTo>
                  <a:pt x="93092" y="178594"/>
                  <a:pt x="64294" y="149796"/>
                  <a:pt x="64294" y="114300"/>
                </a:cubicBezTo>
                <a:cubicBezTo>
                  <a:pt x="64294" y="108540"/>
                  <a:pt x="65053" y="102959"/>
                  <a:pt x="66482" y="97646"/>
                </a:cubicBezTo>
                <a:lnTo>
                  <a:pt x="30986" y="62151"/>
                </a:lnTo>
                <a:cubicBezTo>
                  <a:pt x="16431" y="78581"/>
                  <a:pt x="6429" y="95994"/>
                  <a:pt x="1116" y="108808"/>
                </a:cubicBezTo>
                <a:cubicBezTo>
                  <a:pt x="-357" y="112335"/>
                  <a:pt x="-357" y="116265"/>
                  <a:pt x="1116" y="119792"/>
                </a:cubicBezTo>
                <a:cubicBezTo>
                  <a:pt x="7769" y="135731"/>
                  <a:pt x="21744" y="158948"/>
                  <a:pt x="42639" y="178326"/>
                </a:cubicBezTo>
                <a:cubicBezTo>
                  <a:pt x="63669" y="197837"/>
                  <a:pt x="92556" y="214313"/>
                  <a:pt x="128632" y="214313"/>
                </a:cubicBezTo>
                <a:cubicBezTo>
                  <a:pt x="145286" y="214313"/>
                  <a:pt x="160422" y="210785"/>
                  <a:pt x="173950" y="205115"/>
                </a:cubicBezTo>
                <a:lnTo>
                  <a:pt x="145286" y="176451"/>
                </a:ln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4"/>
          <p:cNvSpPr/>
          <p:nvPr/>
        </p:nvSpPr>
        <p:spPr>
          <a:xfrm>
            <a:off x="8998200" y="3219480"/>
            <a:ext cx="14760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Protección de Logs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35"/>
          <p:cNvSpPr/>
          <p:nvPr/>
        </p:nvSpPr>
        <p:spPr>
          <a:xfrm>
            <a:off x="8598240" y="3562200"/>
            <a:ext cx="3133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Logs sensibles solo en modo debug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36"/>
          <p:cNvSpPr/>
          <p:nvPr/>
        </p:nvSpPr>
        <p:spPr>
          <a:xfrm>
            <a:off x="4871160" y="4533840"/>
            <a:ext cx="3381120" cy="13140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381375" h="1314450">
                <a:moveTo>
                  <a:pt x="38100" y="0"/>
                </a:moveTo>
                <a:lnTo>
                  <a:pt x="3267070" y="0"/>
                </a:lnTo>
                <a:cubicBezTo>
                  <a:pt x="3330199" y="0"/>
                  <a:pt x="3381375" y="51176"/>
                  <a:pt x="3381375" y="114305"/>
                </a:cubicBezTo>
                <a:lnTo>
                  <a:pt x="3381375" y="1200145"/>
                </a:lnTo>
                <a:cubicBezTo>
                  <a:pt x="3381375" y="1263274"/>
                  <a:pt x="3330199" y="1314450"/>
                  <a:pt x="3267070" y="1314450"/>
                </a:cubicBez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37"/>
          <p:cNvSpPr/>
          <p:nvPr/>
        </p:nvSpPr>
        <p:spPr>
          <a:xfrm>
            <a:off x="4871160" y="4533840"/>
            <a:ext cx="37800" cy="1314000"/>
          </a:xfrm>
          <a:custGeom>
            <a:avLst/>
            <a:gdLst>
              <a:gd name="textAreaLeft" fmla="*/ 0 w 37800"/>
              <a:gd name="textAreaRight" fmla="*/ 38160 w 3780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8100" h="1314450">
                <a:moveTo>
                  <a:pt x="38100" y="0"/>
                </a:moveTo>
                <a:lnTo>
                  <a:pt x="38100" y="0"/>
                </a:lnTo>
                <a:lnTo>
                  <a:pt x="38100" y="1314450"/>
                </a:ln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38"/>
          <p:cNvSpPr/>
          <p:nvPr/>
        </p:nvSpPr>
        <p:spPr>
          <a:xfrm>
            <a:off x="5085360" y="4705200"/>
            <a:ext cx="199800" cy="228240"/>
          </a:xfrm>
          <a:custGeom>
            <a:avLst/>
            <a:gdLst>
              <a:gd name="textAreaLeft" fmla="*/ 0 w 199800"/>
              <a:gd name="textAreaRight" fmla="*/ 200160 w 1998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00025" h="228600">
                <a:moveTo>
                  <a:pt x="71438" y="28575"/>
                </a:moveTo>
                <a:cubicBezTo>
                  <a:pt x="71438" y="20672"/>
                  <a:pt x="65053" y="14288"/>
                  <a:pt x="57150" y="14288"/>
                </a:cubicBezTo>
                <a:cubicBezTo>
                  <a:pt x="49247" y="14288"/>
                  <a:pt x="42863" y="20672"/>
                  <a:pt x="42863" y="28575"/>
                </a:cubicBezTo>
                <a:lnTo>
                  <a:pt x="4286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57150" y="85725"/>
                </a:lnTo>
                <a:cubicBezTo>
                  <a:pt x="65053" y="85725"/>
                  <a:pt x="71438" y="79340"/>
                  <a:pt x="71438" y="71438"/>
                </a:cubicBezTo>
                <a:lnTo>
                  <a:pt x="71438" y="28575"/>
                </a:lnTo>
                <a:close/>
                <a:moveTo>
                  <a:pt x="14288" y="142875"/>
                </a:move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8" y="171450"/>
                </a:cubicBezTo>
                <a:lnTo>
                  <a:pt x="42863" y="171450"/>
                </a:lnTo>
                <a:lnTo>
                  <a:pt x="42863" y="200025"/>
                </a:lnTo>
                <a:cubicBezTo>
                  <a:pt x="42863" y="207928"/>
                  <a:pt x="49247" y="214313"/>
                  <a:pt x="57150" y="214313"/>
                </a:cubicBezTo>
                <a:cubicBezTo>
                  <a:pt x="65053" y="214313"/>
                  <a:pt x="71438" y="207928"/>
                  <a:pt x="71438" y="200025"/>
                </a:cubicBezTo>
                <a:lnTo>
                  <a:pt x="71438" y="157163"/>
                </a:lnTo>
                <a:cubicBezTo>
                  <a:pt x="71438" y="149260"/>
                  <a:pt x="65053" y="142875"/>
                  <a:pt x="57150" y="142875"/>
                </a:cubicBezTo>
                <a:lnTo>
                  <a:pt x="14288" y="142875"/>
                </a:lnTo>
                <a:close/>
                <a:moveTo>
                  <a:pt x="157163" y="28575"/>
                </a:moveTo>
                <a:cubicBezTo>
                  <a:pt x="157163" y="20672"/>
                  <a:pt x="150778" y="14288"/>
                  <a:pt x="142875" y="14288"/>
                </a:cubicBezTo>
                <a:cubicBezTo>
                  <a:pt x="134972" y="14288"/>
                  <a:pt x="128588" y="20672"/>
                  <a:pt x="128588" y="28575"/>
                </a:cubicBezTo>
                <a:lnTo>
                  <a:pt x="128588" y="71438"/>
                </a:lnTo>
                <a:cubicBezTo>
                  <a:pt x="128588" y="79340"/>
                  <a:pt x="134972" y="85725"/>
                  <a:pt x="142875" y="85725"/>
                </a:cubicBez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7163" y="57150"/>
                </a:lnTo>
                <a:lnTo>
                  <a:pt x="157163" y="28575"/>
                </a:lnTo>
                <a:close/>
                <a:moveTo>
                  <a:pt x="142875" y="142875"/>
                </a:moveTo>
                <a:cubicBezTo>
                  <a:pt x="134972" y="142875"/>
                  <a:pt x="128588" y="149260"/>
                  <a:pt x="128588" y="157163"/>
                </a:cubicBezTo>
                <a:lnTo>
                  <a:pt x="128588" y="200025"/>
                </a:lnTo>
                <a:cubicBezTo>
                  <a:pt x="128588" y="207928"/>
                  <a:pt x="134972" y="214313"/>
                  <a:pt x="142875" y="214313"/>
                </a:cubicBezTo>
                <a:cubicBezTo>
                  <a:pt x="150778" y="214313"/>
                  <a:pt x="157163" y="207928"/>
                  <a:pt x="157163" y="200025"/>
                </a:cubicBezTo>
                <a:lnTo>
                  <a:pt x="157163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142875" y="142875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39"/>
          <p:cNvSpPr/>
          <p:nvPr/>
        </p:nvSpPr>
        <p:spPr>
          <a:xfrm>
            <a:off x="5442480" y="4686480"/>
            <a:ext cx="100944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Minificación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0"/>
          <p:cNvSpPr/>
          <p:nvPr/>
        </p:nvSpPr>
        <p:spPr>
          <a:xfrm>
            <a:off x="5042520" y="5029200"/>
            <a:ext cx="3133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Código ofuscado en builds de release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41"/>
          <p:cNvSpPr/>
          <p:nvPr/>
        </p:nvSpPr>
        <p:spPr>
          <a:xfrm>
            <a:off x="8426880" y="4533840"/>
            <a:ext cx="3381120" cy="1314000"/>
          </a:xfrm>
          <a:custGeom>
            <a:avLst/>
            <a:gdLst>
              <a:gd name="textAreaLeft" fmla="*/ 0 w 3381120"/>
              <a:gd name="textAreaRight" fmla="*/ 3381480 w 338112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381375" h="1314450">
                <a:moveTo>
                  <a:pt x="38100" y="0"/>
                </a:moveTo>
                <a:lnTo>
                  <a:pt x="3267070" y="0"/>
                </a:lnTo>
                <a:cubicBezTo>
                  <a:pt x="3330199" y="0"/>
                  <a:pt x="3381375" y="51176"/>
                  <a:pt x="3381375" y="114305"/>
                </a:cubicBezTo>
                <a:lnTo>
                  <a:pt x="3381375" y="1200145"/>
                </a:lnTo>
                <a:cubicBezTo>
                  <a:pt x="3381375" y="1263274"/>
                  <a:pt x="3330199" y="1314450"/>
                  <a:pt x="3267070" y="1314450"/>
                </a:cubicBez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42"/>
          <p:cNvSpPr/>
          <p:nvPr/>
        </p:nvSpPr>
        <p:spPr>
          <a:xfrm>
            <a:off x="8426880" y="4533840"/>
            <a:ext cx="37800" cy="1314000"/>
          </a:xfrm>
          <a:custGeom>
            <a:avLst/>
            <a:gdLst>
              <a:gd name="textAreaLeft" fmla="*/ 0 w 37800"/>
              <a:gd name="textAreaRight" fmla="*/ 38160 w 37800"/>
              <a:gd name="textAreaTop" fmla="*/ 0 h 1314000"/>
              <a:gd name="textAreaBottom" fmla="*/ 1314360 h 1314000"/>
            </a:gdLst>
            <a:ahLst/>
            <a:cxnLst/>
            <a:rect l="textAreaLeft" t="textAreaTop" r="textAreaRight" b="textAreaBottom"/>
            <a:pathLst>
              <a:path w="38100" h="1314450">
                <a:moveTo>
                  <a:pt x="38100" y="0"/>
                </a:moveTo>
                <a:lnTo>
                  <a:pt x="38100" y="0"/>
                </a:lnTo>
                <a:lnTo>
                  <a:pt x="38100" y="1314450"/>
                </a:lnTo>
                <a:lnTo>
                  <a:pt x="38100" y="1314450"/>
                </a:lnTo>
                <a:cubicBezTo>
                  <a:pt x="17072" y="1314450"/>
                  <a:pt x="0" y="1297378"/>
                  <a:pt x="0" y="12763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43"/>
          <p:cNvSpPr/>
          <p:nvPr/>
        </p:nvSpPr>
        <p:spPr>
          <a:xfrm>
            <a:off x="8626680" y="470520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163949" y="184175"/>
                </a:moveTo>
                <a:lnTo>
                  <a:pt x="44425" y="64651"/>
                </a:lnTo>
                <a:cubicBezTo>
                  <a:pt x="34424" y="78671"/>
                  <a:pt x="28575" y="95816"/>
                  <a:pt x="28575" y="114300"/>
                </a:cubicBezTo>
                <a:cubicBezTo>
                  <a:pt x="28575" y="161627"/>
                  <a:pt x="66973" y="200025"/>
                  <a:pt x="114300" y="200025"/>
                </a:cubicBezTo>
                <a:cubicBezTo>
                  <a:pt x="132829" y="200025"/>
                  <a:pt x="149974" y="194176"/>
                  <a:pt x="163949" y="184175"/>
                </a:cubicBezTo>
                <a:close/>
                <a:moveTo>
                  <a:pt x="184175" y="163949"/>
                </a:moveTo>
                <a:cubicBezTo>
                  <a:pt x="194176" y="149929"/>
                  <a:pt x="200025" y="132784"/>
                  <a:pt x="200025" y="114300"/>
                </a:cubicBezTo>
                <a:cubicBezTo>
                  <a:pt x="200025" y="66973"/>
                  <a:pt x="161627" y="28575"/>
                  <a:pt x="114300" y="28575"/>
                </a:cubicBezTo>
                <a:cubicBezTo>
                  <a:pt x="95771" y="28575"/>
                  <a:pt x="78626" y="34424"/>
                  <a:pt x="64651" y="44425"/>
                </a:cubicBezTo>
                <a:lnTo>
                  <a:pt x="184175" y="163949"/>
                </a:ln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4"/>
          <p:cNvSpPr/>
          <p:nvPr/>
        </p:nvSpPr>
        <p:spPr>
          <a:xfrm>
            <a:off x="8998200" y="4686480"/>
            <a:ext cx="11044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350" b="1" u="none" strike="noStrike">
                <a:solidFill>
                  <a:srgbClr val="E8B87D"/>
                </a:solidFill>
                <a:effectLst/>
                <a:uFillTx/>
                <a:latin typeface="MiSans"/>
                <a:ea typeface="MiSans"/>
              </a:rPr>
              <a:t>Backup Rules</a:t>
            </a:r>
            <a:endParaRPr lang="es-E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45"/>
          <p:cNvSpPr/>
          <p:nvPr/>
        </p:nvSpPr>
        <p:spPr>
          <a:xfrm>
            <a:off x="8598240" y="5029200"/>
            <a:ext cx="31334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BD y portadas excluidas de backups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46"/>
          <p:cNvSpPr/>
          <p:nvPr/>
        </p:nvSpPr>
        <p:spPr>
          <a:xfrm>
            <a:off x="385920" y="6005520"/>
            <a:ext cx="11420280" cy="466200"/>
          </a:xfrm>
          <a:custGeom>
            <a:avLst/>
            <a:gdLst>
              <a:gd name="textAreaLeft" fmla="*/ 0 w 11420280"/>
              <a:gd name="textAreaRight" fmla="*/ 11420640 w 1142028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11420475" h="466725">
                <a:moveTo>
                  <a:pt x="76202" y="0"/>
                </a:moveTo>
                <a:lnTo>
                  <a:pt x="11344273" y="0"/>
                </a:lnTo>
                <a:cubicBezTo>
                  <a:pt x="11386358" y="0"/>
                  <a:pt x="11420475" y="34117"/>
                  <a:pt x="11420475" y="76202"/>
                </a:cubicBezTo>
                <a:lnTo>
                  <a:pt x="11420475" y="390523"/>
                </a:lnTo>
                <a:cubicBezTo>
                  <a:pt x="11420475" y="432608"/>
                  <a:pt x="11386358" y="466725"/>
                  <a:pt x="11344273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47"/>
          <p:cNvSpPr/>
          <p:nvPr/>
        </p:nvSpPr>
        <p:spPr>
          <a:xfrm>
            <a:off x="3678480" y="6162840"/>
            <a:ext cx="132840" cy="151920"/>
          </a:xfrm>
          <a:custGeom>
            <a:avLst/>
            <a:gdLst>
              <a:gd name="textAreaLeft" fmla="*/ 0 w 132840"/>
              <a:gd name="textAreaRight" fmla="*/ 133200 w 13284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33350" h="152400">
                <a:moveTo>
                  <a:pt x="73194" y="-7709"/>
                </a:moveTo>
                <a:cubicBezTo>
                  <a:pt x="69205" y="-10150"/>
                  <a:pt x="64175" y="-10150"/>
                  <a:pt x="60186" y="-7709"/>
                </a:cubicBezTo>
                <a:cubicBezTo>
                  <a:pt x="52923" y="-3274"/>
                  <a:pt x="48429" y="-2084"/>
                  <a:pt x="39916" y="-2262"/>
                </a:cubicBezTo>
                <a:cubicBezTo>
                  <a:pt x="35243" y="-2381"/>
                  <a:pt x="30897" y="149"/>
                  <a:pt x="28635" y="4256"/>
                </a:cubicBezTo>
                <a:cubicBezTo>
                  <a:pt x="24557" y="11728"/>
                  <a:pt x="21253" y="15032"/>
                  <a:pt x="13781" y="19110"/>
                </a:cubicBezTo>
                <a:cubicBezTo>
                  <a:pt x="9674" y="21342"/>
                  <a:pt x="7174" y="25718"/>
                  <a:pt x="7263" y="30391"/>
                </a:cubicBezTo>
                <a:cubicBezTo>
                  <a:pt x="7471" y="38904"/>
                  <a:pt x="6251" y="43398"/>
                  <a:pt x="1816" y="50661"/>
                </a:cubicBezTo>
                <a:cubicBezTo>
                  <a:pt x="-625" y="54650"/>
                  <a:pt x="-625" y="59680"/>
                  <a:pt x="1816" y="63669"/>
                </a:cubicBezTo>
                <a:cubicBezTo>
                  <a:pt x="6251" y="70931"/>
                  <a:pt x="7441" y="75426"/>
                  <a:pt x="7263" y="83939"/>
                </a:cubicBezTo>
                <a:cubicBezTo>
                  <a:pt x="7144" y="88612"/>
                  <a:pt x="9674" y="92958"/>
                  <a:pt x="13781" y="95220"/>
                </a:cubicBezTo>
                <a:cubicBezTo>
                  <a:pt x="20360" y="98822"/>
                  <a:pt x="23693" y="101798"/>
                  <a:pt x="27206" y="107573"/>
                </a:cubicBezTo>
                <a:lnTo>
                  <a:pt x="12710" y="136475"/>
                </a:lnTo>
                <a:cubicBezTo>
                  <a:pt x="10954" y="140018"/>
                  <a:pt x="12383" y="144304"/>
                  <a:pt x="15895" y="146060"/>
                </a:cubicBezTo>
                <a:lnTo>
                  <a:pt x="41493" y="158859"/>
                </a:lnTo>
                <a:cubicBezTo>
                  <a:pt x="44916" y="160556"/>
                  <a:pt x="49084" y="159276"/>
                  <a:pt x="50929" y="155942"/>
                </a:cubicBezTo>
                <a:lnTo>
                  <a:pt x="66645" y="127635"/>
                </a:lnTo>
                <a:lnTo>
                  <a:pt x="82361" y="155942"/>
                </a:lnTo>
                <a:cubicBezTo>
                  <a:pt x="84207" y="159276"/>
                  <a:pt x="88374" y="160586"/>
                  <a:pt x="91797" y="158859"/>
                </a:cubicBezTo>
                <a:lnTo>
                  <a:pt x="117396" y="146060"/>
                </a:lnTo>
                <a:cubicBezTo>
                  <a:pt x="120938" y="144304"/>
                  <a:pt x="122366" y="140018"/>
                  <a:pt x="120581" y="136475"/>
                </a:cubicBezTo>
                <a:lnTo>
                  <a:pt x="106114" y="107543"/>
                </a:lnTo>
                <a:cubicBezTo>
                  <a:pt x="109597" y="101769"/>
                  <a:pt x="112961" y="98792"/>
                  <a:pt x="119539" y="95190"/>
                </a:cubicBezTo>
                <a:cubicBezTo>
                  <a:pt x="123646" y="92958"/>
                  <a:pt x="126147" y="88583"/>
                  <a:pt x="126057" y="83909"/>
                </a:cubicBezTo>
                <a:cubicBezTo>
                  <a:pt x="125849" y="75396"/>
                  <a:pt x="127069" y="70902"/>
                  <a:pt x="131505" y="63639"/>
                </a:cubicBezTo>
                <a:cubicBezTo>
                  <a:pt x="133945" y="59650"/>
                  <a:pt x="133945" y="54620"/>
                  <a:pt x="131505" y="50631"/>
                </a:cubicBezTo>
                <a:cubicBezTo>
                  <a:pt x="127069" y="43369"/>
                  <a:pt x="125879" y="38874"/>
                  <a:pt x="126057" y="30361"/>
                </a:cubicBezTo>
                <a:cubicBezTo>
                  <a:pt x="126176" y="25688"/>
                  <a:pt x="123646" y="21342"/>
                  <a:pt x="119539" y="19080"/>
                </a:cubicBezTo>
                <a:cubicBezTo>
                  <a:pt x="112068" y="15002"/>
                  <a:pt x="108764" y="11698"/>
                  <a:pt x="104686" y="4227"/>
                </a:cubicBezTo>
                <a:cubicBezTo>
                  <a:pt x="102453" y="119"/>
                  <a:pt x="98078" y="-2381"/>
                  <a:pt x="93405" y="-2292"/>
                </a:cubicBezTo>
                <a:cubicBezTo>
                  <a:pt x="84892" y="-2084"/>
                  <a:pt x="80397" y="-3304"/>
                  <a:pt x="73134" y="-7739"/>
                </a:cubicBezTo>
                <a:close/>
                <a:moveTo>
                  <a:pt x="66675" y="28575"/>
                </a:moveTo>
                <a:cubicBezTo>
                  <a:pt x="82446" y="28575"/>
                  <a:pt x="95250" y="41379"/>
                  <a:pt x="95250" y="57150"/>
                </a:cubicBezTo>
                <a:cubicBezTo>
                  <a:pt x="95250" y="72921"/>
                  <a:pt x="82446" y="85725"/>
                  <a:pt x="66675" y="85725"/>
                </a:cubicBezTo>
                <a:cubicBezTo>
                  <a:pt x="50904" y="85725"/>
                  <a:pt x="38100" y="72921"/>
                  <a:pt x="38100" y="57150"/>
                </a:cubicBezTo>
                <a:cubicBezTo>
                  <a:pt x="38100" y="41379"/>
                  <a:pt x="50904" y="28575"/>
                  <a:pt x="66675" y="2857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48"/>
          <p:cNvSpPr/>
          <p:nvPr/>
        </p:nvSpPr>
        <p:spPr>
          <a:xfrm>
            <a:off x="714240" y="6124680"/>
            <a:ext cx="11010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Auditoría completa: </a:t>
            </a: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12 hallazgos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documentados con plan de sprints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Image 0" descr="https://kimi-img.moonshot.cn/pub/slides/okc/w6fij2ylek6p4/scanbook_assets/future_image.png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2D2A26">
                  <a:alpha val="98000"/>
                </a:srgbClr>
              </a:gs>
              <a:gs pos="50000">
                <a:srgbClr val="2D2A26">
                  <a:alpha val="85000"/>
                </a:srgbClr>
              </a:gs>
              <a:gs pos="100000">
                <a:srgbClr val="2D2A26">
                  <a:alpha val="60000"/>
                </a:srgbClr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1"/>
          <p:cNvSpPr/>
          <p:nvPr/>
        </p:nvSpPr>
        <p:spPr>
          <a:xfrm>
            <a:off x="380880" y="268596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ROADMAP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"/>
          <p:cNvSpPr/>
          <p:nvPr/>
        </p:nvSpPr>
        <p:spPr>
          <a:xfrm>
            <a:off x="380880" y="299088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El Futuro de ScanBook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3"/>
          <p:cNvSpPr/>
          <p:nvPr/>
        </p:nvSpPr>
        <p:spPr>
          <a:xfrm>
            <a:off x="380880" y="348624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4"/>
          <p:cNvSpPr/>
          <p:nvPr/>
        </p:nvSpPr>
        <p:spPr>
          <a:xfrm>
            <a:off x="380880" y="3695760"/>
            <a:ext cx="3685680" cy="1999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1999800"/>
              <a:gd name="textAreaBottom" fmla="*/ 2000160 h 1999800"/>
            </a:gdLst>
            <a:ahLst/>
            <a:cxnLst/>
            <a:rect l="textAreaLeft" t="textAreaTop" r="textAreaRight" b="textAreaBottom"/>
            <a:pathLst>
              <a:path w="3686175" h="2000250">
                <a:moveTo>
                  <a:pt x="38100" y="0"/>
                </a:moveTo>
                <a:lnTo>
                  <a:pt x="3648075" y="0"/>
                </a:lnTo>
                <a:cubicBezTo>
                  <a:pt x="3669117" y="0"/>
                  <a:pt x="3686175" y="17058"/>
                  <a:pt x="3686175" y="38100"/>
                </a:cubicBezTo>
                <a:lnTo>
                  <a:pt x="3686175" y="1885956"/>
                </a:lnTo>
                <a:cubicBezTo>
                  <a:pt x="3686175" y="1949036"/>
                  <a:pt x="3634961" y="2000250"/>
                  <a:pt x="3571881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5"/>
          <p:cNvSpPr/>
          <p:nvPr/>
        </p:nvSpPr>
        <p:spPr>
          <a:xfrm>
            <a:off x="380880" y="369576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6"/>
          <p:cNvSpPr/>
          <p:nvPr/>
        </p:nvSpPr>
        <p:spPr>
          <a:xfrm>
            <a:off x="571680" y="390528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7"/>
          <p:cNvSpPr/>
          <p:nvPr/>
        </p:nvSpPr>
        <p:spPr>
          <a:xfrm>
            <a:off x="671400" y="4019400"/>
            <a:ext cx="256680" cy="228240"/>
          </a:xfrm>
          <a:custGeom>
            <a:avLst/>
            <a:gdLst>
              <a:gd name="textAreaLeft" fmla="*/ 0 w 256680"/>
              <a:gd name="textAreaRight" fmla="*/ 257040 w 25668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57175" h="228600">
                <a:moveTo>
                  <a:pt x="128588" y="14288"/>
                </a:moveTo>
                <a:cubicBezTo>
                  <a:pt x="92512" y="14288"/>
                  <a:pt x="63624" y="30718"/>
                  <a:pt x="42595" y="50274"/>
                </a:cubicBezTo>
                <a:cubicBezTo>
                  <a:pt x="21699" y="69696"/>
                  <a:pt x="7724" y="92869"/>
                  <a:pt x="1072" y="108808"/>
                </a:cubicBezTo>
                <a:cubicBezTo>
                  <a:pt x="-402" y="112335"/>
                  <a:pt x="-402" y="116265"/>
                  <a:pt x="1072" y="119792"/>
                </a:cubicBezTo>
                <a:cubicBezTo>
                  <a:pt x="7724" y="135731"/>
                  <a:pt x="21699" y="158948"/>
                  <a:pt x="42595" y="178326"/>
                </a:cubicBezTo>
                <a:cubicBezTo>
                  <a:pt x="63624" y="197837"/>
                  <a:pt x="92512" y="214313"/>
                  <a:pt x="128588" y="214313"/>
                </a:cubicBezTo>
                <a:cubicBezTo>
                  <a:pt x="164663" y="214313"/>
                  <a:pt x="193551" y="197882"/>
                  <a:pt x="214580" y="178326"/>
                </a:cubicBezTo>
                <a:cubicBezTo>
                  <a:pt x="235476" y="158904"/>
                  <a:pt x="249451" y="135731"/>
                  <a:pt x="256103" y="119792"/>
                </a:cubicBezTo>
                <a:cubicBezTo>
                  <a:pt x="257577" y="116265"/>
                  <a:pt x="257577" y="112335"/>
                  <a:pt x="256103" y="108808"/>
                </a:cubicBezTo>
                <a:cubicBezTo>
                  <a:pt x="249451" y="92869"/>
                  <a:pt x="235476" y="69652"/>
                  <a:pt x="214580" y="50274"/>
                </a:cubicBezTo>
                <a:cubicBezTo>
                  <a:pt x="193551" y="30763"/>
                  <a:pt x="164663" y="14287"/>
                  <a:pt x="128588" y="14287"/>
                </a:cubicBezTo>
                <a:close/>
                <a:moveTo>
                  <a:pt x="64294" y="114300"/>
                </a:moveTo>
                <a:cubicBezTo>
                  <a:pt x="64294" y="78815"/>
                  <a:pt x="93103" y="50006"/>
                  <a:pt x="128588" y="50006"/>
                </a:cubicBezTo>
                <a:cubicBezTo>
                  <a:pt x="164072" y="50006"/>
                  <a:pt x="192881" y="78815"/>
                  <a:pt x="192881" y="114300"/>
                </a:cubicBezTo>
                <a:cubicBezTo>
                  <a:pt x="192881" y="149785"/>
                  <a:pt x="164072" y="178594"/>
                  <a:pt x="128588" y="178594"/>
                </a:cubicBezTo>
                <a:cubicBezTo>
                  <a:pt x="93103" y="178594"/>
                  <a:pt x="64294" y="149785"/>
                  <a:pt x="64294" y="114300"/>
                </a:cubicBezTo>
                <a:close/>
                <a:moveTo>
                  <a:pt x="128588" y="85725"/>
                </a:moveTo>
                <a:cubicBezTo>
                  <a:pt x="128588" y="101486"/>
                  <a:pt x="115773" y="114300"/>
                  <a:pt x="100013" y="114300"/>
                </a:cubicBezTo>
                <a:cubicBezTo>
                  <a:pt x="94878" y="114300"/>
                  <a:pt x="90056" y="112961"/>
                  <a:pt x="85859" y="110550"/>
                </a:cubicBezTo>
                <a:cubicBezTo>
                  <a:pt x="85412" y="115416"/>
                  <a:pt x="85814" y="120417"/>
                  <a:pt x="87154" y="125373"/>
                </a:cubicBezTo>
                <a:cubicBezTo>
                  <a:pt x="93271" y="148233"/>
                  <a:pt x="116800" y="161806"/>
                  <a:pt x="139660" y="155689"/>
                </a:cubicBezTo>
                <a:cubicBezTo>
                  <a:pt x="162520" y="149572"/>
                  <a:pt x="176093" y="126043"/>
                  <a:pt x="169977" y="103183"/>
                </a:cubicBezTo>
                <a:cubicBezTo>
                  <a:pt x="164529" y="82778"/>
                  <a:pt x="145197" y="69786"/>
                  <a:pt x="124837" y="71571"/>
                </a:cubicBezTo>
                <a:cubicBezTo>
                  <a:pt x="127203" y="75724"/>
                  <a:pt x="128588" y="80546"/>
                  <a:pt x="128588" y="85725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8"/>
          <p:cNvSpPr/>
          <p:nvPr/>
        </p:nvSpPr>
        <p:spPr>
          <a:xfrm>
            <a:off x="1143000" y="4000680"/>
            <a:ext cx="1037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Modo HUD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9"/>
          <p:cNvSpPr/>
          <p:nvPr/>
        </p:nvSpPr>
        <p:spPr>
          <a:xfrm>
            <a:off x="571680" y="4476600"/>
            <a:ext cx="33811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Escaneo continuo sin pulsar botones. Estilo lector de supermercado.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10"/>
          <p:cNvSpPr/>
          <p:nvPr/>
        </p:nvSpPr>
        <p:spPr>
          <a:xfrm>
            <a:off x="599040" y="51195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1"/>
          <p:cNvSpPr/>
          <p:nvPr/>
        </p:nvSpPr>
        <p:spPr>
          <a:xfrm>
            <a:off x="800280" y="50864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Múltiples libros seguidos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2"/>
          <p:cNvSpPr/>
          <p:nvPr/>
        </p:nvSpPr>
        <p:spPr>
          <a:xfrm>
            <a:off x="599040" y="53481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13"/>
          <p:cNvSpPr/>
          <p:nvPr/>
        </p:nvSpPr>
        <p:spPr>
          <a:xfrm>
            <a:off x="800280" y="53150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Auto-registro tras X segundos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14"/>
          <p:cNvSpPr/>
          <p:nvPr/>
        </p:nvSpPr>
        <p:spPr>
          <a:xfrm>
            <a:off x="4254480" y="3695760"/>
            <a:ext cx="3685680" cy="1999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1999800"/>
              <a:gd name="textAreaBottom" fmla="*/ 2000160 h 1999800"/>
            </a:gdLst>
            <a:ahLst/>
            <a:cxnLst/>
            <a:rect l="textAreaLeft" t="textAreaTop" r="textAreaRight" b="textAreaBottom"/>
            <a:pathLst>
              <a:path w="3686175" h="2000250">
                <a:moveTo>
                  <a:pt x="38100" y="0"/>
                </a:moveTo>
                <a:lnTo>
                  <a:pt x="3648075" y="0"/>
                </a:lnTo>
                <a:cubicBezTo>
                  <a:pt x="3669117" y="0"/>
                  <a:pt x="3686175" y="17058"/>
                  <a:pt x="3686175" y="38100"/>
                </a:cubicBezTo>
                <a:lnTo>
                  <a:pt x="3686175" y="1885956"/>
                </a:lnTo>
                <a:cubicBezTo>
                  <a:pt x="3686175" y="1949036"/>
                  <a:pt x="3634961" y="2000250"/>
                  <a:pt x="3571881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15"/>
          <p:cNvSpPr/>
          <p:nvPr/>
        </p:nvSpPr>
        <p:spPr>
          <a:xfrm>
            <a:off x="4254480" y="369576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16"/>
          <p:cNvSpPr/>
          <p:nvPr/>
        </p:nvSpPr>
        <p:spPr>
          <a:xfrm>
            <a:off x="4444920" y="390528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7"/>
          <p:cNvSpPr/>
          <p:nvPr/>
        </p:nvSpPr>
        <p:spPr>
          <a:xfrm>
            <a:off x="4559400" y="4019400"/>
            <a:ext cx="228240" cy="228240"/>
          </a:xfrm>
          <a:custGeom>
            <a:avLst/>
            <a:gdLst>
              <a:gd name="textAreaLeft" fmla="*/ 0 w 228240"/>
              <a:gd name="textAreaRight" fmla="*/ 228600 w 22824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8"/>
          <p:cNvSpPr/>
          <p:nvPr/>
        </p:nvSpPr>
        <p:spPr>
          <a:xfrm>
            <a:off x="5016600" y="4000680"/>
            <a:ext cx="11710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IA Avanzada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9"/>
          <p:cNvSpPr/>
          <p:nvPr/>
        </p:nvSpPr>
        <p:spPr>
          <a:xfrm>
            <a:off x="4444920" y="4476600"/>
            <a:ext cx="33811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Propuesta de precios y estado de conservación con análisis de imagen.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20"/>
          <p:cNvSpPr/>
          <p:nvPr/>
        </p:nvSpPr>
        <p:spPr>
          <a:xfrm>
            <a:off x="4472280" y="51195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1"/>
          <p:cNvSpPr/>
          <p:nvPr/>
        </p:nvSpPr>
        <p:spPr>
          <a:xfrm>
            <a:off x="4673520" y="50864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Precio estimado de venta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2"/>
          <p:cNvSpPr/>
          <p:nvPr/>
        </p:nvSpPr>
        <p:spPr>
          <a:xfrm>
            <a:off x="4472280" y="53481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23"/>
          <p:cNvSpPr/>
          <p:nvPr/>
        </p:nvSpPr>
        <p:spPr>
          <a:xfrm>
            <a:off x="4673520" y="53150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Estado de conservación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24"/>
          <p:cNvSpPr/>
          <p:nvPr/>
        </p:nvSpPr>
        <p:spPr>
          <a:xfrm>
            <a:off x="8128080" y="3695760"/>
            <a:ext cx="3685680" cy="1999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1999800"/>
              <a:gd name="textAreaBottom" fmla="*/ 2000160 h 1999800"/>
            </a:gdLst>
            <a:ahLst/>
            <a:cxnLst/>
            <a:rect l="textAreaLeft" t="textAreaTop" r="textAreaRight" b="textAreaBottom"/>
            <a:pathLst>
              <a:path w="3686175" h="2000250">
                <a:moveTo>
                  <a:pt x="38100" y="0"/>
                </a:moveTo>
                <a:lnTo>
                  <a:pt x="3648075" y="0"/>
                </a:lnTo>
                <a:cubicBezTo>
                  <a:pt x="3669117" y="0"/>
                  <a:pt x="3686175" y="17058"/>
                  <a:pt x="3686175" y="38100"/>
                </a:cubicBezTo>
                <a:lnTo>
                  <a:pt x="3686175" y="1885956"/>
                </a:lnTo>
                <a:cubicBezTo>
                  <a:pt x="3686175" y="1949036"/>
                  <a:pt x="3634961" y="2000250"/>
                  <a:pt x="3571881" y="2000250"/>
                </a:cubicBezTo>
                <a:lnTo>
                  <a:pt x="114294" y="2000250"/>
                </a:lnTo>
                <a:cubicBezTo>
                  <a:pt x="51214" y="2000250"/>
                  <a:pt x="0" y="1949036"/>
                  <a:pt x="0" y="1885956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8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25"/>
          <p:cNvSpPr/>
          <p:nvPr/>
        </p:nvSpPr>
        <p:spPr>
          <a:xfrm>
            <a:off x="8128080" y="3695760"/>
            <a:ext cx="3685680" cy="37800"/>
          </a:xfrm>
          <a:custGeom>
            <a:avLst/>
            <a:gdLst>
              <a:gd name="textAreaLeft" fmla="*/ 0 w 3685680"/>
              <a:gd name="textAreaRight" fmla="*/ 3686040 w 368568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3686175" h="38100">
                <a:moveTo>
                  <a:pt x="38100" y="0"/>
                </a:moveTo>
                <a:lnTo>
                  <a:pt x="3648075" y="0"/>
                </a:lnTo>
                <a:cubicBezTo>
                  <a:pt x="3669103" y="0"/>
                  <a:pt x="3686175" y="17072"/>
                  <a:pt x="3686175" y="38100"/>
                </a:cubicBezTo>
                <a:lnTo>
                  <a:pt x="3686175" y="38100"/>
                </a:lnTo>
                <a:lnTo>
                  <a:pt x="0" y="38100"/>
                </a:ln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26"/>
          <p:cNvSpPr/>
          <p:nvPr/>
        </p:nvSpPr>
        <p:spPr>
          <a:xfrm>
            <a:off x="8318520" y="390528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27"/>
          <p:cNvSpPr/>
          <p:nvPr/>
        </p:nvSpPr>
        <p:spPr>
          <a:xfrm>
            <a:off x="8461440" y="4019400"/>
            <a:ext cx="171000" cy="228240"/>
          </a:xfrm>
          <a:custGeom>
            <a:avLst/>
            <a:gdLst>
              <a:gd name="textAreaLeft" fmla="*/ 0 w 171000"/>
              <a:gd name="textAreaRight" fmla="*/ 171360 w 171000"/>
              <a:gd name="textAreaTop" fmla="*/ 0 h 228240"/>
              <a:gd name="textAreaBottom" fmla="*/ 228600 h 228240"/>
            </a:gdLst>
            <a:ahLst/>
            <a:cxnLst/>
            <a:rect l="textAreaLeft" t="textAreaTop" r="textAreaRight" b="textAreaBottom"/>
            <a:pathLst>
              <a:path w="171450" h="228600">
                <a:moveTo>
                  <a:pt x="85725" y="0"/>
                </a:moveTo>
                <a:cubicBezTo>
                  <a:pt x="62061" y="0"/>
                  <a:pt x="42863" y="19199"/>
                  <a:pt x="42863" y="42863"/>
                </a:cubicBezTo>
                <a:lnTo>
                  <a:pt x="42863" y="100013"/>
                </a:lnTo>
                <a:cubicBezTo>
                  <a:pt x="42863" y="123676"/>
                  <a:pt x="62061" y="142875"/>
                  <a:pt x="85725" y="142875"/>
                </a:cubicBezTo>
                <a:cubicBezTo>
                  <a:pt x="109389" y="142875"/>
                  <a:pt x="128588" y="123676"/>
                  <a:pt x="128588" y="100013"/>
                </a:cubicBezTo>
                <a:lnTo>
                  <a:pt x="128588" y="42863"/>
                </a:lnTo>
                <a:cubicBezTo>
                  <a:pt x="128588" y="19199"/>
                  <a:pt x="109389" y="0"/>
                  <a:pt x="85725" y="0"/>
                </a:cubicBezTo>
                <a:close/>
                <a:moveTo>
                  <a:pt x="21431" y="82153"/>
                </a:moveTo>
                <a:cubicBezTo>
                  <a:pt x="21431" y="76215"/>
                  <a:pt x="16654" y="71438"/>
                  <a:pt x="10716" y="71438"/>
                </a:cubicBezTo>
                <a:cubicBezTo>
                  <a:pt x="4777" y="71438"/>
                  <a:pt x="0" y="76215"/>
                  <a:pt x="0" y="82153"/>
                </a:cubicBezTo>
                <a:lnTo>
                  <a:pt x="0" y="100013"/>
                </a:lnTo>
                <a:cubicBezTo>
                  <a:pt x="0" y="143723"/>
                  <a:pt x="32727" y="179799"/>
                  <a:pt x="75009" y="185068"/>
                </a:cubicBezTo>
                <a:lnTo>
                  <a:pt x="75009" y="207169"/>
                </a:lnTo>
                <a:lnTo>
                  <a:pt x="53578" y="207169"/>
                </a:lnTo>
                <a:cubicBezTo>
                  <a:pt x="47640" y="207169"/>
                  <a:pt x="42863" y="211946"/>
                  <a:pt x="42863" y="217884"/>
                </a:cubicBezTo>
                <a:cubicBezTo>
                  <a:pt x="42863" y="223823"/>
                  <a:pt x="47640" y="228600"/>
                  <a:pt x="53578" y="228600"/>
                </a:cubicBezTo>
                <a:lnTo>
                  <a:pt x="117872" y="228600"/>
                </a:lnTo>
                <a:cubicBezTo>
                  <a:pt x="123810" y="228600"/>
                  <a:pt x="128588" y="223823"/>
                  <a:pt x="128588" y="217884"/>
                </a:cubicBezTo>
                <a:cubicBezTo>
                  <a:pt x="128588" y="211946"/>
                  <a:pt x="123810" y="207169"/>
                  <a:pt x="117872" y="207169"/>
                </a:cubicBezTo>
                <a:lnTo>
                  <a:pt x="96441" y="207169"/>
                </a:lnTo>
                <a:lnTo>
                  <a:pt x="96441" y="185068"/>
                </a:lnTo>
                <a:cubicBezTo>
                  <a:pt x="138723" y="179799"/>
                  <a:pt x="171450" y="143723"/>
                  <a:pt x="171450" y="100013"/>
                </a:cubicBezTo>
                <a:lnTo>
                  <a:pt x="171450" y="82153"/>
                </a:lnTo>
                <a:cubicBezTo>
                  <a:pt x="171450" y="76215"/>
                  <a:pt x="166673" y="71438"/>
                  <a:pt x="160734" y="71438"/>
                </a:cubicBezTo>
                <a:cubicBezTo>
                  <a:pt x="154796" y="71438"/>
                  <a:pt x="150019" y="76215"/>
                  <a:pt x="150019" y="82153"/>
                </a:cubicBezTo>
                <a:lnTo>
                  <a:pt x="150019" y="100013"/>
                </a:lnTo>
                <a:cubicBezTo>
                  <a:pt x="150019" y="135508"/>
                  <a:pt x="121221" y="164306"/>
                  <a:pt x="85725" y="164306"/>
                </a:cubicBezTo>
                <a:cubicBezTo>
                  <a:pt x="50229" y="164306"/>
                  <a:pt x="21431" y="135508"/>
                  <a:pt x="21431" y="100013"/>
                </a:cubicBezTo>
                <a:lnTo>
                  <a:pt x="21431" y="82153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8"/>
          <p:cNvSpPr/>
          <p:nvPr/>
        </p:nvSpPr>
        <p:spPr>
          <a:xfrm>
            <a:off x="8889840" y="4000680"/>
            <a:ext cx="1028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Voz y OCR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29"/>
          <p:cNvSpPr/>
          <p:nvPr/>
        </p:nvSpPr>
        <p:spPr>
          <a:xfrm>
            <a:off x="8318520" y="4476600"/>
            <a:ext cx="33811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Entrada de datos alternativa para máxima flexibilidad.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30"/>
          <p:cNvSpPr/>
          <p:nvPr/>
        </p:nvSpPr>
        <p:spPr>
          <a:xfrm>
            <a:off x="8345880" y="51195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31"/>
          <p:cNvSpPr/>
          <p:nvPr/>
        </p:nvSpPr>
        <p:spPr>
          <a:xfrm>
            <a:off x="8547120" y="50864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Speech-to-Text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2"/>
          <p:cNvSpPr/>
          <p:nvPr/>
        </p:nvSpPr>
        <p:spPr>
          <a:xfrm>
            <a:off x="8345880" y="5348160"/>
            <a:ext cx="116280" cy="132840"/>
          </a:xfrm>
          <a:custGeom>
            <a:avLst/>
            <a:gdLst>
              <a:gd name="textAreaLeft" fmla="*/ 0 w 116280"/>
              <a:gd name="textAreaRight" fmla="*/ 116640 w 116280"/>
              <a:gd name="textAreaTop" fmla="*/ 0 h 132840"/>
              <a:gd name="textAreaBottom" fmla="*/ 133200 h 132840"/>
            </a:gdLst>
            <a:ahLst/>
            <a:cxnLst/>
            <a:rect l="textAreaLeft" t="textAreaTop" r="textAreaRight" b="textAreaBottom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33"/>
          <p:cNvSpPr/>
          <p:nvPr/>
        </p:nvSpPr>
        <p:spPr>
          <a:xfrm>
            <a:off x="8547120" y="5315040"/>
            <a:ext cx="3142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50" b="0" u="none" strike="noStrike">
                <a:solidFill>
                  <a:srgbClr val="A89C8C"/>
                </a:solidFill>
                <a:effectLst/>
                <a:uFillTx/>
                <a:latin typeface="Quattrocento Sans"/>
                <a:ea typeface="Quattrocento Sans"/>
              </a:rPr>
              <a:t>OCR para ISBN no legibles</a:t>
            </a:r>
            <a:endParaRPr lang="es-E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34"/>
          <p:cNvSpPr/>
          <p:nvPr/>
        </p:nvSpPr>
        <p:spPr>
          <a:xfrm>
            <a:off x="385920" y="5853240"/>
            <a:ext cx="11420280" cy="466200"/>
          </a:xfrm>
          <a:custGeom>
            <a:avLst/>
            <a:gdLst>
              <a:gd name="textAreaLeft" fmla="*/ 0 w 11420280"/>
              <a:gd name="textAreaRight" fmla="*/ 11420640 w 11420280"/>
              <a:gd name="textAreaTop" fmla="*/ 0 h 466200"/>
              <a:gd name="textAreaBottom" fmla="*/ 466560 h 466200"/>
            </a:gdLst>
            <a:ahLst/>
            <a:cxnLst/>
            <a:rect l="textAreaLeft" t="textAreaTop" r="textAreaRight" b="textAreaBottom"/>
            <a:pathLst>
              <a:path w="11420475" h="466725">
                <a:moveTo>
                  <a:pt x="76202" y="0"/>
                </a:moveTo>
                <a:lnTo>
                  <a:pt x="11344273" y="0"/>
                </a:lnTo>
                <a:cubicBezTo>
                  <a:pt x="11386358" y="0"/>
                  <a:pt x="11420475" y="34117"/>
                  <a:pt x="11420475" y="76202"/>
                </a:cubicBezTo>
                <a:lnTo>
                  <a:pt x="11420475" y="390523"/>
                </a:lnTo>
                <a:cubicBezTo>
                  <a:pt x="11420475" y="432608"/>
                  <a:pt x="11386358" y="466725"/>
                  <a:pt x="11344273" y="466725"/>
                </a:cubicBezTo>
                <a:lnTo>
                  <a:pt x="76202" y="466725"/>
                </a:lnTo>
                <a:cubicBezTo>
                  <a:pt x="34117" y="466725"/>
                  <a:pt x="0" y="432608"/>
                  <a:pt x="0" y="390523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12700">
            <a:solidFill>
              <a:srgbClr val="D8A2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35"/>
          <p:cNvSpPr/>
          <p:nvPr/>
        </p:nvSpPr>
        <p:spPr>
          <a:xfrm>
            <a:off x="3258360" y="601020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38100" y="95250"/>
                </a:moveTo>
                <a:lnTo>
                  <a:pt x="7293" y="95250"/>
                </a:lnTo>
                <a:cubicBezTo>
                  <a:pt x="-119" y="95250"/>
                  <a:pt x="-4673" y="87184"/>
                  <a:pt x="-863" y="80814"/>
                </a:cubicBezTo>
                <a:lnTo>
                  <a:pt x="14883" y="54560"/>
                </a:lnTo>
                <a:cubicBezTo>
                  <a:pt x="17472" y="50244"/>
                  <a:pt x="22116" y="47625"/>
                  <a:pt x="27146" y="47625"/>
                </a:cubicBezTo>
                <a:lnTo>
                  <a:pt x="55424" y="47625"/>
                </a:lnTo>
                <a:cubicBezTo>
                  <a:pt x="78075" y="9257"/>
                  <a:pt x="111859" y="7322"/>
                  <a:pt x="134451" y="10626"/>
                </a:cubicBezTo>
                <a:cubicBezTo>
                  <a:pt x="138261" y="11192"/>
                  <a:pt x="141238" y="14168"/>
                  <a:pt x="141774" y="17949"/>
                </a:cubicBezTo>
                <a:cubicBezTo>
                  <a:pt x="145078" y="40541"/>
                  <a:pt x="143143" y="74325"/>
                  <a:pt x="104775" y="96976"/>
                </a:cubicBezTo>
                <a:lnTo>
                  <a:pt x="104775" y="125254"/>
                </a:lnTo>
                <a:cubicBezTo>
                  <a:pt x="104775" y="130284"/>
                  <a:pt x="102156" y="134928"/>
                  <a:pt x="97840" y="137517"/>
                </a:cubicBezTo>
                <a:lnTo>
                  <a:pt x="71586" y="153263"/>
                </a:lnTo>
                <a:cubicBezTo>
                  <a:pt x="65246" y="157073"/>
                  <a:pt x="57150" y="152489"/>
                  <a:pt x="57150" y="145107"/>
                </a:cubicBezTo>
                <a:lnTo>
                  <a:pt x="57150" y="114300"/>
                </a:lnTo>
                <a:cubicBezTo>
                  <a:pt x="57150" y="103793"/>
                  <a:pt x="48607" y="95250"/>
                  <a:pt x="38100" y="95250"/>
                </a:cubicBezTo>
                <a:lnTo>
                  <a:pt x="38070" y="95250"/>
                </a:lnTo>
                <a:close/>
                <a:moveTo>
                  <a:pt x="119062" y="47625"/>
                </a:moveTo>
                <a:cubicBezTo>
                  <a:pt x="119062" y="39740"/>
                  <a:pt x="112660" y="33338"/>
                  <a:pt x="104775" y="33338"/>
                </a:cubicBezTo>
                <a:cubicBezTo>
                  <a:pt x="96890" y="33338"/>
                  <a:pt x="90488" y="39740"/>
                  <a:pt x="90488" y="47625"/>
                </a:cubicBezTo>
                <a:cubicBezTo>
                  <a:pt x="90488" y="55510"/>
                  <a:pt x="96890" y="61912"/>
                  <a:pt x="104775" y="61912"/>
                </a:cubicBezTo>
                <a:cubicBezTo>
                  <a:pt x="112660" y="61912"/>
                  <a:pt x="119062" y="55510"/>
                  <a:pt x="119062" y="47625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36"/>
          <p:cNvSpPr/>
          <p:nvPr/>
        </p:nvSpPr>
        <p:spPr>
          <a:xfrm>
            <a:off x="714240" y="5972040"/>
            <a:ext cx="11010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1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Datos opcionales: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Precio estimado, ubicación del libro, estado de conservación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 0"/>
          <p:cNvSpPr/>
          <p:nvPr/>
        </p:nvSpPr>
        <p:spPr>
          <a:xfrm>
            <a:off x="343080" y="380880"/>
            <a:ext cx="11505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pc="119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MODELO DE NEGOCIO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295200" y="685800"/>
            <a:ext cx="1160100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90000"/>
              </a:lnSpc>
            </a:pPr>
            <a:r>
              <a:rPr lang="en-US" sz="2700" b="1" u="none" strike="noStrike">
                <a:solidFill>
                  <a:srgbClr val="F5F0E8"/>
                </a:solidFill>
                <a:effectLst/>
                <a:uFillTx/>
                <a:latin typeface="Noto Sans SC"/>
                <a:ea typeface="Noto Sans SC"/>
              </a:rPr>
              <a:t>Oportunidades de Negocio</a:t>
            </a:r>
            <a:endParaRPr lang="es-E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638680" y="1181160"/>
            <a:ext cx="914040" cy="37800"/>
          </a:xfrm>
          <a:custGeom>
            <a:avLst/>
            <a:gdLst>
              <a:gd name="textAreaLeft" fmla="*/ 0 w 914040"/>
              <a:gd name="textAreaRight" fmla="*/ 914400 w 9140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399960" y="1371600"/>
            <a:ext cx="5581440" cy="1923840"/>
          </a:xfrm>
          <a:custGeom>
            <a:avLst/>
            <a:gdLst>
              <a:gd name="textAreaLeft" fmla="*/ 0 w 5581440"/>
              <a:gd name="textAreaRight" fmla="*/ 5581800 w 5581440"/>
              <a:gd name="textAreaTop" fmla="*/ 0 h 1923840"/>
              <a:gd name="textAreaBottom" fmla="*/ 1924200 h 1923840"/>
            </a:gdLst>
            <a:ahLst/>
            <a:cxnLst/>
            <a:rect l="textAreaLeft" t="textAreaTop" r="textAreaRight" b="textAreaBottom"/>
            <a:pathLst>
              <a:path w="5581650" h="1924050">
                <a:moveTo>
                  <a:pt x="38100" y="0"/>
                </a:moveTo>
                <a:lnTo>
                  <a:pt x="5467342" y="0"/>
                </a:lnTo>
                <a:cubicBezTo>
                  <a:pt x="5530473" y="0"/>
                  <a:pt x="5581650" y="51177"/>
                  <a:pt x="5581650" y="114308"/>
                </a:cubicBezTo>
                <a:lnTo>
                  <a:pt x="5581650" y="1809742"/>
                </a:lnTo>
                <a:cubicBezTo>
                  <a:pt x="5581650" y="1872873"/>
                  <a:pt x="5530473" y="1924050"/>
                  <a:pt x="5467342" y="1924050"/>
                </a:cubicBezTo>
                <a:lnTo>
                  <a:pt x="38100" y="1924050"/>
                </a:lnTo>
                <a:cubicBezTo>
                  <a:pt x="17072" y="1924050"/>
                  <a:pt x="0" y="1906978"/>
                  <a:pt x="0" y="1885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4"/>
          <p:cNvSpPr/>
          <p:nvPr/>
        </p:nvSpPr>
        <p:spPr>
          <a:xfrm>
            <a:off x="399960" y="1371600"/>
            <a:ext cx="37800" cy="1923840"/>
          </a:xfrm>
          <a:custGeom>
            <a:avLst/>
            <a:gdLst>
              <a:gd name="textAreaLeft" fmla="*/ 0 w 37800"/>
              <a:gd name="textAreaRight" fmla="*/ 38160 w 37800"/>
              <a:gd name="textAreaTop" fmla="*/ 0 h 1923840"/>
              <a:gd name="textAreaBottom" fmla="*/ 1924200 h 1923840"/>
            </a:gdLst>
            <a:ahLst/>
            <a:cxnLst/>
            <a:rect l="textAreaLeft" t="textAreaTop" r="textAreaRight" b="textAreaBottom"/>
            <a:pathLst>
              <a:path w="38100" h="1924050">
                <a:moveTo>
                  <a:pt x="38100" y="0"/>
                </a:moveTo>
                <a:lnTo>
                  <a:pt x="38100" y="0"/>
                </a:lnTo>
                <a:lnTo>
                  <a:pt x="38100" y="1924050"/>
                </a:lnTo>
                <a:lnTo>
                  <a:pt x="38100" y="1924050"/>
                </a:lnTo>
                <a:cubicBezTo>
                  <a:pt x="17072" y="1924050"/>
                  <a:pt x="0" y="1906978"/>
                  <a:pt x="0" y="1885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5"/>
          <p:cNvSpPr/>
          <p:nvPr/>
        </p:nvSpPr>
        <p:spPr>
          <a:xfrm>
            <a:off x="609480" y="156204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6"/>
          <p:cNvSpPr/>
          <p:nvPr/>
        </p:nvSpPr>
        <p:spPr>
          <a:xfrm>
            <a:off x="735840" y="168588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35719" y="35719"/>
                </a:moveTo>
                <a:cubicBezTo>
                  <a:pt x="16018" y="35719"/>
                  <a:pt x="0" y="51736"/>
                  <a:pt x="0" y="71438"/>
                </a:cubicBezTo>
                <a:lnTo>
                  <a:pt x="0" y="214313"/>
                </a:lnTo>
                <a:cubicBezTo>
                  <a:pt x="0" y="234014"/>
                  <a:pt x="16018" y="250031"/>
                  <a:pt x="35719" y="250031"/>
                </a:cubicBezTo>
                <a:lnTo>
                  <a:pt x="250031" y="250031"/>
                </a:lnTo>
                <a:cubicBezTo>
                  <a:pt x="269732" y="250031"/>
                  <a:pt x="285750" y="234014"/>
                  <a:pt x="285750" y="214313"/>
                </a:cubicBezTo>
                <a:lnTo>
                  <a:pt x="285750" y="71438"/>
                </a:lnTo>
                <a:cubicBezTo>
                  <a:pt x="285750" y="51736"/>
                  <a:pt x="269732" y="35719"/>
                  <a:pt x="250031" y="35719"/>
                </a:cubicBezTo>
                <a:lnTo>
                  <a:pt x="35719" y="35719"/>
                </a:lnTo>
                <a:close/>
                <a:moveTo>
                  <a:pt x="232172" y="102691"/>
                </a:moveTo>
                <a:lnTo>
                  <a:pt x="232172" y="183059"/>
                </a:lnTo>
                <a:cubicBezTo>
                  <a:pt x="232172" y="190481"/>
                  <a:pt x="226200" y="196453"/>
                  <a:pt x="218777" y="196453"/>
                </a:cubicBezTo>
                <a:cubicBezTo>
                  <a:pt x="214815" y="196453"/>
                  <a:pt x="211243" y="194723"/>
                  <a:pt x="208787" y="191988"/>
                </a:cubicBezTo>
                <a:cubicBezTo>
                  <a:pt x="203095" y="194835"/>
                  <a:pt x="196621" y="196453"/>
                  <a:pt x="189756" y="196453"/>
                </a:cubicBezTo>
                <a:cubicBezTo>
                  <a:pt x="166315" y="196453"/>
                  <a:pt x="147340" y="177478"/>
                  <a:pt x="147340" y="154037"/>
                </a:cubicBezTo>
                <a:cubicBezTo>
                  <a:pt x="147340" y="130597"/>
                  <a:pt x="166315" y="111621"/>
                  <a:pt x="189756" y="111621"/>
                </a:cubicBezTo>
                <a:cubicBezTo>
                  <a:pt x="195281" y="111621"/>
                  <a:pt x="200527" y="112681"/>
                  <a:pt x="205383" y="114579"/>
                </a:cubicBezTo>
                <a:lnTo>
                  <a:pt x="205383" y="102691"/>
                </a:lnTo>
                <a:cubicBezTo>
                  <a:pt x="205383" y="95269"/>
                  <a:pt x="211355" y="89297"/>
                  <a:pt x="218777" y="89297"/>
                </a:cubicBezTo>
                <a:cubicBezTo>
                  <a:pt x="226200" y="89297"/>
                  <a:pt x="232172" y="95269"/>
                  <a:pt x="232172" y="102691"/>
                </a:cubicBezTo>
                <a:close/>
                <a:moveTo>
                  <a:pt x="205383" y="154037"/>
                </a:moveTo>
                <a:cubicBezTo>
                  <a:pt x="205383" y="145412"/>
                  <a:pt x="198381" y="138410"/>
                  <a:pt x="189756" y="138410"/>
                </a:cubicBezTo>
                <a:cubicBezTo>
                  <a:pt x="181131" y="138410"/>
                  <a:pt x="174129" y="145412"/>
                  <a:pt x="174129" y="154037"/>
                </a:cubicBezTo>
                <a:cubicBezTo>
                  <a:pt x="174129" y="162662"/>
                  <a:pt x="181131" y="169664"/>
                  <a:pt x="189756" y="169664"/>
                </a:cubicBezTo>
                <a:cubicBezTo>
                  <a:pt x="198381" y="169664"/>
                  <a:pt x="205383" y="162662"/>
                  <a:pt x="205383" y="154037"/>
                </a:cubicBezTo>
                <a:close/>
                <a:moveTo>
                  <a:pt x="89297" y="116086"/>
                </a:moveTo>
                <a:cubicBezTo>
                  <a:pt x="84386" y="116086"/>
                  <a:pt x="80367" y="120104"/>
                  <a:pt x="80367" y="125016"/>
                </a:cubicBezTo>
                <a:lnTo>
                  <a:pt x="80367" y="142875"/>
                </a:lnTo>
                <a:lnTo>
                  <a:pt x="107156" y="142875"/>
                </a:lnTo>
                <a:lnTo>
                  <a:pt x="107156" y="125016"/>
                </a:lnTo>
                <a:cubicBezTo>
                  <a:pt x="107156" y="120104"/>
                  <a:pt x="103138" y="116086"/>
                  <a:pt x="98227" y="116086"/>
                </a:cubicBezTo>
                <a:lnTo>
                  <a:pt x="89297" y="116086"/>
                </a:lnTo>
                <a:close/>
                <a:moveTo>
                  <a:pt x="107156" y="169664"/>
                </a:moveTo>
                <a:lnTo>
                  <a:pt x="80367" y="169664"/>
                </a:lnTo>
                <a:lnTo>
                  <a:pt x="80367" y="183059"/>
                </a:lnTo>
                <a:cubicBezTo>
                  <a:pt x="80367" y="190481"/>
                  <a:pt x="74395" y="196453"/>
                  <a:pt x="66973" y="196453"/>
                </a:cubicBezTo>
                <a:cubicBezTo>
                  <a:pt x="59550" y="196453"/>
                  <a:pt x="53578" y="190481"/>
                  <a:pt x="53578" y="183059"/>
                </a:cubicBezTo>
                <a:lnTo>
                  <a:pt x="53578" y="125016"/>
                </a:lnTo>
                <a:cubicBezTo>
                  <a:pt x="53578" y="105315"/>
                  <a:pt x="69596" y="89297"/>
                  <a:pt x="89297" y="89297"/>
                </a:cubicBezTo>
                <a:lnTo>
                  <a:pt x="98227" y="89297"/>
                </a:lnTo>
                <a:cubicBezTo>
                  <a:pt x="117928" y="89297"/>
                  <a:pt x="133945" y="105315"/>
                  <a:pt x="133945" y="125016"/>
                </a:cubicBezTo>
                <a:lnTo>
                  <a:pt x="133945" y="183059"/>
                </a:lnTo>
                <a:cubicBezTo>
                  <a:pt x="133945" y="190481"/>
                  <a:pt x="127974" y="196453"/>
                  <a:pt x="120551" y="196453"/>
                </a:cubicBezTo>
                <a:cubicBezTo>
                  <a:pt x="113128" y="196453"/>
                  <a:pt x="107156" y="190481"/>
                  <a:pt x="107156" y="183059"/>
                </a:cubicBezTo>
                <a:lnTo>
                  <a:pt x="107156" y="169664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1257480" y="1676520"/>
            <a:ext cx="23047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Publicidad Contextual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8"/>
          <p:cNvSpPr/>
          <p:nvPr/>
        </p:nvSpPr>
        <p:spPr>
          <a:xfrm>
            <a:off x="609480" y="2209680"/>
            <a:ext cx="52574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Oportunidades de monetización enfocadas: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9"/>
          <p:cNvSpPr/>
          <p:nvPr/>
        </p:nvSpPr>
        <p:spPr>
          <a:xfrm>
            <a:off x="628560" y="261000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52400" h="152400">
                <a:moveTo>
                  <a:pt x="9138" y="21521"/>
                </a:moveTo>
                <a:cubicBezTo>
                  <a:pt x="11192" y="14407"/>
                  <a:pt x="17711" y="9525"/>
                  <a:pt x="25122" y="9525"/>
                </a:cubicBezTo>
                <a:lnTo>
                  <a:pt x="127516" y="9525"/>
                </a:lnTo>
                <a:cubicBezTo>
                  <a:pt x="134928" y="9525"/>
                  <a:pt x="141446" y="14407"/>
                  <a:pt x="143530" y="21521"/>
                </a:cubicBezTo>
                <a:lnTo>
                  <a:pt x="150495" y="45393"/>
                </a:lnTo>
                <a:cubicBezTo>
                  <a:pt x="154305" y="58400"/>
                  <a:pt x="144512" y="71438"/>
                  <a:pt x="130969" y="71438"/>
                </a:cubicBezTo>
                <a:cubicBezTo>
                  <a:pt x="123140" y="71438"/>
                  <a:pt x="116265" y="67002"/>
                  <a:pt x="112871" y="60394"/>
                </a:cubicBezTo>
                <a:cubicBezTo>
                  <a:pt x="109418" y="66913"/>
                  <a:pt x="102572" y="71438"/>
                  <a:pt x="94595" y="71438"/>
                </a:cubicBezTo>
                <a:cubicBezTo>
                  <a:pt x="86678" y="71438"/>
                  <a:pt x="79802" y="66973"/>
                  <a:pt x="76349" y="60424"/>
                </a:cubicBezTo>
                <a:cubicBezTo>
                  <a:pt x="72896" y="66973"/>
                  <a:pt x="66020" y="71438"/>
                  <a:pt x="58103" y="71438"/>
                </a:cubicBezTo>
                <a:cubicBezTo>
                  <a:pt x="50125" y="71438"/>
                  <a:pt x="43279" y="66943"/>
                  <a:pt x="39826" y="60394"/>
                </a:cubicBezTo>
                <a:cubicBezTo>
                  <a:pt x="36433" y="66973"/>
                  <a:pt x="29557" y="71438"/>
                  <a:pt x="21729" y="71438"/>
                </a:cubicBezTo>
                <a:cubicBezTo>
                  <a:pt x="8156" y="71438"/>
                  <a:pt x="-1607" y="58430"/>
                  <a:pt x="2203" y="45393"/>
                </a:cubicBezTo>
                <a:lnTo>
                  <a:pt x="9138" y="21521"/>
                </a:lnTo>
                <a:close/>
                <a:moveTo>
                  <a:pt x="28694" y="104775"/>
                </a:moveTo>
                <a:lnTo>
                  <a:pt x="123944" y="104775"/>
                </a:lnTo>
                <a:lnTo>
                  <a:pt x="123944" y="85011"/>
                </a:lnTo>
                <a:cubicBezTo>
                  <a:pt x="126206" y="85487"/>
                  <a:pt x="128558" y="85725"/>
                  <a:pt x="130939" y="85725"/>
                </a:cubicBezTo>
                <a:cubicBezTo>
                  <a:pt x="135195" y="85725"/>
                  <a:pt x="139273" y="84951"/>
                  <a:pt x="142994" y="83582"/>
                </a:cubicBezTo>
                <a:lnTo>
                  <a:pt x="142994" y="128588"/>
                </a:lnTo>
                <a:cubicBezTo>
                  <a:pt x="142994" y="136475"/>
                  <a:pt x="136594" y="142875"/>
                  <a:pt x="128707" y="142875"/>
                </a:cubicBezTo>
                <a:lnTo>
                  <a:pt x="23932" y="142875"/>
                </a:lnTo>
                <a:cubicBezTo>
                  <a:pt x="16044" y="142875"/>
                  <a:pt x="9644" y="136475"/>
                  <a:pt x="9644" y="128588"/>
                </a:cubicBezTo>
                <a:lnTo>
                  <a:pt x="9644" y="83582"/>
                </a:lnTo>
                <a:cubicBezTo>
                  <a:pt x="13365" y="84951"/>
                  <a:pt x="17413" y="85725"/>
                  <a:pt x="21699" y="85725"/>
                </a:cubicBezTo>
                <a:cubicBezTo>
                  <a:pt x="24110" y="85725"/>
                  <a:pt x="26432" y="85487"/>
                  <a:pt x="28694" y="85011"/>
                </a:cubicBezTo>
                <a:lnTo>
                  <a:pt x="28694" y="104775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0"/>
          <p:cNvSpPr/>
          <p:nvPr/>
        </p:nvSpPr>
        <p:spPr>
          <a:xfrm>
            <a:off x="876240" y="2571840"/>
            <a:ext cx="3257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Tiendas especializadas: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Casa del Libro, Fnac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11"/>
          <p:cNvSpPr/>
          <p:nvPr/>
        </p:nvSpPr>
        <p:spPr>
          <a:xfrm>
            <a:off x="619200" y="2914560"/>
            <a:ext cx="171000" cy="151920"/>
          </a:xfrm>
          <a:custGeom>
            <a:avLst/>
            <a:gdLst>
              <a:gd name="textAreaLeft" fmla="*/ 0 w 171000"/>
              <a:gd name="textAreaRight" fmla="*/ 171360 w 17100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71450" h="152400">
                <a:moveTo>
                  <a:pt x="85725" y="0"/>
                </a:moveTo>
                <a:cubicBezTo>
                  <a:pt x="87690" y="0"/>
                  <a:pt x="89565" y="804"/>
                  <a:pt x="90904" y="2232"/>
                </a:cubicBezTo>
                <a:lnTo>
                  <a:pt x="133767" y="47476"/>
                </a:lnTo>
                <a:lnTo>
                  <a:pt x="133916" y="47625"/>
                </a:lnTo>
                <a:lnTo>
                  <a:pt x="157163" y="47625"/>
                </a:lnTo>
                <a:cubicBezTo>
                  <a:pt x="162431" y="47625"/>
                  <a:pt x="166688" y="51881"/>
                  <a:pt x="166688" y="57150"/>
                </a:cubicBezTo>
                <a:cubicBezTo>
                  <a:pt x="166688" y="61466"/>
                  <a:pt x="163830" y="65097"/>
                  <a:pt x="159901" y="66288"/>
                </a:cubicBezTo>
                <a:lnTo>
                  <a:pt x="146179" y="127962"/>
                </a:lnTo>
                <a:cubicBezTo>
                  <a:pt x="144244" y="136684"/>
                  <a:pt x="136505" y="142875"/>
                  <a:pt x="127575" y="142875"/>
                </a:cubicBezTo>
                <a:lnTo>
                  <a:pt x="43845" y="142875"/>
                </a:lnTo>
                <a:cubicBezTo>
                  <a:pt x="34915" y="142875"/>
                  <a:pt x="27176" y="136684"/>
                  <a:pt x="25241" y="127962"/>
                </a:cubicBezTo>
                <a:lnTo>
                  <a:pt x="11549" y="66288"/>
                </a:lnTo>
                <a:cubicBezTo>
                  <a:pt x="7620" y="65127"/>
                  <a:pt x="4763" y="61466"/>
                  <a:pt x="4763" y="57150"/>
                </a:cubicBezTo>
                <a:cubicBezTo>
                  <a:pt x="4763" y="51881"/>
                  <a:pt x="9019" y="47625"/>
                  <a:pt x="14288" y="47625"/>
                </a:cubicBezTo>
                <a:lnTo>
                  <a:pt x="37534" y="47625"/>
                </a:lnTo>
                <a:lnTo>
                  <a:pt x="37683" y="47476"/>
                </a:lnTo>
                <a:lnTo>
                  <a:pt x="80546" y="2232"/>
                </a:lnTo>
                <a:cubicBezTo>
                  <a:pt x="81885" y="804"/>
                  <a:pt x="83760" y="0"/>
                  <a:pt x="85725" y="0"/>
                </a:cubicBezTo>
                <a:close/>
                <a:moveTo>
                  <a:pt x="85725" y="17532"/>
                </a:moveTo>
                <a:lnTo>
                  <a:pt x="57210" y="47625"/>
                </a:lnTo>
                <a:lnTo>
                  <a:pt x="114240" y="47625"/>
                </a:lnTo>
                <a:lnTo>
                  <a:pt x="85725" y="17532"/>
                </a:lnTo>
                <a:close/>
                <a:moveTo>
                  <a:pt x="61912" y="78581"/>
                </a:moveTo>
                <a:cubicBezTo>
                  <a:pt x="61912" y="74622"/>
                  <a:pt x="58728" y="71438"/>
                  <a:pt x="54769" y="71438"/>
                </a:cubicBezTo>
                <a:cubicBezTo>
                  <a:pt x="50810" y="71438"/>
                  <a:pt x="47625" y="74622"/>
                  <a:pt x="47625" y="78581"/>
                </a:cubicBezTo>
                <a:lnTo>
                  <a:pt x="47625" y="111919"/>
                </a:lnTo>
                <a:cubicBezTo>
                  <a:pt x="47625" y="115878"/>
                  <a:pt x="50810" y="119062"/>
                  <a:pt x="54769" y="119062"/>
                </a:cubicBezTo>
                <a:cubicBezTo>
                  <a:pt x="58728" y="119062"/>
                  <a:pt x="61912" y="115878"/>
                  <a:pt x="61912" y="111919"/>
                </a:cubicBezTo>
                <a:lnTo>
                  <a:pt x="61912" y="78581"/>
                </a:lnTo>
                <a:close/>
                <a:moveTo>
                  <a:pt x="85725" y="71438"/>
                </a:moveTo>
                <a:cubicBezTo>
                  <a:pt x="81766" y="71438"/>
                  <a:pt x="78581" y="74622"/>
                  <a:pt x="78581" y="78581"/>
                </a:cubicBezTo>
                <a:lnTo>
                  <a:pt x="78581" y="111919"/>
                </a:lnTo>
                <a:cubicBezTo>
                  <a:pt x="78581" y="115878"/>
                  <a:pt x="81766" y="119062"/>
                  <a:pt x="85725" y="119062"/>
                </a:cubicBezTo>
                <a:cubicBezTo>
                  <a:pt x="89684" y="119062"/>
                  <a:pt x="92869" y="115878"/>
                  <a:pt x="92869" y="111919"/>
                </a:cubicBezTo>
                <a:lnTo>
                  <a:pt x="92869" y="78581"/>
                </a:lnTo>
                <a:cubicBezTo>
                  <a:pt x="92869" y="74622"/>
                  <a:pt x="89684" y="71438"/>
                  <a:pt x="85725" y="71438"/>
                </a:cubicBezTo>
                <a:close/>
                <a:moveTo>
                  <a:pt x="123825" y="78581"/>
                </a:moveTo>
                <a:cubicBezTo>
                  <a:pt x="123825" y="74622"/>
                  <a:pt x="120640" y="71438"/>
                  <a:pt x="116681" y="71438"/>
                </a:cubicBezTo>
                <a:cubicBezTo>
                  <a:pt x="112722" y="71438"/>
                  <a:pt x="109537" y="74622"/>
                  <a:pt x="109537" y="78581"/>
                </a:cubicBezTo>
                <a:lnTo>
                  <a:pt x="109537" y="111919"/>
                </a:lnTo>
                <a:cubicBezTo>
                  <a:pt x="109537" y="115878"/>
                  <a:pt x="112722" y="119062"/>
                  <a:pt x="116681" y="119062"/>
                </a:cubicBezTo>
                <a:cubicBezTo>
                  <a:pt x="120640" y="119062"/>
                  <a:pt x="123825" y="115878"/>
                  <a:pt x="123825" y="111919"/>
                </a:cubicBezTo>
                <a:lnTo>
                  <a:pt x="123825" y="78581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2"/>
          <p:cNvSpPr/>
          <p:nvPr/>
        </p:nvSpPr>
        <p:spPr>
          <a:xfrm>
            <a:off x="876240" y="2876400"/>
            <a:ext cx="3533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Plataformas de segunda mano: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Wallapop, Vinted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13"/>
          <p:cNvSpPr/>
          <p:nvPr/>
        </p:nvSpPr>
        <p:spPr>
          <a:xfrm>
            <a:off x="399960" y="3448080"/>
            <a:ext cx="5581440" cy="1923840"/>
          </a:xfrm>
          <a:custGeom>
            <a:avLst/>
            <a:gdLst>
              <a:gd name="textAreaLeft" fmla="*/ 0 w 5581440"/>
              <a:gd name="textAreaRight" fmla="*/ 5581800 w 5581440"/>
              <a:gd name="textAreaTop" fmla="*/ 0 h 1923840"/>
              <a:gd name="textAreaBottom" fmla="*/ 1924200 h 1923840"/>
            </a:gdLst>
            <a:ahLst/>
            <a:cxnLst/>
            <a:rect l="textAreaLeft" t="textAreaTop" r="textAreaRight" b="textAreaBottom"/>
            <a:pathLst>
              <a:path w="5581650" h="1924050">
                <a:moveTo>
                  <a:pt x="38100" y="0"/>
                </a:moveTo>
                <a:lnTo>
                  <a:pt x="5467342" y="0"/>
                </a:lnTo>
                <a:cubicBezTo>
                  <a:pt x="5530473" y="0"/>
                  <a:pt x="5581650" y="51177"/>
                  <a:pt x="5581650" y="114308"/>
                </a:cubicBezTo>
                <a:lnTo>
                  <a:pt x="5581650" y="1809742"/>
                </a:lnTo>
                <a:cubicBezTo>
                  <a:pt x="5581650" y="1872873"/>
                  <a:pt x="5530473" y="1924050"/>
                  <a:pt x="5467342" y="1924050"/>
                </a:cubicBezTo>
                <a:lnTo>
                  <a:pt x="38100" y="1924050"/>
                </a:lnTo>
                <a:cubicBezTo>
                  <a:pt x="17072" y="1924050"/>
                  <a:pt x="0" y="1906978"/>
                  <a:pt x="0" y="1885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14"/>
          <p:cNvSpPr/>
          <p:nvPr/>
        </p:nvSpPr>
        <p:spPr>
          <a:xfrm>
            <a:off x="399960" y="3448080"/>
            <a:ext cx="37800" cy="1923840"/>
          </a:xfrm>
          <a:custGeom>
            <a:avLst/>
            <a:gdLst>
              <a:gd name="textAreaLeft" fmla="*/ 0 w 37800"/>
              <a:gd name="textAreaRight" fmla="*/ 38160 w 37800"/>
              <a:gd name="textAreaTop" fmla="*/ 0 h 1923840"/>
              <a:gd name="textAreaBottom" fmla="*/ 1924200 h 1923840"/>
            </a:gdLst>
            <a:ahLst/>
            <a:cxnLst/>
            <a:rect l="textAreaLeft" t="textAreaTop" r="textAreaRight" b="textAreaBottom"/>
            <a:pathLst>
              <a:path w="38100" h="1924050">
                <a:moveTo>
                  <a:pt x="38100" y="0"/>
                </a:moveTo>
                <a:lnTo>
                  <a:pt x="38100" y="0"/>
                </a:lnTo>
                <a:lnTo>
                  <a:pt x="38100" y="1924050"/>
                </a:lnTo>
                <a:lnTo>
                  <a:pt x="38100" y="1924050"/>
                </a:lnTo>
                <a:cubicBezTo>
                  <a:pt x="17072" y="1924050"/>
                  <a:pt x="0" y="1906978"/>
                  <a:pt x="0" y="18859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5"/>
          <p:cNvSpPr/>
          <p:nvPr/>
        </p:nvSpPr>
        <p:spPr>
          <a:xfrm>
            <a:off x="609480" y="363852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6"/>
          <p:cNvSpPr/>
          <p:nvPr/>
        </p:nvSpPr>
        <p:spPr>
          <a:xfrm>
            <a:off x="717840" y="3762360"/>
            <a:ext cx="321120" cy="285480"/>
          </a:xfrm>
          <a:custGeom>
            <a:avLst/>
            <a:gdLst>
              <a:gd name="textAreaLeft" fmla="*/ 0 w 321120"/>
              <a:gd name="textAreaRight" fmla="*/ 321480 w 32112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321469" h="285750">
                <a:moveTo>
                  <a:pt x="174687" y="48667"/>
                </a:moveTo>
                <a:cubicBezTo>
                  <a:pt x="179822" y="44593"/>
                  <a:pt x="183059" y="38286"/>
                  <a:pt x="183059" y="31254"/>
                </a:cubicBezTo>
                <a:cubicBezTo>
                  <a:pt x="183059" y="18920"/>
                  <a:pt x="173069" y="8930"/>
                  <a:pt x="160734" y="8930"/>
                </a:cubicBezTo>
                <a:cubicBezTo>
                  <a:pt x="148400" y="8930"/>
                  <a:pt x="138410" y="18920"/>
                  <a:pt x="138410" y="31254"/>
                </a:cubicBezTo>
                <a:cubicBezTo>
                  <a:pt x="138410" y="38286"/>
                  <a:pt x="141703" y="44593"/>
                  <a:pt x="146782" y="48667"/>
                </a:cubicBezTo>
                <a:lnTo>
                  <a:pt x="108607" y="108719"/>
                </a:lnTo>
                <a:cubicBezTo>
                  <a:pt x="103026" y="117481"/>
                  <a:pt x="91139" y="119658"/>
                  <a:pt x="82823" y="113407"/>
                </a:cubicBezTo>
                <a:lnTo>
                  <a:pt x="49616" y="88571"/>
                </a:lnTo>
                <a:cubicBezTo>
                  <a:pt x="52127" y="84999"/>
                  <a:pt x="53578" y="80590"/>
                  <a:pt x="53578" y="75902"/>
                </a:cubicBezTo>
                <a:cubicBezTo>
                  <a:pt x="53578" y="63568"/>
                  <a:pt x="43588" y="53578"/>
                  <a:pt x="31254" y="53578"/>
                </a:cubicBezTo>
                <a:cubicBezTo>
                  <a:pt x="18920" y="53578"/>
                  <a:pt x="8930" y="63568"/>
                  <a:pt x="8930" y="75902"/>
                </a:cubicBezTo>
                <a:cubicBezTo>
                  <a:pt x="8930" y="88069"/>
                  <a:pt x="18697" y="98003"/>
                  <a:pt x="30807" y="98227"/>
                </a:cubicBezTo>
                <a:lnTo>
                  <a:pt x="49002" y="219615"/>
                </a:lnTo>
                <a:cubicBezTo>
                  <a:pt x="51625" y="237083"/>
                  <a:pt x="66638" y="250031"/>
                  <a:pt x="84330" y="250031"/>
                </a:cubicBezTo>
                <a:lnTo>
                  <a:pt x="237139" y="250031"/>
                </a:lnTo>
                <a:cubicBezTo>
                  <a:pt x="254831" y="250031"/>
                  <a:pt x="269844" y="237083"/>
                  <a:pt x="272467" y="219615"/>
                </a:cubicBezTo>
                <a:lnTo>
                  <a:pt x="290661" y="98227"/>
                </a:lnTo>
                <a:cubicBezTo>
                  <a:pt x="302772" y="98003"/>
                  <a:pt x="312539" y="88069"/>
                  <a:pt x="312539" y="75902"/>
                </a:cubicBezTo>
                <a:cubicBezTo>
                  <a:pt x="312539" y="63568"/>
                  <a:pt x="302549" y="53578"/>
                  <a:pt x="290215" y="53578"/>
                </a:cubicBezTo>
                <a:cubicBezTo>
                  <a:pt x="277881" y="53578"/>
                  <a:pt x="267891" y="63568"/>
                  <a:pt x="267891" y="75902"/>
                </a:cubicBezTo>
                <a:cubicBezTo>
                  <a:pt x="267891" y="80590"/>
                  <a:pt x="269342" y="84999"/>
                  <a:pt x="271853" y="88571"/>
                </a:cubicBezTo>
                <a:lnTo>
                  <a:pt x="238702" y="113463"/>
                </a:lnTo>
                <a:cubicBezTo>
                  <a:pt x="230386" y="119714"/>
                  <a:pt x="218498" y="117537"/>
                  <a:pt x="212917" y="108775"/>
                </a:cubicBezTo>
                <a:lnTo>
                  <a:pt x="174687" y="48667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7"/>
          <p:cNvSpPr/>
          <p:nvPr/>
        </p:nvSpPr>
        <p:spPr>
          <a:xfrm>
            <a:off x="1257480" y="3753000"/>
            <a:ext cx="1923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Modelo Freemium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8"/>
          <p:cNvSpPr/>
          <p:nvPr/>
        </p:nvSpPr>
        <p:spPr>
          <a:xfrm>
            <a:off x="609480" y="4286160"/>
            <a:ext cx="5257440" cy="2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Versión gratuita + Premium con características avanzadas: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19"/>
          <p:cNvSpPr/>
          <p:nvPr/>
        </p:nvSpPr>
        <p:spPr>
          <a:xfrm>
            <a:off x="609480" y="4686480"/>
            <a:ext cx="190080" cy="151920"/>
          </a:xfrm>
          <a:custGeom>
            <a:avLst/>
            <a:gdLst>
              <a:gd name="textAreaLeft" fmla="*/ 0 w 190080"/>
              <a:gd name="textAreaRight" fmla="*/ 190440 w 19008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90500" h="152400">
                <a:moveTo>
                  <a:pt x="0" y="76200"/>
                </a:moveTo>
                <a:cubicBezTo>
                  <a:pt x="0" y="49887"/>
                  <a:pt x="21312" y="28575"/>
                  <a:pt x="47625" y="28575"/>
                </a:cubicBezTo>
                <a:cubicBezTo>
                  <a:pt x="62627" y="28575"/>
                  <a:pt x="76736" y="35629"/>
                  <a:pt x="85725" y="47625"/>
                </a:cubicBezTo>
                <a:lnTo>
                  <a:pt x="95250" y="60335"/>
                </a:lnTo>
                <a:lnTo>
                  <a:pt x="104775" y="47625"/>
                </a:lnTo>
                <a:cubicBezTo>
                  <a:pt x="113764" y="35629"/>
                  <a:pt x="127873" y="28575"/>
                  <a:pt x="142875" y="28575"/>
                </a:cubicBezTo>
                <a:cubicBezTo>
                  <a:pt x="169188" y="28575"/>
                  <a:pt x="190500" y="49887"/>
                  <a:pt x="190500" y="76200"/>
                </a:cubicBezTo>
                <a:cubicBezTo>
                  <a:pt x="190500" y="102513"/>
                  <a:pt x="169188" y="123825"/>
                  <a:pt x="142875" y="123825"/>
                </a:cubicBezTo>
                <a:cubicBezTo>
                  <a:pt x="127873" y="123825"/>
                  <a:pt x="113764" y="116771"/>
                  <a:pt x="104775" y="104775"/>
                </a:cubicBezTo>
                <a:lnTo>
                  <a:pt x="95250" y="92065"/>
                </a:lnTo>
                <a:lnTo>
                  <a:pt x="85725" y="104775"/>
                </a:lnTo>
                <a:cubicBezTo>
                  <a:pt x="76736" y="116771"/>
                  <a:pt x="62627" y="123825"/>
                  <a:pt x="47625" y="123825"/>
                </a:cubicBezTo>
                <a:cubicBezTo>
                  <a:pt x="21312" y="123825"/>
                  <a:pt x="0" y="102513"/>
                  <a:pt x="0" y="76200"/>
                </a:cubicBezTo>
                <a:close/>
                <a:moveTo>
                  <a:pt x="83344" y="76200"/>
                </a:moveTo>
                <a:lnTo>
                  <a:pt x="70485" y="59055"/>
                </a:lnTo>
                <a:cubicBezTo>
                  <a:pt x="65097" y="51852"/>
                  <a:pt x="56614" y="47625"/>
                  <a:pt x="47625" y="47625"/>
                </a:cubicBezTo>
                <a:cubicBezTo>
                  <a:pt x="31849" y="47625"/>
                  <a:pt x="19050" y="60424"/>
                  <a:pt x="19050" y="76200"/>
                </a:cubicBezTo>
                <a:cubicBezTo>
                  <a:pt x="19050" y="91976"/>
                  <a:pt x="31849" y="104775"/>
                  <a:pt x="47625" y="104775"/>
                </a:cubicBezTo>
                <a:cubicBezTo>
                  <a:pt x="56614" y="104775"/>
                  <a:pt x="65097" y="100548"/>
                  <a:pt x="70485" y="93345"/>
                </a:cubicBezTo>
                <a:lnTo>
                  <a:pt x="83344" y="76200"/>
                </a:lnTo>
                <a:close/>
                <a:moveTo>
                  <a:pt x="107156" y="76200"/>
                </a:moveTo>
                <a:lnTo>
                  <a:pt x="120015" y="93345"/>
                </a:lnTo>
                <a:cubicBezTo>
                  <a:pt x="125403" y="100548"/>
                  <a:pt x="133886" y="104775"/>
                  <a:pt x="142875" y="104775"/>
                </a:cubicBezTo>
                <a:cubicBezTo>
                  <a:pt x="158651" y="104775"/>
                  <a:pt x="171450" y="91976"/>
                  <a:pt x="171450" y="76200"/>
                </a:cubicBezTo>
                <a:cubicBezTo>
                  <a:pt x="171450" y="60424"/>
                  <a:pt x="158651" y="47625"/>
                  <a:pt x="142875" y="47625"/>
                </a:cubicBezTo>
                <a:cubicBezTo>
                  <a:pt x="133886" y="47625"/>
                  <a:pt x="125403" y="51852"/>
                  <a:pt x="120015" y="59055"/>
                </a:cubicBezTo>
                <a:lnTo>
                  <a:pt x="107156" y="76200"/>
                </a:ln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0"/>
          <p:cNvSpPr/>
          <p:nvPr/>
        </p:nvSpPr>
        <p:spPr>
          <a:xfrm>
            <a:off x="876240" y="4648320"/>
            <a:ext cx="292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Colección ilimitada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(vs. 100 libros gratis)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1"/>
          <p:cNvSpPr/>
          <p:nvPr/>
        </p:nvSpPr>
        <p:spPr>
          <a:xfrm>
            <a:off x="619200" y="4991040"/>
            <a:ext cx="171000" cy="151920"/>
          </a:xfrm>
          <a:custGeom>
            <a:avLst/>
            <a:gdLst>
              <a:gd name="textAreaLeft" fmla="*/ 0 w 171000"/>
              <a:gd name="textAreaRight" fmla="*/ 171360 w 17100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71450" h="152400">
                <a:moveTo>
                  <a:pt x="0" y="100013"/>
                </a:moveTo>
                <a:cubicBezTo>
                  <a:pt x="0" y="123676"/>
                  <a:pt x="19199" y="142875"/>
                  <a:pt x="42863" y="142875"/>
                </a:cubicBezTo>
                <a:lnTo>
                  <a:pt x="133350" y="142875"/>
                </a:lnTo>
                <a:cubicBezTo>
                  <a:pt x="154394" y="142875"/>
                  <a:pt x="171450" y="125819"/>
                  <a:pt x="171450" y="104775"/>
                </a:cubicBezTo>
                <a:cubicBezTo>
                  <a:pt x="171450" y="89416"/>
                  <a:pt x="162371" y="76170"/>
                  <a:pt x="149275" y="70158"/>
                </a:cubicBezTo>
                <a:cubicBezTo>
                  <a:pt x="151269" y="66258"/>
                  <a:pt x="152400" y="61823"/>
                  <a:pt x="152400" y="57150"/>
                </a:cubicBezTo>
                <a:cubicBezTo>
                  <a:pt x="152400" y="41374"/>
                  <a:pt x="139601" y="28575"/>
                  <a:pt x="123825" y="28575"/>
                </a:cubicBezTo>
                <a:cubicBezTo>
                  <a:pt x="118556" y="28575"/>
                  <a:pt x="113645" y="30004"/>
                  <a:pt x="109418" y="32474"/>
                </a:cubicBezTo>
                <a:cubicBezTo>
                  <a:pt x="102245" y="18842"/>
                  <a:pt x="87928" y="9525"/>
                  <a:pt x="71438" y="9525"/>
                </a:cubicBezTo>
                <a:cubicBezTo>
                  <a:pt x="47774" y="9525"/>
                  <a:pt x="28575" y="28724"/>
                  <a:pt x="28575" y="52388"/>
                </a:cubicBezTo>
                <a:cubicBezTo>
                  <a:pt x="28575" y="54769"/>
                  <a:pt x="28783" y="57120"/>
                  <a:pt x="29141" y="59382"/>
                </a:cubicBezTo>
                <a:cubicBezTo>
                  <a:pt x="12204" y="65097"/>
                  <a:pt x="0" y="81141"/>
                  <a:pt x="0" y="100013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2"/>
          <p:cNvSpPr/>
          <p:nvPr/>
        </p:nvSpPr>
        <p:spPr>
          <a:xfrm>
            <a:off x="876240" y="4952880"/>
            <a:ext cx="2828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Sincronización cloud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entre dispositivos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23"/>
          <p:cNvSpPr/>
          <p:nvPr/>
        </p:nvSpPr>
        <p:spPr>
          <a:xfrm>
            <a:off x="6229440" y="1371600"/>
            <a:ext cx="5581440" cy="3009600"/>
          </a:xfrm>
          <a:custGeom>
            <a:avLst/>
            <a:gdLst>
              <a:gd name="textAreaLeft" fmla="*/ 0 w 5581440"/>
              <a:gd name="textAreaRight" fmla="*/ 5581800 w 5581440"/>
              <a:gd name="textAreaTop" fmla="*/ 0 h 3009600"/>
              <a:gd name="textAreaBottom" fmla="*/ 3009960 h 3009600"/>
            </a:gdLst>
            <a:ahLst/>
            <a:cxnLst/>
            <a:rect l="textAreaLeft" t="textAreaTop" r="textAreaRight" b="textAreaBottom"/>
            <a:pathLst>
              <a:path w="5581650" h="3009900">
                <a:moveTo>
                  <a:pt x="38100" y="0"/>
                </a:moveTo>
                <a:lnTo>
                  <a:pt x="5467364" y="0"/>
                </a:lnTo>
                <a:cubicBezTo>
                  <a:pt x="5530482" y="0"/>
                  <a:pt x="5581650" y="51168"/>
                  <a:pt x="5581650" y="114286"/>
                </a:cubicBezTo>
                <a:lnTo>
                  <a:pt x="5581650" y="2895614"/>
                </a:lnTo>
                <a:cubicBezTo>
                  <a:pt x="5581650" y="2958732"/>
                  <a:pt x="5530482" y="3009900"/>
                  <a:pt x="5467364" y="3009900"/>
                </a:cubicBezTo>
                <a:lnTo>
                  <a:pt x="38100" y="3009900"/>
                </a:lnTo>
                <a:cubicBezTo>
                  <a:pt x="17058" y="3009900"/>
                  <a:pt x="0" y="2992842"/>
                  <a:pt x="0" y="2971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>
              <a:alpha val="4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4"/>
          <p:cNvSpPr/>
          <p:nvPr/>
        </p:nvSpPr>
        <p:spPr>
          <a:xfrm>
            <a:off x="6229440" y="1371600"/>
            <a:ext cx="37800" cy="3009600"/>
          </a:xfrm>
          <a:custGeom>
            <a:avLst/>
            <a:gdLst>
              <a:gd name="textAreaLeft" fmla="*/ 0 w 37800"/>
              <a:gd name="textAreaRight" fmla="*/ 38160 w 37800"/>
              <a:gd name="textAreaTop" fmla="*/ 0 h 3009600"/>
              <a:gd name="textAreaBottom" fmla="*/ 3009960 h 3009600"/>
            </a:gdLst>
            <a:ahLst/>
            <a:cxnLst/>
            <a:rect l="textAreaLeft" t="textAreaTop" r="textAreaRight" b="textAreaBottom"/>
            <a:pathLst>
              <a:path w="38100" h="3009900">
                <a:moveTo>
                  <a:pt x="38100" y="0"/>
                </a:moveTo>
                <a:lnTo>
                  <a:pt x="38100" y="0"/>
                </a:lnTo>
                <a:lnTo>
                  <a:pt x="38100" y="3009900"/>
                </a:lnTo>
                <a:lnTo>
                  <a:pt x="38100" y="3009900"/>
                </a:lnTo>
                <a:cubicBezTo>
                  <a:pt x="17072" y="3009900"/>
                  <a:pt x="0" y="2992828"/>
                  <a:pt x="0" y="2971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25"/>
          <p:cNvSpPr/>
          <p:nvPr/>
        </p:nvSpPr>
        <p:spPr>
          <a:xfrm>
            <a:off x="6438960" y="1562040"/>
            <a:ext cx="533160" cy="533160"/>
          </a:xfrm>
          <a:custGeom>
            <a:avLst/>
            <a:gdLst>
              <a:gd name="textAreaLeft" fmla="*/ 0 w 533160"/>
              <a:gd name="textAreaRight" fmla="*/ 533520 w 533160"/>
              <a:gd name="textAreaTop" fmla="*/ 0 h 533160"/>
              <a:gd name="textAreaBottom" fmla="*/ 533520 h 533160"/>
            </a:gdLst>
            <a:ahLst/>
            <a:cxnLst/>
            <a:rect l="textAreaLeft" t="textAreaTop" r="textAreaRight" b="textAreaBottom"/>
            <a:pathLst>
              <a:path w="533400" h="533400">
                <a:moveTo>
                  <a:pt x="76202" y="0"/>
                </a:moveTo>
                <a:lnTo>
                  <a:pt x="457198" y="0"/>
                </a:lnTo>
                <a:cubicBezTo>
                  <a:pt x="499283" y="0"/>
                  <a:pt x="533400" y="34117"/>
                  <a:pt x="533400" y="76202"/>
                </a:cubicBezTo>
                <a:lnTo>
                  <a:pt x="533400" y="457198"/>
                </a:lnTo>
                <a:cubicBezTo>
                  <a:pt x="533400" y="499283"/>
                  <a:pt x="499283" y="533400"/>
                  <a:pt x="457198" y="533400"/>
                </a:cubicBezTo>
                <a:lnTo>
                  <a:pt x="76202" y="533400"/>
                </a:lnTo>
                <a:cubicBezTo>
                  <a:pt x="34117" y="533400"/>
                  <a:pt x="0" y="499283"/>
                  <a:pt x="0" y="457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26"/>
          <p:cNvSpPr/>
          <p:nvPr/>
        </p:nvSpPr>
        <p:spPr>
          <a:xfrm>
            <a:off x="6564960" y="1685880"/>
            <a:ext cx="285480" cy="285480"/>
          </a:xfrm>
          <a:custGeom>
            <a:avLst/>
            <a:gdLst>
              <a:gd name="textAreaLeft" fmla="*/ 0 w 285480"/>
              <a:gd name="textAreaRight" fmla="*/ 285840 w 285480"/>
              <a:gd name="textAreaTop" fmla="*/ 0 h 285480"/>
              <a:gd name="textAreaBottom" fmla="*/ 285840 h 285480"/>
            </a:gdLst>
            <a:ahLst/>
            <a:cxnLst/>
            <a:rect l="textAreaLeft" t="textAreaTop" r="textAreaRight" b="textAreaBottom"/>
            <a:pathLst>
              <a:path w="285750" h="285750">
                <a:moveTo>
                  <a:pt x="35719" y="35719"/>
                </a:moveTo>
                <a:cubicBezTo>
                  <a:pt x="35719" y="25840"/>
                  <a:pt x="27738" y="17859"/>
                  <a:pt x="17859" y="17859"/>
                </a:cubicBezTo>
                <a:cubicBezTo>
                  <a:pt x="7981" y="17859"/>
                  <a:pt x="0" y="25840"/>
                  <a:pt x="0" y="35719"/>
                </a:cubicBezTo>
                <a:lnTo>
                  <a:pt x="0" y="223242"/>
                </a:lnTo>
                <a:cubicBezTo>
                  <a:pt x="0" y="247910"/>
                  <a:pt x="19980" y="267891"/>
                  <a:pt x="44648" y="267891"/>
                </a:cubicBezTo>
                <a:lnTo>
                  <a:pt x="267891" y="267891"/>
                </a:lnTo>
                <a:cubicBezTo>
                  <a:pt x="277769" y="267891"/>
                  <a:pt x="285750" y="259910"/>
                  <a:pt x="285750" y="250031"/>
                </a:cubicBezTo>
                <a:cubicBezTo>
                  <a:pt x="285750" y="240153"/>
                  <a:pt x="277769" y="232172"/>
                  <a:pt x="267891" y="232172"/>
                </a:cubicBezTo>
                <a:lnTo>
                  <a:pt x="44648" y="232172"/>
                </a:lnTo>
                <a:cubicBezTo>
                  <a:pt x="39737" y="232172"/>
                  <a:pt x="35719" y="228154"/>
                  <a:pt x="35719" y="223242"/>
                </a:cubicBezTo>
                <a:lnTo>
                  <a:pt x="35719" y="35719"/>
                </a:lnTo>
                <a:close/>
                <a:moveTo>
                  <a:pt x="262644" y="84051"/>
                </a:moveTo>
                <a:cubicBezTo>
                  <a:pt x="269621" y="77074"/>
                  <a:pt x="269621" y="65745"/>
                  <a:pt x="262644" y="58769"/>
                </a:cubicBezTo>
                <a:cubicBezTo>
                  <a:pt x="255668" y="51792"/>
                  <a:pt x="244339" y="51792"/>
                  <a:pt x="237362" y="58769"/>
                </a:cubicBezTo>
                <a:lnTo>
                  <a:pt x="178594" y="117593"/>
                </a:lnTo>
                <a:lnTo>
                  <a:pt x="146558" y="85613"/>
                </a:lnTo>
                <a:cubicBezTo>
                  <a:pt x="139582" y="78637"/>
                  <a:pt x="128253" y="78637"/>
                  <a:pt x="121276" y="85613"/>
                </a:cubicBezTo>
                <a:lnTo>
                  <a:pt x="67698" y="139192"/>
                </a:lnTo>
                <a:cubicBezTo>
                  <a:pt x="60722" y="146168"/>
                  <a:pt x="60722" y="157497"/>
                  <a:pt x="67698" y="164474"/>
                </a:cubicBezTo>
                <a:cubicBezTo>
                  <a:pt x="74675" y="171450"/>
                  <a:pt x="86004" y="171450"/>
                  <a:pt x="92980" y="164474"/>
                </a:cubicBezTo>
                <a:lnTo>
                  <a:pt x="133945" y="123509"/>
                </a:lnTo>
                <a:lnTo>
                  <a:pt x="165981" y="155544"/>
                </a:lnTo>
                <a:cubicBezTo>
                  <a:pt x="172957" y="162520"/>
                  <a:pt x="184286" y="162520"/>
                  <a:pt x="191263" y="155544"/>
                </a:cubicBezTo>
                <a:lnTo>
                  <a:pt x="262700" y="84106"/>
                </a:lnTo>
                <a:close/>
              </a:path>
            </a:pathLst>
          </a:custGeom>
          <a:solidFill>
            <a:srgbClr val="2D2A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7"/>
          <p:cNvSpPr/>
          <p:nvPr/>
        </p:nvSpPr>
        <p:spPr>
          <a:xfrm>
            <a:off x="7086600" y="1676520"/>
            <a:ext cx="18950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en-US" sz="18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Mercado Objetivo</a:t>
            </a: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28"/>
          <p:cNvSpPr/>
          <p:nvPr/>
        </p:nvSpPr>
        <p:spPr>
          <a:xfrm>
            <a:off x="6438960" y="2209680"/>
            <a:ext cx="5181120" cy="609120"/>
          </a:xfrm>
          <a:custGeom>
            <a:avLst/>
            <a:gdLst>
              <a:gd name="textAreaLeft" fmla="*/ 0 w 5181120"/>
              <a:gd name="textAreaRight" fmla="*/ 5181480 w 5181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5181600" h="609600">
                <a:moveTo>
                  <a:pt x="76200" y="0"/>
                </a:moveTo>
                <a:lnTo>
                  <a:pt x="5105400" y="0"/>
                </a:lnTo>
                <a:cubicBezTo>
                  <a:pt x="5147456" y="0"/>
                  <a:pt x="5181600" y="34144"/>
                  <a:pt x="5181600" y="76200"/>
                </a:cubicBezTo>
                <a:lnTo>
                  <a:pt x="5181600" y="533400"/>
                </a:lnTo>
                <a:cubicBezTo>
                  <a:pt x="5181600" y="575456"/>
                  <a:pt x="5147456" y="609600"/>
                  <a:pt x="5105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2D2A2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9"/>
          <p:cNvSpPr/>
          <p:nvPr/>
        </p:nvSpPr>
        <p:spPr>
          <a:xfrm>
            <a:off x="6553080" y="2343240"/>
            <a:ext cx="114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Lectores ávidos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0"/>
          <p:cNvSpPr/>
          <p:nvPr/>
        </p:nvSpPr>
        <p:spPr>
          <a:xfrm>
            <a:off x="10744200" y="2324160"/>
            <a:ext cx="856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Millones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31"/>
          <p:cNvSpPr/>
          <p:nvPr/>
        </p:nvSpPr>
        <p:spPr>
          <a:xfrm>
            <a:off x="6553080" y="2629080"/>
            <a:ext cx="4952520" cy="75960"/>
          </a:xfrm>
          <a:custGeom>
            <a:avLst/>
            <a:gdLst>
              <a:gd name="textAreaLeft" fmla="*/ 0 w 4952520"/>
              <a:gd name="textAreaRight" fmla="*/ 4952880 w 495252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4953000" h="76200">
                <a:moveTo>
                  <a:pt x="38100" y="0"/>
                </a:moveTo>
                <a:lnTo>
                  <a:pt x="4914900" y="0"/>
                </a:lnTo>
                <a:cubicBezTo>
                  <a:pt x="4935928" y="0"/>
                  <a:pt x="4953000" y="17072"/>
                  <a:pt x="4953000" y="38100"/>
                </a:cubicBezTo>
                <a:lnTo>
                  <a:pt x="4953000" y="38100"/>
                </a:lnTo>
                <a:cubicBezTo>
                  <a:pt x="4953000" y="59128"/>
                  <a:pt x="4935928" y="76200"/>
                  <a:pt x="49149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32"/>
          <p:cNvSpPr/>
          <p:nvPr/>
        </p:nvSpPr>
        <p:spPr>
          <a:xfrm>
            <a:off x="6553080" y="2629080"/>
            <a:ext cx="4209840" cy="75960"/>
          </a:xfrm>
          <a:custGeom>
            <a:avLst/>
            <a:gdLst>
              <a:gd name="textAreaLeft" fmla="*/ 0 w 4209840"/>
              <a:gd name="textAreaRight" fmla="*/ 4210200 w 420984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4210050" h="76200">
                <a:moveTo>
                  <a:pt x="38100" y="0"/>
                </a:moveTo>
                <a:lnTo>
                  <a:pt x="4171950" y="0"/>
                </a:lnTo>
                <a:cubicBezTo>
                  <a:pt x="4192978" y="0"/>
                  <a:pt x="4210050" y="17072"/>
                  <a:pt x="4210050" y="38100"/>
                </a:cubicBezTo>
                <a:lnTo>
                  <a:pt x="4210050" y="38100"/>
                </a:lnTo>
                <a:cubicBezTo>
                  <a:pt x="4210050" y="59128"/>
                  <a:pt x="4192978" y="76200"/>
                  <a:pt x="417195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33"/>
          <p:cNvSpPr/>
          <p:nvPr/>
        </p:nvSpPr>
        <p:spPr>
          <a:xfrm>
            <a:off x="6438960" y="2895480"/>
            <a:ext cx="5181120" cy="609120"/>
          </a:xfrm>
          <a:custGeom>
            <a:avLst/>
            <a:gdLst>
              <a:gd name="textAreaLeft" fmla="*/ 0 w 5181120"/>
              <a:gd name="textAreaRight" fmla="*/ 5181480 w 5181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5181600" h="609600">
                <a:moveTo>
                  <a:pt x="76200" y="0"/>
                </a:moveTo>
                <a:lnTo>
                  <a:pt x="5105400" y="0"/>
                </a:lnTo>
                <a:cubicBezTo>
                  <a:pt x="5147456" y="0"/>
                  <a:pt x="5181600" y="34144"/>
                  <a:pt x="5181600" y="76200"/>
                </a:cubicBezTo>
                <a:lnTo>
                  <a:pt x="5181600" y="533400"/>
                </a:lnTo>
                <a:cubicBezTo>
                  <a:pt x="5181600" y="575456"/>
                  <a:pt x="5147456" y="609600"/>
                  <a:pt x="5105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2D2A2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34"/>
          <p:cNvSpPr/>
          <p:nvPr/>
        </p:nvSpPr>
        <p:spPr>
          <a:xfrm>
            <a:off x="6553080" y="3029040"/>
            <a:ext cx="1514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Vendedores de libros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35"/>
          <p:cNvSpPr/>
          <p:nvPr/>
        </p:nvSpPr>
        <p:spPr>
          <a:xfrm>
            <a:off x="10638000" y="3009960"/>
            <a:ext cx="9615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Creciente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36"/>
          <p:cNvSpPr/>
          <p:nvPr/>
        </p:nvSpPr>
        <p:spPr>
          <a:xfrm>
            <a:off x="6553080" y="3314880"/>
            <a:ext cx="4952520" cy="75960"/>
          </a:xfrm>
          <a:custGeom>
            <a:avLst/>
            <a:gdLst>
              <a:gd name="textAreaLeft" fmla="*/ 0 w 4952520"/>
              <a:gd name="textAreaRight" fmla="*/ 4952880 w 495252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4953000" h="76200">
                <a:moveTo>
                  <a:pt x="38100" y="0"/>
                </a:moveTo>
                <a:lnTo>
                  <a:pt x="4914900" y="0"/>
                </a:lnTo>
                <a:cubicBezTo>
                  <a:pt x="4935928" y="0"/>
                  <a:pt x="4953000" y="17072"/>
                  <a:pt x="4953000" y="38100"/>
                </a:cubicBezTo>
                <a:lnTo>
                  <a:pt x="4953000" y="38100"/>
                </a:lnTo>
                <a:cubicBezTo>
                  <a:pt x="4953000" y="59128"/>
                  <a:pt x="4935928" y="76200"/>
                  <a:pt x="49149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37"/>
          <p:cNvSpPr/>
          <p:nvPr/>
        </p:nvSpPr>
        <p:spPr>
          <a:xfrm>
            <a:off x="6553080" y="3314880"/>
            <a:ext cx="3466800" cy="75960"/>
          </a:xfrm>
          <a:custGeom>
            <a:avLst/>
            <a:gdLst>
              <a:gd name="textAreaLeft" fmla="*/ 0 w 3466800"/>
              <a:gd name="textAreaRight" fmla="*/ 3467160 w 346680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3467100" h="76200">
                <a:moveTo>
                  <a:pt x="38100" y="0"/>
                </a:moveTo>
                <a:lnTo>
                  <a:pt x="3429000" y="0"/>
                </a:lnTo>
                <a:cubicBezTo>
                  <a:pt x="3450028" y="0"/>
                  <a:pt x="3467100" y="17072"/>
                  <a:pt x="3467100" y="38100"/>
                </a:cubicBezTo>
                <a:lnTo>
                  <a:pt x="3467100" y="38100"/>
                </a:lnTo>
                <a:cubicBezTo>
                  <a:pt x="3467100" y="59128"/>
                  <a:pt x="3450028" y="76200"/>
                  <a:pt x="34290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38"/>
          <p:cNvSpPr/>
          <p:nvPr/>
        </p:nvSpPr>
        <p:spPr>
          <a:xfrm>
            <a:off x="6438960" y="3581280"/>
            <a:ext cx="5181120" cy="609120"/>
          </a:xfrm>
          <a:custGeom>
            <a:avLst/>
            <a:gdLst>
              <a:gd name="textAreaLeft" fmla="*/ 0 w 5181120"/>
              <a:gd name="textAreaRight" fmla="*/ 5181480 w 5181120"/>
              <a:gd name="textAreaTop" fmla="*/ 0 h 609120"/>
              <a:gd name="textAreaBottom" fmla="*/ 609480 h 609120"/>
            </a:gdLst>
            <a:ahLst/>
            <a:cxnLst/>
            <a:rect l="textAreaLeft" t="textAreaTop" r="textAreaRight" b="textAreaBottom"/>
            <a:pathLst>
              <a:path w="5181600" h="609600">
                <a:moveTo>
                  <a:pt x="76200" y="0"/>
                </a:moveTo>
                <a:lnTo>
                  <a:pt x="5105400" y="0"/>
                </a:lnTo>
                <a:cubicBezTo>
                  <a:pt x="5147456" y="0"/>
                  <a:pt x="5181600" y="34144"/>
                  <a:pt x="5181600" y="76200"/>
                </a:cubicBezTo>
                <a:lnTo>
                  <a:pt x="5181600" y="533400"/>
                </a:lnTo>
                <a:cubicBezTo>
                  <a:pt x="5181600" y="575456"/>
                  <a:pt x="5147456" y="609600"/>
                  <a:pt x="5105400" y="609600"/>
                </a:cubicBezTo>
                <a:lnTo>
                  <a:pt x="76200" y="609600"/>
                </a:lnTo>
                <a:cubicBezTo>
                  <a:pt x="34144" y="609600"/>
                  <a:pt x="0" y="575456"/>
                  <a:pt x="0" y="5334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2D2A2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39"/>
          <p:cNvSpPr/>
          <p:nvPr/>
        </p:nvSpPr>
        <p:spPr>
          <a:xfrm>
            <a:off x="6553080" y="3714840"/>
            <a:ext cx="1056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Coleccionistas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40"/>
          <p:cNvSpPr/>
          <p:nvPr/>
        </p:nvSpPr>
        <p:spPr>
          <a:xfrm>
            <a:off x="10977120" y="3695760"/>
            <a:ext cx="6282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D8A25A"/>
                </a:solidFill>
                <a:effectLst/>
                <a:uFillTx/>
                <a:latin typeface="Quattrocento Sans"/>
                <a:ea typeface="Quattrocento Sans"/>
              </a:rPr>
              <a:t>Nicho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41"/>
          <p:cNvSpPr/>
          <p:nvPr/>
        </p:nvSpPr>
        <p:spPr>
          <a:xfrm>
            <a:off x="6553080" y="4000680"/>
            <a:ext cx="4952520" cy="75960"/>
          </a:xfrm>
          <a:custGeom>
            <a:avLst/>
            <a:gdLst>
              <a:gd name="textAreaLeft" fmla="*/ 0 w 4952520"/>
              <a:gd name="textAreaRight" fmla="*/ 4952880 w 495252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4953000" h="76200">
                <a:moveTo>
                  <a:pt x="38100" y="0"/>
                </a:moveTo>
                <a:lnTo>
                  <a:pt x="4914900" y="0"/>
                </a:lnTo>
                <a:cubicBezTo>
                  <a:pt x="4935928" y="0"/>
                  <a:pt x="4953000" y="17072"/>
                  <a:pt x="4953000" y="38100"/>
                </a:cubicBezTo>
                <a:lnTo>
                  <a:pt x="4953000" y="38100"/>
                </a:lnTo>
                <a:cubicBezTo>
                  <a:pt x="4953000" y="59128"/>
                  <a:pt x="4935928" y="76200"/>
                  <a:pt x="49149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E3A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42"/>
          <p:cNvSpPr/>
          <p:nvPr/>
        </p:nvSpPr>
        <p:spPr>
          <a:xfrm>
            <a:off x="6553080" y="4000680"/>
            <a:ext cx="2228400" cy="75960"/>
          </a:xfrm>
          <a:custGeom>
            <a:avLst/>
            <a:gdLst>
              <a:gd name="textAreaLeft" fmla="*/ 0 w 2228400"/>
              <a:gd name="textAreaRight" fmla="*/ 2228760 w 2228400"/>
              <a:gd name="textAreaTop" fmla="*/ 0 h 75960"/>
              <a:gd name="textAreaBottom" fmla="*/ 76320 h 75960"/>
            </a:gdLst>
            <a:ahLst/>
            <a:cxnLst/>
            <a:rect l="textAreaLeft" t="textAreaTop" r="textAreaRight" b="textAreaBottom"/>
            <a:pathLst>
              <a:path w="2228850" h="76200">
                <a:moveTo>
                  <a:pt x="38100" y="0"/>
                </a:moveTo>
                <a:lnTo>
                  <a:pt x="2190750" y="0"/>
                </a:lnTo>
                <a:cubicBezTo>
                  <a:pt x="2211778" y="0"/>
                  <a:pt x="2228850" y="17072"/>
                  <a:pt x="2228850" y="38100"/>
                </a:cubicBezTo>
                <a:lnTo>
                  <a:pt x="2228850" y="38100"/>
                </a:lnTo>
                <a:cubicBezTo>
                  <a:pt x="2228850" y="59128"/>
                  <a:pt x="2211778" y="76200"/>
                  <a:pt x="219075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43"/>
          <p:cNvSpPr/>
          <p:nvPr/>
        </p:nvSpPr>
        <p:spPr>
          <a:xfrm>
            <a:off x="6215040" y="4538520"/>
            <a:ext cx="5590800" cy="1190160"/>
          </a:xfrm>
          <a:custGeom>
            <a:avLst/>
            <a:gdLst>
              <a:gd name="textAreaLeft" fmla="*/ 0 w 5590800"/>
              <a:gd name="textAreaRight" fmla="*/ 5591160 w 5590800"/>
              <a:gd name="textAreaTop" fmla="*/ 0 h 1190160"/>
              <a:gd name="textAreaBottom" fmla="*/ 1190520 h 1190160"/>
            </a:gdLst>
            <a:ahLst/>
            <a:cxnLst/>
            <a:rect l="textAreaLeft" t="textAreaTop" r="textAreaRight" b="textAreaBottom"/>
            <a:pathLst>
              <a:path w="5591175" h="1190625">
                <a:moveTo>
                  <a:pt x="114300" y="0"/>
                </a:moveTo>
                <a:lnTo>
                  <a:pt x="5476875" y="0"/>
                </a:lnTo>
                <a:cubicBezTo>
                  <a:pt x="5539959" y="0"/>
                  <a:pt x="5591175" y="51216"/>
                  <a:pt x="5591175" y="114300"/>
                </a:cubicBezTo>
                <a:lnTo>
                  <a:pt x="5591175" y="1076325"/>
                </a:lnTo>
                <a:cubicBezTo>
                  <a:pt x="5591175" y="1139409"/>
                  <a:pt x="5539959" y="1190625"/>
                  <a:pt x="5476875" y="1190625"/>
                </a:cubicBezTo>
                <a:lnTo>
                  <a:pt x="114300" y="1190625"/>
                </a:lnTo>
                <a:cubicBezTo>
                  <a:pt x="51216" y="1190625"/>
                  <a:pt x="0" y="1139409"/>
                  <a:pt x="0" y="1076325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D8A25A">
              <a:alpha val="1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44"/>
          <p:cNvSpPr/>
          <p:nvPr/>
        </p:nvSpPr>
        <p:spPr>
          <a:xfrm>
            <a:off x="6419880" y="4734000"/>
            <a:ext cx="142560" cy="190080"/>
          </a:xfrm>
          <a:custGeom>
            <a:avLst/>
            <a:gdLst>
              <a:gd name="textAreaLeft" fmla="*/ 0 w 142560"/>
              <a:gd name="textAreaRight" fmla="*/ 142920 w 142560"/>
              <a:gd name="textAreaTop" fmla="*/ 0 h 190080"/>
              <a:gd name="textAreaBottom" fmla="*/ 190440 h 190080"/>
            </a:gdLst>
            <a:ahLst/>
            <a:cxnLst/>
            <a:rect l="textAreaLeft" t="textAreaTop" r="textAreaRight" b="textAreaBottom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45"/>
          <p:cNvSpPr/>
          <p:nvPr/>
        </p:nvSpPr>
        <p:spPr>
          <a:xfrm>
            <a:off x="6610320" y="4695840"/>
            <a:ext cx="51336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Ventaja Competitiva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46"/>
          <p:cNvSpPr/>
          <p:nvPr/>
        </p:nvSpPr>
        <p:spPr>
          <a:xfrm>
            <a:off x="6372360" y="5076720"/>
            <a:ext cx="535284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Primera app española con </a:t>
            </a:r>
            <a:r>
              <a:rPr lang="en-US" sz="12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escaneo inteligente + offline + exportación</a:t>
            </a: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 en un solo producto.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2A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Image 0" descr="https://kimi-img.moonshot.cn/pub/slides/okc/w6fij2ylek6p4/scanbook_assets/cover_image.png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0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2D2A26">
                  <a:alpha val="95000"/>
                </a:srgbClr>
              </a:gs>
              <a:gs pos="50000">
                <a:srgbClr val="2D2A26">
                  <a:alpha val="85000"/>
                </a:srgbClr>
              </a:gs>
              <a:gs pos="100000">
                <a:srgbClr val="2D2A26">
                  <a:alpha val="7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"/>
          <p:cNvSpPr/>
          <p:nvPr/>
        </p:nvSpPr>
        <p:spPr>
          <a:xfrm>
            <a:off x="5657760" y="721440"/>
            <a:ext cx="875880" cy="761760"/>
          </a:xfrm>
          <a:custGeom>
            <a:avLst/>
            <a:gdLst>
              <a:gd name="textAreaLeft" fmla="*/ 0 w 875880"/>
              <a:gd name="textAreaRight" fmla="*/ 876240 w 875880"/>
              <a:gd name="textAreaTop" fmla="*/ 0 h 761760"/>
              <a:gd name="textAreaBottom" fmla="*/ 762120 h 761760"/>
            </a:gdLst>
            <a:ahLst/>
            <a:cxnLst/>
            <a:rect l="textAreaLeft" t="textAreaTop" r="textAreaRight" b="textAreaBottom"/>
            <a:pathLst>
              <a:path w="876300" h="762000">
                <a:moveTo>
                  <a:pt x="381000" y="0"/>
                </a:moveTo>
                <a:lnTo>
                  <a:pt x="495300" y="0"/>
                </a:lnTo>
                <a:cubicBezTo>
                  <a:pt x="705580" y="0"/>
                  <a:pt x="876300" y="170720"/>
                  <a:pt x="876300" y="381000"/>
                </a:cubicBezTo>
                <a:lnTo>
                  <a:pt x="876300" y="381000"/>
                </a:lnTo>
                <a:cubicBezTo>
                  <a:pt x="876300" y="591280"/>
                  <a:pt x="705580" y="762000"/>
                  <a:pt x="495300" y="762000"/>
                </a:cubicBezTo>
                <a:lnTo>
                  <a:pt x="381000" y="762000"/>
                </a:lnTo>
                <a:cubicBezTo>
                  <a:pt x="170720" y="762000"/>
                  <a:pt x="0" y="591280"/>
                  <a:pt x="0" y="381000"/>
                </a:cubicBezTo>
                <a:lnTo>
                  <a:pt x="0" y="381000"/>
                </a:lnTo>
                <a:cubicBezTo>
                  <a:pt x="0" y="170720"/>
                  <a:pt x="170720" y="0"/>
                  <a:pt x="381000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2"/>
          <p:cNvSpPr/>
          <p:nvPr/>
        </p:nvSpPr>
        <p:spPr>
          <a:xfrm>
            <a:off x="5867280" y="874080"/>
            <a:ext cx="456840" cy="456840"/>
          </a:xfrm>
          <a:custGeom>
            <a:avLst/>
            <a:gdLst>
              <a:gd name="textAreaLeft" fmla="*/ 0 w 456840"/>
              <a:gd name="textAreaRight" fmla="*/ 457200 w 456840"/>
              <a:gd name="textAreaTop" fmla="*/ 0 h 456840"/>
              <a:gd name="textAreaBottom" fmla="*/ 457200 h 456840"/>
            </a:gdLst>
            <a:ahLst/>
            <a:cxnLst/>
            <a:rect l="textAreaLeft" t="textAreaTop" r="textAreaRight" b="textAreaBottom"/>
            <a:pathLst>
              <a:path w="457200" h="457200">
                <a:moveTo>
                  <a:pt x="228600" y="135731"/>
                </a:moveTo>
                <a:cubicBezTo>
                  <a:pt x="271970" y="135731"/>
                  <a:pt x="307181" y="100520"/>
                  <a:pt x="307181" y="57150"/>
                </a:cubicBezTo>
                <a:cubicBezTo>
                  <a:pt x="307181" y="13780"/>
                  <a:pt x="271970" y="-21431"/>
                  <a:pt x="228600" y="-21431"/>
                </a:cubicBezTo>
                <a:cubicBezTo>
                  <a:pt x="185230" y="-21431"/>
                  <a:pt x="150019" y="13780"/>
                  <a:pt x="150019" y="57150"/>
                </a:cubicBezTo>
                <a:cubicBezTo>
                  <a:pt x="150019" y="100520"/>
                  <a:pt x="185230" y="135731"/>
                  <a:pt x="228600" y="135731"/>
                </a:cubicBezTo>
                <a:close/>
                <a:moveTo>
                  <a:pt x="228600" y="402461"/>
                </a:moveTo>
                <a:lnTo>
                  <a:pt x="228600" y="269141"/>
                </a:lnTo>
                <a:cubicBezTo>
                  <a:pt x="243155" y="263069"/>
                  <a:pt x="257979" y="256907"/>
                  <a:pt x="272981" y="250656"/>
                </a:cubicBezTo>
                <a:cubicBezTo>
                  <a:pt x="307806" y="236190"/>
                  <a:pt x="345132" y="228689"/>
                  <a:pt x="382905" y="228689"/>
                </a:cubicBezTo>
                <a:lnTo>
                  <a:pt x="400050" y="228689"/>
                </a:lnTo>
                <a:lnTo>
                  <a:pt x="400050" y="371564"/>
                </a:lnTo>
                <a:lnTo>
                  <a:pt x="382905" y="371564"/>
                </a:lnTo>
                <a:cubicBezTo>
                  <a:pt x="330131" y="371564"/>
                  <a:pt x="277803" y="382012"/>
                  <a:pt x="229046" y="402372"/>
                </a:cubicBezTo>
                <a:lnTo>
                  <a:pt x="228600" y="402550"/>
                </a:lnTo>
                <a:close/>
                <a:moveTo>
                  <a:pt x="228600" y="207169"/>
                </a:moveTo>
                <a:lnTo>
                  <a:pt x="206186" y="197793"/>
                </a:lnTo>
                <a:cubicBezTo>
                  <a:pt x="164396" y="180380"/>
                  <a:pt x="119569" y="171450"/>
                  <a:pt x="74295" y="171450"/>
                </a:cubicBezTo>
                <a:lnTo>
                  <a:pt x="42863" y="171450"/>
                </a:lnTo>
                <a:cubicBezTo>
                  <a:pt x="19199" y="171450"/>
                  <a:pt x="0" y="190649"/>
                  <a:pt x="0" y="214313"/>
                </a:cubicBezTo>
                <a:lnTo>
                  <a:pt x="0" y="385763"/>
                </a:lnTo>
                <a:cubicBezTo>
                  <a:pt x="0" y="409426"/>
                  <a:pt x="19199" y="428625"/>
                  <a:pt x="42863" y="428625"/>
                </a:cubicBezTo>
                <a:lnTo>
                  <a:pt x="74295" y="428625"/>
                </a:lnTo>
                <a:cubicBezTo>
                  <a:pt x="119569" y="428625"/>
                  <a:pt x="164396" y="437555"/>
                  <a:pt x="206186" y="454968"/>
                </a:cubicBezTo>
                <a:lnTo>
                  <a:pt x="217616" y="459700"/>
                </a:lnTo>
                <a:cubicBezTo>
                  <a:pt x="224671" y="462647"/>
                  <a:pt x="232529" y="462647"/>
                  <a:pt x="239584" y="459700"/>
                </a:cubicBezTo>
                <a:lnTo>
                  <a:pt x="251014" y="454968"/>
                </a:lnTo>
                <a:cubicBezTo>
                  <a:pt x="292804" y="437555"/>
                  <a:pt x="337631" y="428625"/>
                  <a:pt x="382905" y="428625"/>
                </a:cubicBezTo>
                <a:lnTo>
                  <a:pt x="414338" y="428625"/>
                </a:lnTo>
                <a:cubicBezTo>
                  <a:pt x="438001" y="428625"/>
                  <a:pt x="457200" y="409426"/>
                  <a:pt x="457200" y="385762"/>
                </a:cubicBezTo>
                <a:lnTo>
                  <a:pt x="457200" y="214312"/>
                </a:lnTo>
                <a:cubicBezTo>
                  <a:pt x="457200" y="190649"/>
                  <a:pt x="438001" y="171450"/>
                  <a:pt x="414338" y="171450"/>
                </a:cubicBezTo>
                <a:lnTo>
                  <a:pt x="382905" y="171450"/>
                </a:lnTo>
                <a:cubicBezTo>
                  <a:pt x="337631" y="171450"/>
                  <a:pt x="292804" y="180380"/>
                  <a:pt x="251014" y="197793"/>
                </a:cubicBezTo>
                <a:lnTo>
                  <a:pt x="228600" y="207169"/>
                </a:lnTo>
                <a:close/>
              </a:path>
            </a:pathLst>
          </a:custGeom>
          <a:solidFill>
            <a:srgbClr val="D8A2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3"/>
          <p:cNvSpPr/>
          <p:nvPr/>
        </p:nvSpPr>
        <p:spPr>
          <a:xfrm>
            <a:off x="4370040" y="1635840"/>
            <a:ext cx="34477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80000"/>
              </a:lnSpc>
            </a:pPr>
            <a:r>
              <a:rPr lang="en-US" sz="450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ScanBook</a:t>
            </a:r>
            <a:endParaRPr lang="es-ES" sz="4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4"/>
          <p:cNvSpPr/>
          <p:nvPr/>
        </p:nvSpPr>
        <p:spPr>
          <a:xfrm>
            <a:off x="5334120" y="2359800"/>
            <a:ext cx="1523520" cy="37800"/>
          </a:xfrm>
          <a:custGeom>
            <a:avLst/>
            <a:gdLst>
              <a:gd name="textAreaLeft" fmla="*/ 0 w 1523520"/>
              <a:gd name="textAreaRight" fmla="*/ 1523880 w 152352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524000" h="38100">
                <a:moveTo>
                  <a:pt x="0" y="0"/>
                </a:moveTo>
                <a:lnTo>
                  <a:pt x="1524000" y="0"/>
                </a:lnTo>
                <a:lnTo>
                  <a:pt x="15240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8B87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5"/>
          <p:cNvSpPr/>
          <p:nvPr/>
        </p:nvSpPr>
        <p:spPr>
          <a:xfrm>
            <a:off x="4441320" y="2626560"/>
            <a:ext cx="330480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0" u="none" strike="noStrike">
                <a:solidFill>
                  <a:srgbClr val="F5F0E8"/>
                </a:solidFill>
                <a:effectLst/>
                <a:uFillTx/>
                <a:latin typeface="Sorts Mill Goudy"/>
                <a:ea typeface="Sorts Mill Goudy"/>
              </a:rPr>
              <a:t>Tu Biblioteca, Simplificada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6"/>
          <p:cNvSpPr/>
          <p:nvPr/>
        </p:nvSpPr>
        <p:spPr>
          <a:xfrm>
            <a:off x="3697560" y="3440880"/>
            <a:ext cx="4800240" cy="61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40000"/>
              </a:lnSpc>
            </a:pPr>
            <a:r>
              <a:rPr lang="en-US" sz="15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Transforma la forma de gestionar tu colección de libros.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40000"/>
              </a:lnSpc>
            </a:pPr>
            <a:r>
              <a:rPr lang="en-US" sz="1500" b="1" u="none" strike="noStrike">
                <a:solidFill>
                  <a:srgbClr val="E8B87D"/>
                </a:solidFill>
                <a:effectLst/>
                <a:uFillTx/>
                <a:latin typeface="Quattrocento Sans"/>
                <a:ea typeface="Quattrocento Sans"/>
              </a:rPr>
              <a:t>Escanea, organiza y disfruta.</a:t>
            </a:r>
            <a:endParaRPr lang="es-E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7"/>
          <p:cNvSpPr/>
          <p:nvPr/>
        </p:nvSpPr>
        <p:spPr>
          <a:xfrm>
            <a:off x="4344120" y="4293360"/>
            <a:ext cx="1009440" cy="923400"/>
          </a:xfrm>
          <a:custGeom>
            <a:avLst/>
            <a:gdLst>
              <a:gd name="textAreaLeft" fmla="*/ 0 w 1009440"/>
              <a:gd name="textAreaRight" fmla="*/ 1009800 w 1009440"/>
              <a:gd name="textAreaTop" fmla="*/ 0 h 923400"/>
              <a:gd name="textAreaBottom" fmla="*/ 923760 h 923400"/>
            </a:gdLst>
            <a:ahLst/>
            <a:cxnLst/>
            <a:rect l="textAreaLeft" t="textAreaTop" r="textAreaRight" b="textAreaBottom"/>
            <a:pathLst>
              <a:path w="1009650" h="923925">
                <a:moveTo>
                  <a:pt x="76196" y="0"/>
                </a:moveTo>
                <a:lnTo>
                  <a:pt x="933454" y="0"/>
                </a:lnTo>
                <a:cubicBezTo>
                  <a:pt x="975536" y="0"/>
                  <a:pt x="1009650" y="34114"/>
                  <a:pt x="1009650" y="76196"/>
                </a:cubicBezTo>
                <a:lnTo>
                  <a:pt x="1009650" y="847729"/>
                </a:lnTo>
                <a:cubicBezTo>
                  <a:pt x="1009650" y="889811"/>
                  <a:pt x="975536" y="923925"/>
                  <a:pt x="93345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3E3A36">
              <a:alpha val="6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8"/>
          <p:cNvSpPr/>
          <p:nvPr/>
        </p:nvSpPr>
        <p:spPr>
          <a:xfrm>
            <a:off x="4429800" y="4450680"/>
            <a:ext cx="8377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29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9"/>
          <p:cNvSpPr/>
          <p:nvPr/>
        </p:nvSpPr>
        <p:spPr>
          <a:xfrm>
            <a:off x="4463280" y="4831560"/>
            <a:ext cx="771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Features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0"/>
          <p:cNvSpPr/>
          <p:nvPr/>
        </p:nvSpPr>
        <p:spPr>
          <a:xfrm>
            <a:off x="5591520" y="4293360"/>
            <a:ext cx="1009440" cy="923400"/>
          </a:xfrm>
          <a:custGeom>
            <a:avLst/>
            <a:gdLst>
              <a:gd name="textAreaLeft" fmla="*/ 0 w 1009440"/>
              <a:gd name="textAreaRight" fmla="*/ 1009800 w 1009440"/>
              <a:gd name="textAreaTop" fmla="*/ 0 h 923400"/>
              <a:gd name="textAreaBottom" fmla="*/ 923760 h 923400"/>
            </a:gdLst>
            <a:ahLst/>
            <a:cxnLst/>
            <a:rect l="textAreaLeft" t="textAreaTop" r="textAreaRight" b="textAreaBottom"/>
            <a:pathLst>
              <a:path w="1009650" h="923925">
                <a:moveTo>
                  <a:pt x="76196" y="0"/>
                </a:moveTo>
                <a:lnTo>
                  <a:pt x="933454" y="0"/>
                </a:lnTo>
                <a:cubicBezTo>
                  <a:pt x="975536" y="0"/>
                  <a:pt x="1009650" y="34114"/>
                  <a:pt x="1009650" y="76196"/>
                </a:cubicBezTo>
                <a:lnTo>
                  <a:pt x="1009650" y="847729"/>
                </a:lnTo>
                <a:cubicBezTo>
                  <a:pt x="1009650" y="889811"/>
                  <a:pt x="975536" y="923925"/>
                  <a:pt x="93345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3E3A36">
              <a:alpha val="6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1"/>
          <p:cNvSpPr/>
          <p:nvPr/>
        </p:nvSpPr>
        <p:spPr>
          <a:xfrm>
            <a:off x="5677200" y="4450680"/>
            <a:ext cx="8377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92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2"/>
          <p:cNvSpPr/>
          <p:nvPr/>
        </p:nvSpPr>
        <p:spPr>
          <a:xfrm>
            <a:off x="5710320" y="4831560"/>
            <a:ext cx="771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Tests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13"/>
          <p:cNvSpPr/>
          <p:nvPr/>
        </p:nvSpPr>
        <p:spPr>
          <a:xfrm>
            <a:off x="6838560" y="4293360"/>
            <a:ext cx="1009440" cy="923400"/>
          </a:xfrm>
          <a:custGeom>
            <a:avLst/>
            <a:gdLst>
              <a:gd name="textAreaLeft" fmla="*/ 0 w 1009440"/>
              <a:gd name="textAreaRight" fmla="*/ 1009800 w 1009440"/>
              <a:gd name="textAreaTop" fmla="*/ 0 h 923400"/>
              <a:gd name="textAreaBottom" fmla="*/ 923760 h 923400"/>
            </a:gdLst>
            <a:ahLst/>
            <a:cxnLst/>
            <a:rect l="textAreaLeft" t="textAreaTop" r="textAreaRight" b="textAreaBottom"/>
            <a:pathLst>
              <a:path w="1009650" h="923925">
                <a:moveTo>
                  <a:pt x="76196" y="0"/>
                </a:moveTo>
                <a:lnTo>
                  <a:pt x="933454" y="0"/>
                </a:lnTo>
                <a:cubicBezTo>
                  <a:pt x="975536" y="0"/>
                  <a:pt x="1009650" y="34114"/>
                  <a:pt x="1009650" y="76196"/>
                </a:cubicBezTo>
                <a:lnTo>
                  <a:pt x="1009650" y="847729"/>
                </a:lnTo>
                <a:cubicBezTo>
                  <a:pt x="1009650" y="889811"/>
                  <a:pt x="975536" y="923925"/>
                  <a:pt x="933454" y="923925"/>
                </a:cubicBezTo>
                <a:lnTo>
                  <a:pt x="76196" y="923925"/>
                </a:lnTo>
                <a:cubicBezTo>
                  <a:pt x="34114" y="923925"/>
                  <a:pt x="0" y="889811"/>
                  <a:pt x="0" y="847729"/>
                </a:cubicBezTo>
                <a:lnTo>
                  <a:pt x="0" y="76196"/>
                </a:lnTo>
                <a:cubicBezTo>
                  <a:pt x="0" y="34114"/>
                  <a:pt x="34114" y="0"/>
                  <a:pt x="76196" y="0"/>
                </a:cubicBezTo>
                <a:close/>
              </a:path>
            </a:pathLst>
          </a:custGeom>
          <a:solidFill>
            <a:srgbClr val="3E3A36">
              <a:alpha val="60000"/>
            </a:srgbClr>
          </a:solidFill>
          <a:ln w="12700">
            <a:solidFill>
              <a:srgbClr val="D8A25A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14"/>
          <p:cNvSpPr/>
          <p:nvPr/>
        </p:nvSpPr>
        <p:spPr>
          <a:xfrm>
            <a:off x="6924240" y="4450680"/>
            <a:ext cx="8377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1" u="none" strike="noStrike">
                <a:solidFill>
                  <a:srgbClr val="D8A25A"/>
                </a:solidFill>
                <a:effectLst/>
                <a:uFillTx/>
                <a:latin typeface="Oranienbaum"/>
                <a:ea typeface="Oranienbaum"/>
              </a:rPr>
              <a:t>10/12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5"/>
          <p:cNvSpPr/>
          <p:nvPr/>
        </p:nvSpPr>
        <p:spPr>
          <a:xfrm>
            <a:off x="6957720" y="4831560"/>
            <a:ext cx="771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30000"/>
              </a:lnSpc>
            </a:pPr>
            <a:r>
              <a:rPr lang="en-US" sz="1200" b="0" u="none" strike="noStrike">
                <a:solidFill>
                  <a:srgbClr val="F5F0E8"/>
                </a:solidFill>
                <a:effectLst/>
                <a:uFillTx/>
                <a:latin typeface="Quattrocento Sans"/>
                <a:ea typeface="Quattrocento Sans"/>
              </a:rPr>
              <a:t>Seguridad</a:t>
            </a:r>
            <a:endParaRPr lang="es-E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16"/>
          <p:cNvSpPr/>
          <p:nvPr/>
        </p:nvSpPr>
        <p:spPr>
          <a:xfrm>
            <a:off x="5019840" y="5460120"/>
            <a:ext cx="2152440" cy="666360"/>
          </a:xfrm>
          <a:custGeom>
            <a:avLst/>
            <a:gdLst>
              <a:gd name="textAreaLeft" fmla="*/ 0 w 2152440"/>
              <a:gd name="textAreaRight" fmla="*/ 2152800 w 2152440"/>
              <a:gd name="textAreaTop" fmla="*/ 0 h 666360"/>
              <a:gd name="textAreaBottom" fmla="*/ 666720 h 666360"/>
            </a:gdLst>
            <a:ahLst/>
            <a:cxnLst/>
            <a:rect l="textAreaLeft" t="textAreaTop" r="textAreaRight" b="textAreaBottom"/>
            <a:pathLst>
              <a:path w="2152650" h="666750">
                <a:moveTo>
                  <a:pt x="114301" y="0"/>
                </a:moveTo>
                <a:lnTo>
                  <a:pt x="2038349" y="0"/>
                </a:lnTo>
                <a:cubicBezTo>
                  <a:pt x="2101476" y="0"/>
                  <a:pt x="2152650" y="51174"/>
                  <a:pt x="2152650" y="114301"/>
                </a:cubicBezTo>
                <a:lnTo>
                  <a:pt x="2152650" y="552449"/>
                </a:lnTo>
                <a:cubicBezTo>
                  <a:pt x="2152650" y="615576"/>
                  <a:pt x="2101476" y="666750"/>
                  <a:pt x="2038349" y="666750"/>
                </a:cubicBezTo>
                <a:lnTo>
                  <a:pt x="114301" y="666750"/>
                </a:lnTo>
                <a:cubicBezTo>
                  <a:pt x="51174" y="666750"/>
                  <a:pt x="0" y="615576"/>
                  <a:pt x="0" y="552449"/>
                </a:cubicBezTo>
                <a:lnTo>
                  <a:pt x="0" y="114301"/>
                </a:lnTo>
                <a:cubicBezTo>
                  <a:pt x="0" y="51217"/>
                  <a:pt x="51217" y="0"/>
                  <a:pt x="114301" y="0"/>
                </a:cubicBezTo>
                <a:close/>
              </a:path>
            </a:pathLst>
          </a:custGeom>
          <a:solidFill>
            <a:srgbClr val="D8A25A">
              <a:alpha val="20000"/>
            </a:srgbClr>
          </a:solidFill>
          <a:ln w="25400">
            <a:solidFill>
              <a:srgbClr val="D8A2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7"/>
          <p:cNvSpPr/>
          <p:nvPr/>
        </p:nvSpPr>
        <p:spPr>
          <a:xfrm>
            <a:off x="5262480" y="5622120"/>
            <a:ext cx="166644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2250" b="1" u="none" strike="noStrike">
                <a:solidFill>
                  <a:srgbClr val="E8B87D"/>
                </a:solidFill>
                <a:effectLst/>
                <a:uFillTx/>
                <a:latin typeface="Noto Sans SC"/>
                <a:ea typeface="Noto Sans SC"/>
              </a:rPr>
              <a:t>¿Preguntas?</a:t>
            </a:r>
            <a:endParaRPr lang="es-ES" sz="2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LibreOffice/26.2.1.2$Linux_X86_64 LibreOffice_project/8399f6259d8c87f40e7255cdb3c9b958f5e08948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2026-03-12T15:43:37Z</dcterms:created>
  <dc:creator>Kimi</dc:creator>
  <dc:description/>
  <dc:language>es-ES</dc:language>
  <cp:lastModifiedBy/>
  <dcterms:modified xsi:type="dcterms:W3CDTF">2026-03-12T17:25:20Z</dcterms:modified>
  <cp:revision>4</cp:revision>
  <dc:subject>ScanBook - Presentación</dc:subject>
  <dc:title>ScanBook - Presentación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{"Label":"ScanBook - Presentación","ContentProducer":"001191110108MACG2KBH8F10000","ProduceID":"19ce2add-a442-8e8a-8000-00002793465d","ReservedCode1":"","ContentPropagator":"001191110108MACG2KBH8F20000","PropagateID":"19ce2add-a442-8e8a-8000-00002793465d","ReservedCode2":""}</vt:lpwstr>
  </property>
  <property fmtid="{D5CDD505-2E9C-101B-9397-08002B2CF9AE}" pid="3" name="Notes">
    <vt:i4>15</vt:i4>
  </property>
  <property fmtid="{D5CDD505-2E9C-101B-9397-08002B2CF9AE}" pid="4" name="PresentationFormat">
    <vt:lpwstr>On-screen Show (16:9)</vt:lpwstr>
  </property>
  <property fmtid="{D5CDD505-2E9C-101B-9397-08002B2CF9AE}" pid="5" name="Slides">
    <vt:i4>15</vt:i4>
  </property>
</Properties>
</file>