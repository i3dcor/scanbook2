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  <p:embeddedFontLst>
    <p:embeddedFont>
      <p:font typeface="MiSans"/>
      <p:regular r:id="rId11"/>
    </p:embeddedFont>
    <p:embeddedFont>
      <p:font typeface="Noto Sans"/>
      <p:regular r:id="rId12"/>
      <p:bold r:id="rId13"/>
      <p:italic r:id="rId14"/>
      <p:boldItalic r:id="rId15"/>
    </p:embeddedFont>
    <p:embeddedFont>
      <p:font typeface="Sorts Mill Goudy"/>
      <p:regular r:id="rId16"/>
    </p:embeddedFont>
    <p:embeddedFont>
      <p:font typeface="Calibri Light"/>
    </p:embeddedFont>
    <p:embeddedFont>
      <p:font typeface="Noto Sans SC"/>
      <p:regular r:id="rId17"/>
    </p:embeddedFont>
    <p:embeddedFont>
      <p:font typeface="Oranienbaum"/>
      <p:regular r:id="rId18"/>
    </p:embeddedFont>
    <p:embeddedFont>
      <p:font typeface="Quattrocento Sans"/>
      <p:regular r:id="rId19"/>
    </p:embeddedFont>
    <p:embeddedFont>
      <p:font typeface="DejaVu Sans"/>
      <p:regular r:id="rId20"/>
      <p:bold r:id="rId21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font" Target="fonts/Font_1_MiSans_Regular.fntdata"/><Relationship Id="rId12" Type="http://schemas.openxmlformats.org/officeDocument/2006/relationships/font" Target="fonts/Font_2_Noto_Sans_Regular.fntdata"/><Relationship Id="rId13" Type="http://schemas.openxmlformats.org/officeDocument/2006/relationships/font" Target="fonts/Font_3_Noto_Sans_Bold.fntdata"/><Relationship Id="rId14" Type="http://schemas.openxmlformats.org/officeDocument/2006/relationships/font" Target="fonts/Font_4_Noto_Sans_Italic.fntdata"/><Relationship Id="rId15" Type="http://schemas.openxmlformats.org/officeDocument/2006/relationships/font" Target="fonts/Font_5_Noto_Sans_BoldItalic.fntdata"/><Relationship Id="rId16" Type="http://schemas.openxmlformats.org/officeDocument/2006/relationships/font" Target="fonts/Font_6_Sorts_Mill_Goudy_Regular.fntdata"/><Relationship Id="rId17" Type="http://schemas.openxmlformats.org/officeDocument/2006/relationships/font" Target="fonts/Font_7_Noto_Sans_SC_Regular.fntdata"/><Relationship Id="rId18" Type="http://schemas.openxmlformats.org/officeDocument/2006/relationships/font" Target="fonts/Font_8_Oranienbaum_Regular.fntdata"/><Relationship Id="rId19" Type="http://schemas.openxmlformats.org/officeDocument/2006/relationships/font" Target="fonts/Font_9_Quattrocento_Sans_Regular.fntdata"/><Relationship Id="rId20" Type="http://schemas.openxmlformats.org/officeDocument/2006/relationships/font" Target="fonts/Font_10_DejaVu_Sans_Regular.fntdata"/><Relationship Id="rId21" Type="http://schemas.openxmlformats.org/officeDocument/2006/relationships/font" Target="fonts/Font_11_DejaVu_Sans_Bold.fntdata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desplazar la </a:t>
            </a: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diapositiva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editar el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formato de las </a:t>
            </a: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2F30457-70DF-49EE-99A4-B7105B50D6F3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6B6185B-1816-44E6-898E-3ECC4299C7E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B813432-1CDF-4B04-BD0C-1CD3D97CCE9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51A39D8-B75C-43B3-B2A0-86B43009C7F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9F6B0B7-AFD3-47C6-ABA2-E2A46370B71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7EB64E2-4B77-4D1E-BBED-8DBBDB95B75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7AF7580-5B6E-4558-9D67-3B69BD245C5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C000358-A2E2-487E-92BD-12FE85E6E25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D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mage 0" descr="https://kimi-img.moonshot.cn/pub/slides/okc/w6fij2ylek6p4/scanbook_assets/cover_image.png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57280"/>
              <a:gd name="textAreaBottom" fmla="*/ 6858000 h 685728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2D2A26">
                  <a:alpha val="95000"/>
                </a:srgbClr>
              </a:gs>
              <a:gs pos="50000">
                <a:srgbClr val="2D2A26">
                  <a:alpha val="75000"/>
                </a:srgbClr>
              </a:gs>
              <a:gs pos="100000">
                <a:srgbClr val="000000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380880" y="2009880"/>
            <a:ext cx="77716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80000"/>
              </a:lnSpc>
            </a:pPr>
            <a:r>
              <a:rPr lang="en-US" sz="7200" b="1" u="none" strike="noStrike">
                <a:solidFill>
                  <a:srgbClr val="D8A25A"/>
                </a:solidFill>
                <a:effectLst/>
                <a:uFillTx/>
                <a:latin typeface="Oranienbaum"/>
                <a:ea typeface="Oranienbaum"/>
              </a:rPr>
              <a:t>ScanBook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2"/>
          <p:cNvSpPr/>
          <p:nvPr/>
        </p:nvSpPr>
        <p:spPr>
          <a:xfrm>
            <a:off x="380880" y="3152880"/>
            <a:ext cx="3578760" cy="86760"/>
          </a:xfrm>
          <a:custGeom>
            <a:avLst/>
            <a:gdLst>
              <a:gd name="textAreaLeft" fmla="*/ 0 w 3578760"/>
              <a:gd name="textAreaRight" fmla="*/ 3579480 w 3578760"/>
              <a:gd name="textAreaTop" fmla="*/ 0 h 86760"/>
              <a:gd name="textAreaBottom" fmla="*/ 87480 h 86760"/>
            </a:gdLst>
            <a:ahLst/>
            <a:cxnLst/>
            <a:rect l="textAreaLeft" t="textAreaTop" r="textAreaRight" b="textAreaBottom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2480" rIns="90000" bIns="424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380880" y="3495600"/>
            <a:ext cx="7485840" cy="8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700" b="0" u="none" strike="noStrike">
                <a:solidFill>
                  <a:srgbClr val="F5F0E8"/>
                </a:solidFill>
                <a:effectLst/>
                <a:uFillTx/>
                <a:latin typeface="Sorts Mill Goudy"/>
                <a:ea typeface="Sorts Mill Goudy"/>
              </a:rPr>
              <a:t>Desa</a:t>
            </a:r>
            <a:r>
              <a:rPr lang="en-US" sz="2700" b="0" u="none" strike="noStrike">
                <a:solidFill>
                  <a:srgbClr val="F5F0E8"/>
                </a:solidFill>
                <a:effectLst/>
                <a:uFillTx/>
                <a:latin typeface="Sorts Mill Goudy"/>
                <a:ea typeface="Sorts Mill Goudy"/>
              </a:rPr>
              <a:t>rrollo </a:t>
            </a:r>
            <a:r>
              <a:rPr lang="en-US" sz="2700" b="0" u="none" strike="noStrike">
                <a:solidFill>
                  <a:srgbClr val="F5F0E8"/>
                </a:solidFill>
                <a:effectLst/>
                <a:uFillTx/>
                <a:latin typeface="Sorts Mill Goudy"/>
                <a:ea typeface="Sorts Mill Goudy"/>
              </a:rPr>
              <a:t>de </a:t>
            </a:r>
            <a:r>
              <a:rPr lang="en-US" sz="2700" b="0" u="none" strike="noStrike">
                <a:solidFill>
                  <a:srgbClr val="F5F0E8"/>
                </a:solidFill>
                <a:effectLst/>
                <a:uFillTx/>
                <a:latin typeface="Sorts Mill Goudy"/>
                <a:ea typeface="Sorts Mill Goudy"/>
              </a:rPr>
              <a:t>softw</a:t>
            </a:r>
            <a:r>
              <a:rPr lang="en-US" sz="2700" b="0" u="none" strike="noStrike">
                <a:solidFill>
                  <a:srgbClr val="F5F0E8"/>
                </a:solidFill>
                <a:effectLst/>
                <a:uFillTx/>
                <a:latin typeface="Sorts Mill Goudy"/>
                <a:ea typeface="Sorts Mill Goudy"/>
              </a:rPr>
              <a:t>are </a:t>
            </a:r>
            <a:r>
              <a:rPr lang="en-US" sz="2700" b="0" u="none" strike="noStrike">
                <a:solidFill>
                  <a:srgbClr val="F5F0E8"/>
                </a:solidFill>
                <a:effectLst/>
                <a:uFillTx/>
                <a:latin typeface="Sorts Mill Goudy"/>
                <a:ea typeface="Sorts Mill Goudy"/>
              </a:rPr>
              <a:t>apoy</a:t>
            </a:r>
            <a:r>
              <a:rPr lang="en-US" sz="2700" b="0" u="none" strike="noStrike">
                <a:solidFill>
                  <a:srgbClr val="F5F0E8"/>
                </a:solidFill>
                <a:effectLst/>
                <a:uFillTx/>
                <a:latin typeface="Sorts Mill Goudy"/>
                <a:ea typeface="Sorts Mill Goudy"/>
              </a:rPr>
              <a:t>ado </a:t>
            </a:r>
            <a:r>
              <a:rPr lang="en-US" sz="2700" b="0" u="none" strike="noStrike">
                <a:solidFill>
                  <a:srgbClr val="F5F0E8"/>
                </a:solidFill>
                <a:effectLst/>
                <a:uFillTx/>
                <a:latin typeface="Sorts Mill Goudy"/>
                <a:ea typeface="Sorts Mill Goudy"/>
              </a:rPr>
              <a:t>en la </a:t>
            </a:r>
            <a:r>
              <a:rPr lang="en-US" sz="2700" b="0" u="none" strike="noStrike">
                <a:solidFill>
                  <a:srgbClr val="F5F0E8"/>
                </a:solidFill>
                <a:effectLst/>
                <a:uFillTx/>
                <a:latin typeface="Sorts Mill Goudy"/>
                <a:ea typeface="Sorts Mill Goudy"/>
              </a:rPr>
              <a:t>I.A.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380880" y="4581360"/>
            <a:ext cx="74098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La forma más efectiva para crear una app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D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380880" y="380880"/>
            <a:ext cx="11505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pc="119" strike="noStrike">
                <a:solidFill>
                  <a:srgbClr val="D8A25A"/>
                </a:solidFill>
                <a:effectLst/>
                <a:uFillTx/>
                <a:latin typeface="Quattrocento Sans"/>
                <a:ea typeface="Quattrocento Sans"/>
              </a:rPr>
              <a:t>TECNOLOGÍA DE ESCANEO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380880" y="685800"/>
            <a:ext cx="116006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en-US" sz="2700" b="1" u="none" strike="noStrike">
                <a:solidFill>
                  <a:srgbClr val="F5F0E8"/>
                </a:solidFill>
                <a:effectLst/>
                <a:uFillTx/>
                <a:latin typeface="Noto Sans SC"/>
                <a:ea typeface="Noto Sans SC"/>
              </a:rPr>
              <a:t>Escaneo inteligente con IA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380880" y="1181160"/>
            <a:ext cx="913680" cy="37440"/>
          </a:xfrm>
          <a:custGeom>
            <a:avLst/>
            <a:gdLst>
              <a:gd name="textAreaLeft" fmla="*/ 0 w 913680"/>
              <a:gd name="textAreaRight" fmla="*/ 914400 w 91368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380880" y="1371600"/>
            <a:ext cx="4475880" cy="4475880"/>
          </a:xfrm>
          <a:custGeom>
            <a:avLst/>
            <a:gdLst>
              <a:gd name="textAreaLeft" fmla="*/ 0 w 4475880"/>
              <a:gd name="textAreaRight" fmla="*/ 4476600 w 4475880"/>
              <a:gd name="textAreaTop" fmla="*/ 0 h 4475880"/>
              <a:gd name="textAreaBottom" fmla="*/ 4476600 h 4475880"/>
            </a:gdLst>
            <a:ahLst/>
            <a:cxnLst/>
            <a:rect l="textAreaLeft" t="textAreaTop" r="textAreaRight" b="textAreaBottom"/>
            <a:pathLst>
              <a:path w="4476750" h="4476750">
                <a:moveTo>
                  <a:pt x="114291" y="0"/>
                </a:moveTo>
                <a:lnTo>
                  <a:pt x="4362459" y="0"/>
                </a:lnTo>
                <a:cubicBezTo>
                  <a:pt x="4425580" y="0"/>
                  <a:pt x="4476750" y="51170"/>
                  <a:pt x="4476750" y="114291"/>
                </a:cubicBezTo>
                <a:lnTo>
                  <a:pt x="4476750" y="4362459"/>
                </a:lnTo>
                <a:cubicBezTo>
                  <a:pt x="4476750" y="4425580"/>
                  <a:pt x="4425580" y="4476750"/>
                  <a:pt x="4362459" y="4476750"/>
                </a:cubicBezTo>
                <a:lnTo>
                  <a:pt x="114291" y="4476750"/>
                </a:lnTo>
                <a:cubicBezTo>
                  <a:pt x="51170" y="4476750"/>
                  <a:pt x="0" y="4425580"/>
                  <a:pt x="0" y="43624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3E3A36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490680" y="1523880"/>
            <a:ext cx="42570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350" b="1" u="none" strike="noStrike">
                <a:solidFill>
                  <a:srgbClr val="E8B87D"/>
                </a:solidFill>
                <a:effectLst/>
                <a:uFillTx/>
                <a:latin typeface="MiSans"/>
                <a:ea typeface="MiSans"/>
              </a:rPr>
              <a:t>Pantalla de Escaneo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5"/>
          <p:cNvSpPr/>
          <p:nvPr/>
        </p:nvSpPr>
        <p:spPr>
          <a:xfrm>
            <a:off x="542880" y="1914480"/>
            <a:ext cx="4152240" cy="3771360"/>
          </a:xfrm>
          <a:custGeom>
            <a:avLst/>
            <a:gdLst>
              <a:gd name="textAreaLeft" fmla="*/ 0 w 4152240"/>
              <a:gd name="textAreaRight" fmla="*/ 4152960 w 4152240"/>
              <a:gd name="textAreaTop" fmla="*/ 0 h 3771360"/>
              <a:gd name="textAreaBottom" fmla="*/ 3772080 h 3771360"/>
            </a:gdLst>
            <a:ahLst/>
            <a:cxnLst/>
            <a:rect l="textAreaLeft" t="textAreaTop" r="textAreaRight" b="textAreaBottom"/>
            <a:pathLst>
              <a:path w="4152900" h="3771900">
                <a:moveTo>
                  <a:pt x="76192" y="0"/>
                </a:moveTo>
                <a:lnTo>
                  <a:pt x="4076708" y="0"/>
                </a:lnTo>
                <a:cubicBezTo>
                  <a:pt x="4118788" y="0"/>
                  <a:pt x="4152900" y="34112"/>
                  <a:pt x="4152900" y="76192"/>
                </a:cubicBezTo>
                <a:lnTo>
                  <a:pt x="4152900" y="3695708"/>
                </a:lnTo>
                <a:cubicBezTo>
                  <a:pt x="4152900" y="3737788"/>
                  <a:pt x="4118788" y="3771900"/>
                  <a:pt x="4076708" y="3771900"/>
                </a:cubicBezTo>
                <a:lnTo>
                  <a:pt x="76192" y="3771900"/>
                </a:lnTo>
                <a:cubicBezTo>
                  <a:pt x="34112" y="3771900"/>
                  <a:pt x="0" y="3737788"/>
                  <a:pt x="0" y="36957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1A1A1A"/>
          </a:solidFill>
          <a:ln w="25400">
            <a:solidFill>
              <a:srgbClr val="D8A25A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1716480" y="3200400"/>
            <a:ext cx="1809000" cy="1199520"/>
          </a:xfrm>
          <a:custGeom>
            <a:avLst/>
            <a:gdLst>
              <a:gd name="textAreaLeft" fmla="*/ 0 w 1809000"/>
              <a:gd name="textAreaRight" fmla="*/ 1809720 w 1809000"/>
              <a:gd name="textAreaTop" fmla="*/ 0 h 1199520"/>
              <a:gd name="textAreaBottom" fmla="*/ 1200240 h 1199520"/>
            </a:gdLst>
            <a:ahLst/>
            <a:cxnLst/>
            <a:rect l="textAreaLeft" t="textAreaTop" r="textAreaRight" b="textAreaBottom"/>
            <a:pathLst>
              <a:path w="1809750" h="1200150">
                <a:moveTo>
                  <a:pt x="76198" y="0"/>
                </a:moveTo>
                <a:lnTo>
                  <a:pt x="1733552" y="0"/>
                </a:lnTo>
                <a:cubicBezTo>
                  <a:pt x="1775635" y="0"/>
                  <a:pt x="1809750" y="34115"/>
                  <a:pt x="1809750" y="76198"/>
                </a:cubicBezTo>
                <a:lnTo>
                  <a:pt x="1809750" y="1123952"/>
                </a:lnTo>
                <a:cubicBezTo>
                  <a:pt x="1809750" y="1166035"/>
                  <a:pt x="1775635" y="1200150"/>
                  <a:pt x="1733552" y="1200150"/>
                </a:cubicBezTo>
                <a:lnTo>
                  <a:pt x="76198" y="1200150"/>
                </a:lnTo>
                <a:cubicBezTo>
                  <a:pt x="34115" y="1200150"/>
                  <a:pt x="0" y="1166035"/>
                  <a:pt x="0" y="11239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noFill/>
          <a:ln w="25400">
            <a:solidFill>
              <a:srgbClr val="D8A2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7"/>
          <p:cNvSpPr/>
          <p:nvPr/>
        </p:nvSpPr>
        <p:spPr>
          <a:xfrm>
            <a:off x="2011680" y="3781440"/>
            <a:ext cx="1218600" cy="37440"/>
          </a:xfrm>
          <a:custGeom>
            <a:avLst/>
            <a:gdLst>
              <a:gd name="textAreaLeft" fmla="*/ 0 w 1218600"/>
              <a:gd name="textAreaRight" fmla="*/ 1219320 w 121860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8"/>
          <p:cNvSpPr/>
          <p:nvPr/>
        </p:nvSpPr>
        <p:spPr>
          <a:xfrm>
            <a:off x="2602080" y="3419640"/>
            <a:ext cx="37440" cy="761400"/>
          </a:xfrm>
          <a:custGeom>
            <a:avLst/>
            <a:gdLst>
              <a:gd name="textAreaLeft" fmla="*/ 0 w 37440"/>
              <a:gd name="textAreaRight" fmla="*/ 38160 w 37440"/>
              <a:gd name="textAreaTop" fmla="*/ 0 h 761400"/>
              <a:gd name="textAreaBottom" fmla="*/ 762120 h 761400"/>
            </a:gdLst>
            <a:ahLst/>
            <a:cxnLst/>
            <a:rect l="textAreaLeft" t="textAreaTop" r="textAreaRight" b="textAreaBottom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9"/>
          <p:cNvSpPr/>
          <p:nvPr/>
        </p:nvSpPr>
        <p:spPr>
          <a:xfrm>
            <a:off x="1897920" y="5181480"/>
            <a:ext cx="1447200" cy="342360"/>
          </a:xfrm>
          <a:custGeom>
            <a:avLst/>
            <a:gdLst>
              <a:gd name="textAreaLeft" fmla="*/ 0 w 1447200"/>
              <a:gd name="textAreaRight" fmla="*/ 1447920 w 1447200"/>
              <a:gd name="textAreaTop" fmla="*/ 0 h 342360"/>
              <a:gd name="textAreaBottom" fmla="*/ 343080 h 342360"/>
            </a:gdLst>
            <a:ahLst/>
            <a:cxnLst/>
            <a:rect l="textAreaLeft" t="textAreaTop" r="textAreaRight" b="textAreaBottom"/>
            <a:pathLst>
              <a:path w="1447800" h="342900">
                <a:moveTo>
                  <a:pt x="171450" y="0"/>
                </a:moveTo>
                <a:lnTo>
                  <a:pt x="1276350" y="0"/>
                </a:lnTo>
                <a:cubicBezTo>
                  <a:pt x="1370976" y="0"/>
                  <a:pt x="1447800" y="76824"/>
                  <a:pt x="1447800" y="171450"/>
                </a:cubicBezTo>
                <a:lnTo>
                  <a:pt x="1447800" y="171450"/>
                </a:lnTo>
                <a:cubicBezTo>
                  <a:pt x="1447800" y="266076"/>
                  <a:pt x="1370976" y="342900"/>
                  <a:pt x="1276350" y="342900"/>
                </a:cubicBezTo>
                <a:lnTo>
                  <a:pt x="171450" y="342900"/>
                </a:lnTo>
                <a:cubicBezTo>
                  <a:pt x="76824" y="342900"/>
                  <a:pt x="0" y="266076"/>
                  <a:pt x="0" y="171450"/>
                </a:cubicBezTo>
                <a:lnTo>
                  <a:pt x="0" y="171450"/>
                </a:lnTo>
                <a:cubicBezTo>
                  <a:pt x="0" y="76824"/>
                  <a:pt x="76824" y="0"/>
                  <a:pt x="171450" y="0"/>
                </a:cubicBezTo>
                <a:close/>
              </a:path>
            </a:pathLst>
          </a:custGeom>
          <a:solidFill>
            <a:srgbClr val="2D2A26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1864800" y="5181480"/>
            <a:ext cx="15138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2280" tIns="76320" rIns="152280" bIns="7632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0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Detectando ISBN...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1"/>
          <p:cNvSpPr/>
          <p:nvPr/>
        </p:nvSpPr>
        <p:spPr>
          <a:xfrm>
            <a:off x="385920" y="6005520"/>
            <a:ext cx="4466520" cy="465840"/>
          </a:xfrm>
          <a:custGeom>
            <a:avLst/>
            <a:gdLst>
              <a:gd name="textAreaLeft" fmla="*/ 0 w 4466520"/>
              <a:gd name="textAreaRight" fmla="*/ 4467240 w 4466520"/>
              <a:gd name="textAreaTop" fmla="*/ 0 h 465840"/>
              <a:gd name="textAreaBottom" fmla="*/ 466560 h 465840"/>
            </a:gdLst>
            <a:ahLst/>
            <a:cxnLst/>
            <a:rect l="textAreaLeft" t="textAreaTop" r="textAreaRight" b="textAreaBottom"/>
            <a:pathLst>
              <a:path w="4467225" h="466725">
                <a:moveTo>
                  <a:pt x="76202" y="0"/>
                </a:moveTo>
                <a:lnTo>
                  <a:pt x="4391023" y="0"/>
                </a:lnTo>
                <a:cubicBezTo>
                  <a:pt x="4433108" y="0"/>
                  <a:pt x="4467225" y="34117"/>
                  <a:pt x="4467225" y="76202"/>
                </a:cubicBezTo>
                <a:lnTo>
                  <a:pt x="4467225" y="390523"/>
                </a:lnTo>
                <a:cubicBezTo>
                  <a:pt x="4467225" y="432608"/>
                  <a:pt x="4433108" y="466725"/>
                  <a:pt x="439102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>
              <a:alpha val="10000"/>
            </a:srgbClr>
          </a:solidFill>
          <a:ln w="12700">
            <a:solidFill>
              <a:srgbClr val="D8A25A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2"/>
          <p:cNvSpPr/>
          <p:nvPr/>
        </p:nvSpPr>
        <p:spPr>
          <a:xfrm>
            <a:off x="1614600" y="6162840"/>
            <a:ext cx="132480" cy="151560"/>
          </a:xfrm>
          <a:custGeom>
            <a:avLst/>
            <a:gdLst>
              <a:gd name="textAreaLeft" fmla="*/ 0 w 132480"/>
              <a:gd name="textAreaRight" fmla="*/ 133200 w 13248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1814400" y="6153120"/>
            <a:ext cx="18795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1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Detección en tiempo real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4"/>
          <p:cNvSpPr/>
          <p:nvPr/>
        </p:nvSpPr>
        <p:spPr>
          <a:xfrm>
            <a:off x="5109120" y="1371600"/>
            <a:ext cx="6705000" cy="1256760"/>
          </a:xfrm>
          <a:custGeom>
            <a:avLst/>
            <a:gdLst>
              <a:gd name="textAreaLeft" fmla="*/ 0 w 6705000"/>
              <a:gd name="textAreaRight" fmla="*/ 6705720 w 6705000"/>
              <a:gd name="textAreaTop" fmla="*/ 0 h 1256760"/>
              <a:gd name="textAreaBottom" fmla="*/ 1257480 h 1256760"/>
            </a:gdLst>
            <a:ahLst/>
            <a:cxnLst/>
            <a:rect l="textAreaLeft" t="textAreaTop" r="textAreaRight" b="textAreaBottom"/>
            <a:pathLst>
              <a:path w="6705600" h="1257300">
                <a:moveTo>
                  <a:pt x="38100" y="0"/>
                </a:moveTo>
                <a:lnTo>
                  <a:pt x="6591299" y="0"/>
                </a:lnTo>
                <a:cubicBezTo>
                  <a:pt x="6654383" y="0"/>
                  <a:pt x="6705600" y="51217"/>
                  <a:pt x="6705600" y="114301"/>
                </a:cubicBezTo>
                <a:lnTo>
                  <a:pt x="6705600" y="1142999"/>
                </a:lnTo>
                <a:cubicBezTo>
                  <a:pt x="6705600" y="1206083"/>
                  <a:pt x="6654383" y="1257300"/>
                  <a:pt x="6591299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5"/>
          <p:cNvSpPr/>
          <p:nvPr/>
        </p:nvSpPr>
        <p:spPr>
          <a:xfrm>
            <a:off x="5109120" y="1371600"/>
            <a:ext cx="37440" cy="1256760"/>
          </a:xfrm>
          <a:custGeom>
            <a:avLst/>
            <a:gdLst>
              <a:gd name="textAreaLeft" fmla="*/ 0 w 37440"/>
              <a:gd name="textAreaRight" fmla="*/ 38160 w 37440"/>
              <a:gd name="textAreaTop" fmla="*/ 0 h 1256760"/>
              <a:gd name="textAreaBottom" fmla="*/ 1257480 h 1256760"/>
            </a:gdLst>
            <a:ahLst/>
            <a:cxnLst/>
            <a:rect l="textAreaLeft" t="textAreaTop" r="textAreaRight" b="textAreaBottom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6"/>
          <p:cNvSpPr/>
          <p:nvPr/>
        </p:nvSpPr>
        <p:spPr>
          <a:xfrm>
            <a:off x="5318640" y="1562040"/>
            <a:ext cx="532800" cy="532800"/>
          </a:xfrm>
          <a:custGeom>
            <a:avLst/>
            <a:gdLst>
              <a:gd name="textAreaLeft" fmla="*/ 0 w 532800"/>
              <a:gd name="textAreaRight" fmla="*/ 533520 w 532800"/>
              <a:gd name="textAreaTop" fmla="*/ 0 h 532800"/>
              <a:gd name="textAreaBottom" fmla="*/ 533520 h 532800"/>
            </a:gdLst>
            <a:ahLst/>
            <a:cxnLst/>
            <a:rect l="textAreaLeft" t="textAreaTop" r="textAreaRight" b="textAreaBottom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7"/>
          <p:cNvSpPr/>
          <p:nvPr/>
        </p:nvSpPr>
        <p:spPr>
          <a:xfrm>
            <a:off x="5445000" y="1685880"/>
            <a:ext cx="285120" cy="285120"/>
          </a:xfrm>
          <a:custGeom>
            <a:avLst/>
            <a:gdLst>
              <a:gd name="textAreaLeft" fmla="*/ 0 w 285120"/>
              <a:gd name="textAreaRight" fmla="*/ 285840 w 285120"/>
              <a:gd name="textAreaTop" fmla="*/ 0 h 285120"/>
              <a:gd name="textAreaBottom" fmla="*/ 285840 h 285120"/>
            </a:gdLst>
            <a:ahLst/>
            <a:cxnLst/>
            <a:rect l="textAreaLeft" t="textAreaTop" r="textAreaRight" b="textAreaBottom"/>
            <a:pathLst>
              <a:path w="285750" h="285750">
                <a:moveTo>
                  <a:pt x="279053" y="146112"/>
                </a:moveTo>
                <a:cubicBezTo>
                  <a:pt x="279053" y="225084"/>
                  <a:pt x="224972" y="281285"/>
                  <a:pt x="145107" y="281285"/>
                </a:cubicBezTo>
                <a:cubicBezTo>
                  <a:pt x="68535" y="281285"/>
                  <a:pt x="6697" y="219447"/>
                  <a:pt x="6697" y="142875"/>
                </a:cubicBezTo>
                <a:cubicBezTo>
                  <a:pt x="6697" y="66303"/>
                  <a:pt x="68535" y="4465"/>
                  <a:pt x="145107" y="4465"/>
                </a:cubicBezTo>
                <a:cubicBezTo>
                  <a:pt x="182389" y="4465"/>
                  <a:pt x="213754" y="18138"/>
                  <a:pt x="237920" y="40686"/>
                </a:cubicBezTo>
                <a:lnTo>
                  <a:pt x="200248" y="76907"/>
                </a:lnTo>
                <a:cubicBezTo>
                  <a:pt x="150968" y="29356"/>
                  <a:pt x="59327" y="65075"/>
                  <a:pt x="59327" y="142875"/>
                </a:cubicBezTo>
                <a:cubicBezTo>
                  <a:pt x="59327" y="191151"/>
                  <a:pt x="97892" y="230274"/>
                  <a:pt x="145107" y="230274"/>
                </a:cubicBezTo>
                <a:cubicBezTo>
                  <a:pt x="199913" y="230274"/>
                  <a:pt x="220452" y="190984"/>
                  <a:pt x="223689" y="170613"/>
                </a:cubicBezTo>
                <a:lnTo>
                  <a:pt x="145107" y="170613"/>
                </a:lnTo>
                <a:lnTo>
                  <a:pt x="145107" y="123006"/>
                </a:lnTo>
                <a:lnTo>
                  <a:pt x="276876" y="123006"/>
                </a:lnTo>
                <a:cubicBezTo>
                  <a:pt x="278160" y="130094"/>
                  <a:pt x="279053" y="136903"/>
                  <a:pt x="279053" y="146112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8"/>
          <p:cNvSpPr/>
          <p:nvPr/>
        </p:nvSpPr>
        <p:spPr>
          <a:xfrm>
            <a:off x="6004440" y="1562040"/>
            <a:ext cx="57333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en-US" sz="18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Google ML Kit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6004440" y="1943280"/>
            <a:ext cx="56952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Tecnología de </a:t>
            </a:r>
            <a:r>
              <a:rPr lang="en-US" sz="12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Google ML Kit Barcode Scanning</a:t>
            </a: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 para detección instantánea de códigos de barras con alta precisión.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0"/>
          <p:cNvSpPr/>
          <p:nvPr/>
        </p:nvSpPr>
        <p:spPr>
          <a:xfrm>
            <a:off x="5090040" y="2781360"/>
            <a:ext cx="3285360" cy="875520"/>
          </a:xfrm>
          <a:custGeom>
            <a:avLst/>
            <a:gdLst>
              <a:gd name="textAreaLeft" fmla="*/ 0 w 3285360"/>
              <a:gd name="textAreaRight" fmla="*/ 3286080 w 3285360"/>
              <a:gd name="textAreaTop" fmla="*/ 0 h 875520"/>
              <a:gd name="textAreaBottom" fmla="*/ 876240 h 875520"/>
            </a:gdLst>
            <a:ahLst/>
            <a:cxnLst/>
            <a:rect l="textAreaLeft" t="textAreaTop" r="textAreaRight" b="textAreaBottom"/>
            <a:pathLst>
              <a:path w="3286125" h="876300">
                <a:moveTo>
                  <a:pt x="114296" y="0"/>
                </a:moveTo>
                <a:lnTo>
                  <a:pt x="3171829" y="0"/>
                </a:lnTo>
                <a:cubicBezTo>
                  <a:pt x="3234953" y="0"/>
                  <a:pt x="3286125" y="51172"/>
                  <a:pt x="3286125" y="114296"/>
                </a:cubicBezTo>
                <a:lnTo>
                  <a:pt x="3286125" y="762004"/>
                </a:lnTo>
                <a:cubicBezTo>
                  <a:pt x="3286125" y="825128"/>
                  <a:pt x="3234953" y="876300"/>
                  <a:pt x="3171829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1"/>
          <p:cNvSpPr/>
          <p:nvPr/>
        </p:nvSpPr>
        <p:spPr>
          <a:xfrm>
            <a:off x="5285520" y="2952720"/>
            <a:ext cx="199440" cy="227880"/>
          </a:xfrm>
          <a:custGeom>
            <a:avLst/>
            <a:gdLst>
              <a:gd name="textAreaLeft" fmla="*/ 0 w 199440"/>
              <a:gd name="textAreaRight" fmla="*/ 200160 w 19944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00025" h="228600">
                <a:moveTo>
                  <a:pt x="14288" y="14288"/>
                </a:moveTo>
                <a:cubicBezTo>
                  <a:pt x="6385" y="14288"/>
                  <a:pt x="0" y="20672"/>
                  <a:pt x="0" y="28575"/>
                </a:cubicBezTo>
                <a:lnTo>
                  <a:pt x="0" y="200025"/>
                </a:lnTo>
                <a:cubicBezTo>
                  <a:pt x="0" y="207928"/>
                  <a:pt x="6385" y="214313"/>
                  <a:pt x="14288" y="214313"/>
                </a:cubicBezTo>
                <a:cubicBezTo>
                  <a:pt x="22190" y="214313"/>
                  <a:pt x="28575" y="207928"/>
                  <a:pt x="28575" y="200025"/>
                </a:cubicBezTo>
                <a:lnTo>
                  <a:pt x="28575" y="28575"/>
                </a:lnTo>
                <a:cubicBezTo>
                  <a:pt x="28575" y="20672"/>
                  <a:pt x="22190" y="14288"/>
                  <a:pt x="14288" y="14288"/>
                </a:cubicBezTo>
                <a:close/>
                <a:moveTo>
                  <a:pt x="53578" y="14288"/>
                </a:moveTo>
                <a:cubicBezTo>
                  <a:pt x="47640" y="14288"/>
                  <a:pt x="42863" y="19065"/>
                  <a:pt x="42863" y="25003"/>
                </a:cubicBezTo>
                <a:lnTo>
                  <a:pt x="42863" y="203597"/>
                </a:lnTo>
                <a:cubicBezTo>
                  <a:pt x="42863" y="209535"/>
                  <a:pt x="47640" y="214313"/>
                  <a:pt x="53578" y="214313"/>
                </a:cubicBezTo>
                <a:cubicBezTo>
                  <a:pt x="59516" y="214313"/>
                  <a:pt x="64294" y="209535"/>
                  <a:pt x="64294" y="203597"/>
                </a:cubicBezTo>
                <a:lnTo>
                  <a:pt x="64294" y="25003"/>
                </a:lnTo>
                <a:cubicBezTo>
                  <a:pt x="64294" y="19065"/>
                  <a:pt x="59516" y="14288"/>
                  <a:pt x="53578" y="14288"/>
                </a:cubicBezTo>
                <a:close/>
                <a:moveTo>
                  <a:pt x="85725" y="28575"/>
                </a:moveTo>
                <a:lnTo>
                  <a:pt x="85725" y="200025"/>
                </a:lnTo>
                <a:cubicBezTo>
                  <a:pt x="85725" y="207928"/>
                  <a:pt x="92110" y="214313"/>
                  <a:pt x="100013" y="214313"/>
                </a:cubicBezTo>
                <a:cubicBezTo>
                  <a:pt x="107915" y="214313"/>
                  <a:pt x="114300" y="207928"/>
                  <a:pt x="114300" y="200025"/>
                </a:cubicBezTo>
                <a:lnTo>
                  <a:pt x="114300" y="28575"/>
                </a:lnTo>
                <a:cubicBezTo>
                  <a:pt x="114300" y="20672"/>
                  <a:pt x="107915" y="14288"/>
                  <a:pt x="100013" y="14288"/>
                </a:cubicBezTo>
                <a:cubicBezTo>
                  <a:pt x="92110" y="14288"/>
                  <a:pt x="85725" y="20672"/>
                  <a:pt x="85725" y="28575"/>
                </a:cubicBezTo>
                <a:close/>
                <a:moveTo>
                  <a:pt x="178594" y="25003"/>
                </a:moveTo>
                <a:lnTo>
                  <a:pt x="178594" y="203597"/>
                </a:lnTo>
                <a:cubicBezTo>
                  <a:pt x="178594" y="209535"/>
                  <a:pt x="183371" y="214313"/>
                  <a:pt x="189309" y="214313"/>
                </a:cubicBezTo>
                <a:cubicBezTo>
                  <a:pt x="195248" y="214313"/>
                  <a:pt x="200025" y="209535"/>
                  <a:pt x="200025" y="203597"/>
                </a:cubicBezTo>
                <a:lnTo>
                  <a:pt x="200025" y="25003"/>
                </a:lnTo>
                <a:cubicBezTo>
                  <a:pt x="200025" y="19065"/>
                  <a:pt x="195248" y="14288"/>
                  <a:pt x="189309" y="14288"/>
                </a:cubicBezTo>
                <a:cubicBezTo>
                  <a:pt x="183371" y="14288"/>
                  <a:pt x="178594" y="19065"/>
                  <a:pt x="178594" y="25003"/>
                </a:cubicBezTo>
                <a:close/>
                <a:moveTo>
                  <a:pt x="135731" y="25003"/>
                </a:moveTo>
                <a:lnTo>
                  <a:pt x="135731" y="203597"/>
                </a:lnTo>
                <a:cubicBezTo>
                  <a:pt x="135731" y="209535"/>
                  <a:pt x="140509" y="214313"/>
                  <a:pt x="146447" y="214313"/>
                </a:cubicBezTo>
                <a:cubicBezTo>
                  <a:pt x="152385" y="214313"/>
                  <a:pt x="157163" y="209535"/>
                  <a:pt x="157163" y="203597"/>
                </a:cubicBezTo>
                <a:lnTo>
                  <a:pt x="157163" y="25003"/>
                </a:lnTo>
                <a:cubicBezTo>
                  <a:pt x="157163" y="19065"/>
                  <a:pt x="152385" y="14288"/>
                  <a:pt x="146447" y="14288"/>
                </a:cubicBezTo>
                <a:cubicBezTo>
                  <a:pt x="140509" y="14288"/>
                  <a:pt x="135731" y="19065"/>
                  <a:pt x="135731" y="25003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2"/>
          <p:cNvSpPr/>
          <p:nvPr/>
        </p:nvSpPr>
        <p:spPr>
          <a:xfrm>
            <a:off x="5642640" y="2933640"/>
            <a:ext cx="7135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350" b="1" u="none" strike="noStrike">
                <a:solidFill>
                  <a:srgbClr val="E8B87D"/>
                </a:solidFill>
                <a:effectLst/>
                <a:uFillTx/>
                <a:latin typeface="MiSans"/>
                <a:ea typeface="MiSans"/>
              </a:rPr>
              <a:t>ISBN-10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3"/>
          <p:cNvSpPr/>
          <p:nvPr/>
        </p:nvSpPr>
        <p:spPr>
          <a:xfrm>
            <a:off x="5242680" y="3276720"/>
            <a:ext cx="3056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Formato antiguo de 10 dígitos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4"/>
          <p:cNvSpPr/>
          <p:nvPr/>
        </p:nvSpPr>
        <p:spPr>
          <a:xfrm>
            <a:off x="8526600" y="2781360"/>
            <a:ext cx="3285360" cy="875520"/>
          </a:xfrm>
          <a:custGeom>
            <a:avLst/>
            <a:gdLst>
              <a:gd name="textAreaLeft" fmla="*/ 0 w 3285360"/>
              <a:gd name="textAreaRight" fmla="*/ 3286080 w 3285360"/>
              <a:gd name="textAreaTop" fmla="*/ 0 h 875520"/>
              <a:gd name="textAreaBottom" fmla="*/ 876240 h 875520"/>
            </a:gdLst>
            <a:ahLst/>
            <a:cxnLst/>
            <a:rect l="textAreaLeft" t="textAreaTop" r="textAreaRight" b="textAreaBottom"/>
            <a:pathLst>
              <a:path w="3286125" h="876300">
                <a:moveTo>
                  <a:pt x="114296" y="0"/>
                </a:moveTo>
                <a:lnTo>
                  <a:pt x="3171829" y="0"/>
                </a:lnTo>
                <a:cubicBezTo>
                  <a:pt x="3234953" y="0"/>
                  <a:pt x="3286125" y="51172"/>
                  <a:pt x="3286125" y="114296"/>
                </a:cubicBezTo>
                <a:lnTo>
                  <a:pt x="3286125" y="762004"/>
                </a:lnTo>
                <a:cubicBezTo>
                  <a:pt x="3286125" y="825128"/>
                  <a:pt x="3234953" y="876300"/>
                  <a:pt x="3171829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5"/>
          <p:cNvSpPr/>
          <p:nvPr/>
        </p:nvSpPr>
        <p:spPr>
          <a:xfrm>
            <a:off x="8722080" y="2952720"/>
            <a:ext cx="199440" cy="227880"/>
          </a:xfrm>
          <a:custGeom>
            <a:avLst/>
            <a:gdLst>
              <a:gd name="textAreaLeft" fmla="*/ 0 w 199440"/>
              <a:gd name="textAreaRight" fmla="*/ 200160 w 19944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00025" h="228600">
                <a:moveTo>
                  <a:pt x="14288" y="14288"/>
                </a:moveTo>
                <a:cubicBezTo>
                  <a:pt x="6385" y="14288"/>
                  <a:pt x="0" y="20672"/>
                  <a:pt x="0" y="28575"/>
                </a:cubicBezTo>
                <a:lnTo>
                  <a:pt x="0" y="200025"/>
                </a:lnTo>
                <a:cubicBezTo>
                  <a:pt x="0" y="207928"/>
                  <a:pt x="6385" y="214313"/>
                  <a:pt x="14288" y="214313"/>
                </a:cubicBezTo>
                <a:cubicBezTo>
                  <a:pt x="22190" y="214313"/>
                  <a:pt x="28575" y="207928"/>
                  <a:pt x="28575" y="200025"/>
                </a:cubicBezTo>
                <a:lnTo>
                  <a:pt x="28575" y="28575"/>
                </a:lnTo>
                <a:cubicBezTo>
                  <a:pt x="28575" y="20672"/>
                  <a:pt x="22190" y="14288"/>
                  <a:pt x="14288" y="14288"/>
                </a:cubicBezTo>
                <a:close/>
                <a:moveTo>
                  <a:pt x="53578" y="14288"/>
                </a:moveTo>
                <a:cubicBezTo>
                  <a:pt x="47640" y="14288"/>
                  <a:pt x="42863" y="19065"/>
                  <a:pt x="42863" y="25003"/>
                </a:cubicBezTo>
                <a:lnTo>
                  <a:pt x="42863" y="203597"/>
                </a:lnTo>
                <a:cubicBezTo>
                  <a:pt x="42863" y="209535"/>
                  <a:pt x="47640" y="214313"/>
                  <a:pt x="53578" y="214313"/>
                </a:cubicBezTo>
                <a:cubicBezTo>
                  <a:pt x="59516" y="214313"/>
                  <a:pt x="64294" y="209535"/>
                  <a:pt x="64294" y="203597"/>
                </a:cubicBezTo>
                <a:lnTo>
                  <a:pt x="64294" y="25003"/>
                </a:lnTo>
                <a:cubicBezTo>
                  <a:pt x="64294" y="19065"/>
                  <a:pt x="59516" y="14288"/>
                  <a:pt x="53578" y="14288"/>
                </a:cubicBezTo>
                <a:close/>
                <a:moveTo>
                  <a:pt x="85725" y="28575"/>
                </a:moveTo>
                <a:lnTo>
                  <a:pt x="85725" y="200025"/>
                </a:lnTo>
                <a:cubicBezTo>
                  <a:pt x="85725" y="207928"/>
                  <a:pt x="92110" y="214313"/>
                  <a:pt x="100013" y="214313"/>
                </a:cubicBezTo>
                <a:cubicBezTo>
                  <a:pt x="107915" y="214313"/>
                  <a:pt x="114300" y="207928"/>
                  <a:pt x="114300" y="200025"/>
                </a:cubicBezTo>
                <a:lnTo>
                  <a:pt x="114300" y="28575"/>
                </a:lnTo>
                <a:cubicBezTo>
                  <a:pt x="114300" y="20672"/>
                  <a:pt x="107915" y="14288"/>
                  <a:pt x="100013" y="14288"/>
                </a:cubicBezTo>
                <a:cubicBezTo>
                  <a:pt x="92110" y="14288"/>
                  <a:pt x="85725" y="20672"/>
                  <a:pt x="85725" y="28575"/>
                </a:cubicBezTo>
                <a:close/>
                <a:moveTo>
                  <a:pt x="178594" y="25003"/>
                </a:moveTo>
                <a:lnTo>
                  <a:pt x="178594" y="203597"/>
                </a:lnTo>
                <a:cubicBezTo>
                  <a:pt x="178594" y="209535"/>
                  <a:pt x="183371" y="214313"/>
                  <a:pt x="189309" y="214313"/>
                </a:cubicBezTo>
                <a:cubicBezTo>
                  <a:pt x="195248" y="214313"/>
                  <a:pt x="200025" y="209535"/>
                  <a:pt x="200025" y="203597"/>
                </a:cubicBezTo>
                <a:lnTo>
                  <a:pt x="200025" y="25003"/>
                </a:lnTo>
                <a:cubicBezTo>
                  <a:pt x="200025" y="19065"/>
                  <a:pt x="195248" y="14288"/>
                  <a:pt x="189309" y="14288"/>
                </a:cubicBezTo>
                <a:cubicBezTo>
                  <a:pt x="183371" y="14288"/>
                  <a:pt x="178594" y="19065"/>
                  <a:pt x="178594" y="25003"/>
                </a:cubicBezTo>
                <a:close/>
                <a:moveTo>
                  <a:pt x="135731" y="25003"/>
                </a:moveTo>
                <a:lnTo>
                  <a:pt x="135731" y="203597"/>
                </a:lnTo>
                <a:cubicBezTo>
                  <a:pt x="135731" y="209535"/>
                  <a:pt x="140509" y="214313"/>
                  <a:pt x="146447" y="214313"/>
                </a:cubicBezTo>
                <a:cubicBezTo>
                  <a:pt x="152385" y="214313"/>
                  <a:pt x="157163" y="209535"/>
                  <a:pt x="157163" y="203597"/>
                </a:cubicBezTo>
                <a:lnTo>
                  <a:pt x="157163" y="25003"/>
                </a:lnTo>
                <a:cubicBezTo>
                  <a:pt x="157163" y="19065"/>
                  <a:pt x="152385" y="14288"/>
                  <a:pt x="146447" y="14288"/>
                </a:cubicBezTo>
                <a:cubicBezTo>
                  <a:pt x="140509" y="14288"/>
                  <a:pt x="135731" y="19065"/>
                  <a:pt x="135731" y="25003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6"/>
          <p:cNvSpPr/>
          <p:nvPr/>
        </p:nvSpPr>
        <p:spPr>
          <a:xfrm>
            <a:off x="9079200" y="2933640"/>
            <a:ext cx="7135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350" b="1" u="none" strike="noStrike">
                <a:solidFill>
                  <a:srgbClr val="E8B87D"/>
                </a:solidFill>
                <a:effectLst/>
                <a:uFillTx/>
                <a:latin typeface="MiSans"/>
                <a:ea typeface="MiSans"/>
              </a:rPr>
              <a:t>ISBN-13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7"/>
          <p:cNvSpPr/>
          <p:nvPr/>
        </p:nvSpPr>
        <p:spPr>
          <a:xfrm>
            <a:off x="8679240" y="3276720"/>
            <a:ext cx="3056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Formato moderno de 13 dígitos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8"/>
          <p:cNvSpPr/>
          <p:nvPr/>
        </p:nvSpPr>
        <p:spPr>
          <a:xfrm>
            <a:off x="5090040" y="3809880"/>
            <a:ext cx="6724080" cy="875520"/>
          </a:xfrm>
          <a:custGeom>
            <a:avLst/>
            <a:gdLst>
              <a:gd name="textAreaLeft" fmla="*/ 0 w 6724080"/>
              <a:gd name="textAreaRight" fmla="*/ 6724800 w 6724080"/>
              <a:gd name="textAreaTop" fmla="*/ 0 h 875520"/>
              <a:gd name="textAreaBottom" fmla="*/ 876240 h 875520"/>
            </a:gdLst>
            <a:ahLst/>
            <a:cxnLst/>
            <a:rect l="textAreaLeft" t="textAreaTop" r="textAreaRight" b="textAreaBottom"/>
            <a:pathLst>
              <a:path w="6724650" h="876300">
                <a:moveTo>
                  <a:pt x="114296" y="0"/>
                </a:moveTo>
                <a:lnTo>
                  <a:pt x="6610354" y="0"/>
                </a:lnTo>
                <a:cubicBezTo>
                  <a:pt x="6673478" y="0"/>
                  <a:pt x="6724650" y="51172"/>
                  <a:pt x="6724650" y="114296"/>
                </a:cubicBezTo>
                <a:lnTo>
                  <a:pt x="6724650" y="762004"/>
                </a:lnTo>
                <a:cubicBezTo>
                  <a:pt x="6724650" y="825128"/>
                  <a:pt x="6673478" y="876300"/>
                  <a:pt x="661035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9"/>
          <p:cNvSpPr/>
          <p:nvPr/>
        </p:nvSpPr>
        <p:spPr>
          <a:xfrm>
            <a:off x="5299560" y="3981600"/>
            <a:ext cx="170640" cy="227880"/>
          </a:xfrm>
          <a:custGeom>
            <a:avLst/>
            <a:gdLst>
              <a:gd name="textAreaLeft" fmla="*/ 0 w 170640"/>
              <a:gd name="textAreaRight" fmla="*/ 171360 w 17064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171450" h="228600">
                <a:moveTo>
                  <a:pt x="111576" y="29825"/>
                </a:moveTo>
                <a:cubicBezTo>
                  <a:pt x="116220" y="23440"/>
                  <a:pt x="114791" y="14511"/>
                  <a:pt x="108406" y="9867"/>
                </a:cubicBezTo>
                <a:cubicBezTo>
                  <a:pt x="102022" y="5224"/>
                  <a:pt x="93092" y="6653"/>
                  <a:pt x="88449" y="13037"/>
                </a:cubicBezTo>
                <a:lnTo>
                  <a:pt x="41121" y="78090"/>
                </a:lnTo>
                <a:lnTo>
                  <a:pt x="24378" y="61347"/>
                </a:lnTo>
                <a:cubicBezTo>
                  <a:pt x="18797" y="55766"/>
                  <a:pt x="9733" y="55766"/>
                  <a:pt x="4152" y="61347"/>
                </a:cubicBezTo>
                <a:cubicBezTo>
                  <a:pt x="-1429" y="66928"/>
                  <a:pt x="-1429" y="75992"/>
                  <a:pt x="4152" y="81573"/>
                </a:cubicBezTo>
                <a:lnTo>
                  <a:pt x="32727" y="110148"/>
                </a:lnTo>
                <a:cubicBezTo>
                  <a:pt x="35674" y="113094"/>
                  <a:pt x="39782" y="114613"/>
                  <a:pt x="43934" y="114300"/>
                </a:cubicBezTo>
                <a:cubicBezTo>
                  <a:pt x="48086" y="113987"/>
                  <a:pt x="51926" y="111844"/>
                  <a:pt x="54382" y="108451"/>
                </a:cubicBezTo>
                <a:lnTo>
                  <a:pt x="111532" y="29870"/>
                </a:lnTo>
                <a:close/>
                <a:moveTo>
                  <a:pt x="168726" y="90547"/>
                </a:moveTo>
                <a:cubicBezTo>
                  <a:pt x="173370" y="84162"/>
                  <a:pt x="171941" y="75233"/>
                  <a:pt x="165556" y="70589"/>
                </a:cubicBezTo>
                <a:cubicBezTo>
                  <a:pt x="159172" y="65946"/>
                  <a:pt x="150242" y="67374"/>
                  <a:pt x="145599" y="73759"/>
                </a:cubicBezTo>
                <a:lnTo>
                  <a:pt x="69696" y="178103"/>
                </a:lnTo>
                <a:lnTo>
                  <a:pt x="38666" y="147072"/>
                </a:lnTo>
                <a:cubicBezTo>
                  <a:pt x="33084" y="141491"/>
                  <a:pt x="24021" y="141491"/>
                  <a:pt x="18440" y="147072"/>
                </a:cubicBezTo>
                <a:cubicBezTo>
                  <a:pt x="12859" y="152653"/>
                  <a:pt x="12859" y="161717"/>
                  <a:pt x="18440" y="167298"/>
                </a:cubicBezTo>
                <a:lnTo>
                  <a:pt x="61302" y="210160"/>
                </a:lnTo>
                <a:cubicBezTo>
                  <a:pt x="64249" y="213107"/>
                  <a:pt x="68357" y="214625"/>
                  <a:pt x="72509" y="214313"/>
                </a:cubicBezTo>
                <a:cubicBezTo>
                  <a:pt x="76661" y="214000"/>
                  <a:pt x="80501" y="211857"/>
                  <a:pt x="82957" y="208464"/>
                </a:cubicBezTo>
                <a:lnTo>
                  <a:pt x="168682" y="90592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0"/>
          <p:cNvSpPr/>
          <p:nvPr/>
        </p:nvSpPr>
        <p:spPr>
          <a:xfrm>
            <a:off x="5642640" y="3962520"/>
            <a:ext cx="19044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350" b="1" u="none" strike="noStrike">
                <a:solidFill>
                  <a:srgbClr val="E8B87D"/>
                </a:solidFill>
                <a:effectLst/>
                <a:uFillTx/>
                <a:latin typeface="MiSans"/>
                <a:ea typeface="MiSans"/>
              </a:rPr>
              <a:t>Validación de Checksum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1"/>
          <p:cNvSpPr/>
          <p:nvPr/>
        </p:nvSpPr>
        <p:spPr>
          <a:xfrm>
            <a:off x="5242680" y="4305240"/>
            <a:ext cx="6495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Verificación automática de integridad del ISBN para evitar errores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2"/>
          <p:cNvSpPr/>
          <p:nvPr/>
        </p:nvSpPr>
        <p:spPr>
          <a:xfrm>
            <a:off x="5095080" y="6005520"/>
            <a:ext cx="6714360" cy="465840"/>
          </a:xfrm>
          <a:custGeom>
            <a:avLst/>
            <a:gdLst>
              <a:gd name="textAreaLeft" fmla="*/ 0 w 6714360"/>
              <a:gd name="textAreaRight" fmla="*/ 6715080 w 6714360"/>
              <a:gd name="textAreaTop" fmla="*/ 0 h 465840"/>
              <a:gd name="textAreaBottom" fmla="*/ 466560 h 465840"/>
            </a:gdLst>
            <a:ahLst/>
            <a:cxnLst/>
            <a:rect l="textAreaLeft" t="textAreaTop" r="textAreaRight" b="textAreaBottom"/>
            <a:pathLst>
              <a:path w="6715125" h="466725">
                <a:moveTo>
                  <a:pt x="76202" y="0"/>
                </a:moveTo>
                <a:lnTo>
                  <a:pt x="6638923" y="0"/>
                </a:lnTo>
                <a:cubicBezTo>
                  <a:pt x="6681008" y="0"/>
                  <a:pt x="6715125" y="34117"/>
                  <a:pt x="6715125" y="76202"/>
                </a:cubicBezTo>
                <a:lnTo>
                  <a:pt x="6715125" y="390523"/>
                </a:lnTo>
                <a:cubicBezTo>
                  <a:pt x="6715125" y="432608"/>
                  <a:pt x="6681008" y="466725"/>
                  <a:pt x="663892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8B87D">
              <a:alpha val="10000"/>
            </a:srgbClr>
          </a:solidFill>
          <a:ln w="12700">
            <a:solidFill>
              <a:srgbClr val="E8B87D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3"/>
          <p:cNvSpPr/>
          <p:nvPr/>
        </p:nvSpPr>
        <p:spPr>
          <a:xfrm>
            <a:off x="6451200" y="6162840"/>
            <a:ext cx="151560" cy="151560"/>
          </a:xfrm>
          <a:custGeom>
            <a:avLst/>
            <a:gdLst>
              <a:gd name="textAreaLeft" fmla="*/ 0 w 151560"/>
              <a:gd name="textAreaRight" fmla="*/ 152280 w 15156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52400" h="152400">
                <a:moveTo>
                  <a:pt x="44381" y="19288"/>
                </a:moveTo>
                <a:lnTo>
                  <a:pt x="41285" y="28575"/>
                </a:lnTo>
                <a:lnTo>
                  <a:pt x="19050" y="28575"/>
                </a:lnTo>
                <a:cubicBezTo>
                  <a:pt x="8543" y="28575"/>
                  <a:pt x="0" y="37118"/>
                  <a:pt x="0" y="4762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33350" y="142875"/>
                </a:lnTo>
                <a:cubicBezTo>
                  <a:pt x="143857" y="142875"/>
                  <a:pt x="152400" y="134332"/>
                  <a:pt x="152400" y="123825"/>
                </a:cubicBezTo>
                <a:lnTo>
                  <a:pt x="152400" y="47625"/>
                </a:lnTo>
                <a:cubicBezTo>
                  <a:pt x="152400" y="37118"/>
                  <a:pt x="143857" y="28575"/>
                  <a:pt x="133350" y="28575"/>
                </a:cubicBezTo>
                <a:lnTo>
                  <a:pt x="111115" y="28575"/>
                </a:lnTo>
                <a:lnTo>
                  <a:pt x="108019" y="19288"/>
                </a:lnTo>
                <a:cubicBezTo>
                  <a:pt x="106085" y="13454"/>
                  <a:pt x="100638" y="9525"/>
                  <a:pt x="94476" y="9525"/>
                </a:cubicBezTo>
                <a:lnTo>
                  <a:pt x="57924" y="9525"/>
                </a:lnTo>
                <a:cubicBezTo>
                  <a:pt x="51762" y="9525"/>
                  <a:pt x="46315" y="13454"/>
                  <a:pt x="44381" y="19288"/>
                </a:cubicBezTo>
                <a:close/>
                <a:moveTo>
                  <a:pt x="76200" y="57150"/>
                </a:moveTo>
                <a:cubicBezTo>
                  <a:pt x="91971" y="57150"/>
                  <a:pt x="104775" y="69954"/>
                  <a:pt x="104775" y="85725"/>
                </a:cubicBezTo>
                <a:cubicBezTo>
                  <a:pt x="104775" y="101496"/>
                  <a:pt x="91971" y="114300"/>
                  <a:pt x="76200" y="114300"/>
                </a:cubicBezTo>
                <a:cubicBezTo>
                  <a:pt x="60429" y="114300"/>
                  <a:pt x="47625" y="101496"/>
                  <a:pt x="47625" y="85725"/>
                </a:cubicBezTo>
                <a:cubicBezTo>
                  <a:pt x="47625" y="69954"/>
                  <a:pt x="60429" y="57150"/>
                  <a:pt x="76200" y="5715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4"/>
          <p:cNvSpPr/>
          <p:nvPr/>
        </p:nvSpPr>
        <p:spPr>
          <a:xfrm>
            <a:off x="5423400" y="6124680"/>
            <a:ext cx="6304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Integración nativa con </a:t>
            </a:r>
            <a:r>
              <a:rPr lang="en-US" sz="1200" b="1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CameraX</a:t>
            </a: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 para experiencia fluida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D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380880" y="380880"/>
            <a:ext cx="11505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pc="119" strike="noStrike">
                <a:solidFill>
                  <a:srgbClr val="D8A25A"/>
                </a:solidFill>
                <a:effectLst/>
                <a:uFillTx/>
                <a:latin typeface="Quattrocento Sans"/>
                <a:ea typeface="Quattrocento Sans"/>
              </a:rPr>
              <a:t>BASES DE DATOS DE LIBROS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380880" y="685800"/>
            <a:ext cx="116006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en-US" sz="2700" b="1" u="none" strike="noStrike">
                <a:solidFill>
                  <a:srgbClr val="F5F0E8"/>
                </a:solidFill>
                <a:effectLst/>
                <a:uFillTx/>
                <a:latin typeface="Noto Sans SC"/>
                <a:ea typeface="Noto Sans SC"/>
              </a:rPr>
              <a:t>Búsqueda Automática de Metadatos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380880" y="1181160"/>
            <a:ext cx="913680" cy="37440"/>
          </a:xfrm>
          <a:custGeom>
            <a:avLst/>
            <a:gdLst>
              <a:gd name="textAreaLeft" fmla="*/ 0 w 913680"/>
              <a:gd name="textAreaRight" fmla="*/ 914400 w 91368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380880" y="1428840"/>
            <a:ext cx="5600160" cy="3409200"/>
          </a:xfrm>
          <a:custGeom>
            <a:avLst/>
            <a:gdLst>
              <a:gd name="textAreaLeft" fmla="*/ 0 w 5600160"/>
              <a:gd name="textAreaRight" fmla="*/ 5600880 w 5600160"/>
              <a:gd name="textAreaTop" fmla="*/ 0 h 3409200"/>
              <a:gd name="textAreaBottom" fmla="*/ 3409920 h 3409200"/>
            </a:gdLst>
            <a:ahLst/>
            <a:cxnLst/>
            <a:rect l="textAreaLeft" t="textAreaTop" r="textAreaRight" b="textAreaBottom"/>
            <a:pathLst>
              <a:path w="5600700" h="340995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295648"/>
                </a:lnTo>
                <a:cubicBezTo>
                  <a:pt x="5600700" y="3358775"/>
                  <a:pt x="5549525" y="3409950"/>
                  <a:pt x="5486398" y="3409950"/>
                </a:cubicBezTo>
                <a:lnTo>
                  <a:pt x="114302" y="3409950"/>
                </a:lnTo>
                <a:cubicBezTo>
                  <a:pt x="51175" y="3409950"/>
                  <a:pt x="0" y="3358775"/>
                  <a:pt x="0" y="329564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4"/>
          <p:cNvSpPr/>
          <p:nvPr/>
        </p:nvSpPr>
        <p:spPr>
          <a:xfrm>
            <a:off x="380880" y="1428840"/>
            <a:ext cx="5600160" cy="37440"/>
          </a:xfrm>
          <a:custGeom>
            <a:avLst/>
            <a:gdLst>
              <a:gd name="textAreaLeft" fmla="*/ 0 w 5600160"/>
              <a:gd name="textAreaRight" fmla="*/ 5600880 w 560016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609480" y="1676520"/>
            <a:ext cx="608760" cy="608760"/>
          </a:xfrm>
          <a:custGeom>
            <a:avLst/>
            <a:gdLst>
              <a:gd name="textAreaLeft" fmla="*/ 0 w 608760"/>
              <a:gd name="textAreaRight" fmla="*/ 609480 w 608760"/>
              <a:gd name="textAreaTop" fmla="*/ 0 h 608760"/>
              <a:gd name="textAreaBottom" fmla="*/ 609480 h 608760"/>
            </a:gdLst>
            <a:ahLst/>
            <a:cxnLst/>
            <a:rect l="textAreaLeft" t="textAreaTop" r="textAreaRight" b="textAreaBottom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6"/>
          <p:cNvSpPr/>
          <p:nvPr/>
        </p:nvSpPr>
        <p:spPr>
          <a:xfrm>
            <a:off x="774000" y="1838160"/>
            <a:ext cx="285120" cy="285120"/>
          </a:xfrm>
          <a:custGeom>
            <a:avLst/>
            <a:gdLst>
              <a:gd name="textAreaLeft" fmla="*/ 0 w 285120"/>
              <a:gd name="textAreaRight" fmla="*/ 285840 w 285120"/>
              <a:gd name="textAreaTop" fmla="*/ 0 h 285120"/>
              <a:gd name="textAreaBottom" fmla="*/ 285840 h 285120"/>
            </a:gdLst>
            <a:ahLst/>
            <a:cxnLst/>
            <a:rect l="textAreaLeft" t="textAreaTop" r="textAreaRight" b="textAreaBottom"/>
            <a:pathLst>
              <a:path w="285750" h="285750">
                <a:moveTo>
                  <a:pt x="142875" y="78860"/>
                </a:moveTo>
                <a:lnTo>
                  <a:pt x="142875" y="251482"/>
                </a:lnTo>
                <a:lnTo>
                  <a:pt x="143154" y="251371"/>
                </a:lnTo>
                <a:cubicBezTo>
                  <a:pt x="173627" y="238702"/>
                  <a:pt x="206332" y="232172"/>
                  <a:pt x="239316" y="232172"/>
                </a:cubicBezTo>
                <a:lnTo>
                  <a:pt x="250031" y="232172"/>
                </a:lnTo>
                <a:lnTo>
                  <a:pt x="250031" y="53578"/>
                </a:lnTo>
                <a:lnTo>
                  <a:pt x="239316" y="53578"/>
                </a:lnTo>
                <a:cubicBezTo>
                  <a:pt x="215764" y="53578"/>
                  <a:pt x="192379" y="58266"/>
                  <a:pt x="170613" y="67308"/>
                </a:cubicBezTo>
                <a:cubicBezTo>
                  <a:pt x="161237" y="71214"/>
                  <a:pt x="151972" y="75065"/>
                  <a:pt x="142875" y="78860"/>
                </a:cubicBezTo>
                <a:close/>
                <a:moveTo>
                  <a:pt x="128867" y="34323"/>
                </a:moveTo>
                <a:lnTo>
                  <a:pt x="142875" y="40184"/>
                </a:lnTo>
                <a:lnTo>
                  <a:pt x="156883" y="34323"/>
                </a:lnTo>
                <a:cubicBezTo>
                  <a:pt x="183003" y="23440"/>
                  <a:pt x="211020" y="17859"/>
                  <a:pt x="239316" y="17859"/>
                </a:cubicBezTo>
                <a:lnTo>
                  <a:pt x="258961" y="17859"/>
                </a:lnTo>
                <a:cubicBezTo>
                  <a:pt x="273751" y="17859"/>
                  <a:pt x="285750" y="29859"/>
                  <a:pt x="285750" y="44648"/>
                </a:cubicBezTo>
                <a:lnTo>
                  <a:pt x="285750" y="241102"/>
                </a:lnTo>
                <a:cubicBezTo>
                  <a:pt x="285750" y="255891"/>
                  <a:pt x="273751" y="267891"/>
                  <a:pt x="258961" y="267891"/>
                </a:cubicBezTo>
                <a:lnTo>
                  <a:pt x="239316" y="267891"/>
                </a:lnTo>
                <a:cubicBezTo>
                  <a:pt x="211020" y="267891"/>
                  <a:pt x="183003" y="273472"/>
                  <a:pt x="156883" y="284355"/>
                </a:cubicBezTo>
                <a:lnTo>
                  <a:pt x="149740" y="287313"/>
                </a:lnTo>
                <a:cubicBezTo>
                  <a:pt x="145331" y="289154"/>
                  <a:pt x="140419" y="289154"/>
                  <a:pt x="136010" y="287313"/>
                </a:cubicBezTo>
                <a:lnTo>
                  <a:pt x="128867" y="284355"/>
                </a:lnTo>
                <a:cubicBezTo>
                  <a:pt x="102747" y="273472"/>
                  <a:pt x="74730" y="267891"/>
                  <a:pt x="46434" y="267891"/>
                </a:cubicBezTo>
                <a:lnTo>
                  <a:pt x="26789" y="267891"/>
                </a:lnTo>
                <a:cubicBezTo>
                  <a:pt x="11999" y="267891"/>
                  <a:pt x="0" y="255891"/>
                  <a:pt x="0" y="241102"/>
                </a:cubicBezTo>
                <a:lnTo>
                  <a:pt x="0" y="44648"/>
                </a:lnTo>
                <a:cubicBezTo>
                  <a:pt x="0" y="29859"/>
                  <a:pt x="11999" y="17859"/>
                  <a:pt x="26789" y="17859"/>
                </a:cubicBezTo>
                <a:lnTo>
                  <a:pt x="46434" y="17859"/>
                </a:lnTo>
                <a:cubicBezTo>
                  <a:pt x="74730" y="17859"/>
                  <a:pt x="102747" y="23440"/>
                  <a:pt x="128867" y="34323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1371600" y="1714680"/>
            <a:ext cx="18756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en-US" sz="18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OpenLibrary API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1371600" y="2019240"/>
            <a:ext cx="18374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Fuente principal de datos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609480" y="2438280"/>
            <a:ext cx="522864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3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Base de datos abierta y colaborativa con </a:t>
            </a:r>
            <a:r>
              <a:rPr lang="en-US" sz="135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millones de libros</a:t>
            </a:r>
            <a:r>
              <a:rPr lang="en-US" sz="13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. Primera opción de búsqueda por su completitud y fiabilidad.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0"/>
          <p:cNvSpPr/>
          <p:nvPr/>
        </p:nvSpPr>
        <p:spPr>
          <a:xfrm>
            <a:off x="638280" y="3809880"/>
            <a:ext cx="132480" cy="151560"/>
          </a:xfrm>
          <a:custGeom>
            <a:avLst/>
            <a:gdLst>
              <a:gd name="textAreaLeft" fmla="*/ 0 w 132480"/>
              <a:gd name="textAreaRight" fmla="*/ 133200 w 13248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876240" y="3772080"/>
            <a:ext cx="1523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Metadatos completos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2"/>
          <p:cNvSpPr/>
          <p:nvPr/>
        </p:nvSpPr>
        <p:spPr>
          <a:xfrm>
            <a:off x="638280" y="4114800"/>
            <a:ext cx="132480" cy="151560"/>
          </a:xfrm>
          <a:custGeom>
            <a:avLst/>
            <a:gdLst>
              <a:gd name="textAreaLeft" fmla="*/ 0 w 132480"/>
              <a:gd name="textAreaRight" fmla="*/ 133200 w 13248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3"/>
          <p:cNvSpPr/>
          <p:nvPr/>
        </p:nvSpPr>
        <p:spPr>
          <a:xfrm>
            <a:off x="876240" y="4076640"/>
            <a:ext cx="1713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Portadas de alta calidad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4"/>
          <p:cNvSpPr/>
          <p:nvPr/>
        </p:nvSpPr>
        <p:spPr>
          <a:xfrm>
            <a:off x="638280" y="4419720"/>
            <a:ext cx="132480" cy="151560"/>
          </a:xfrm>
          <a:custGeom>
            <a:avLst/>
            <a:gdLst>
              <a:gd name="textAreaLeft" fmla="*/ 0 w 132480"/>
              <a:gd name="textAreaRight" fmla="*/ 133200 w 13248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5"/>
          <p:cNvSpPr/>
          <p:nvPr/>
        </p:nvSpPr>
        <p:spPr>
          <a:xfrm>
            <a:off x="876240" y="4381560"/>
            <a:ext cx="1523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API gratuita y </a:t>
            </a: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estable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6"/>
          <p:cNvSpPr/>
          <p:nvPr/>
        </p:nvSpPr>
        <p:spPr>
          <a:xfrm>
            <a:off x="6210360" y="1428840"/>
            <a:ext cx="5600160" cy="3409200"/>
          </a:xfrm>
          <a:custGeom>
            <a:avLst/>
            <a:gdLst>
              <a:gd name="textAreaLeft" fmla="*/ 0 w 5600160"/>
              <a:gd name="textAreaRight" fmla="*/ 5600880 w 5600160"/>
              <a:gd name="textAreaTop" fmla="*/ 0 h 3409200"/>
              <a:gd name="textAreaBottom" fmla="*/ 3409920 h 3409200"/>
            </a:gdLst>
            <a:ahLst/>
            <a:cxnLst/>
            <a:rect l="textAreaLeft" t="textAreaTop" r="textAreaRight" b="textAreaBottom"/>
            <a:pathLst>
              <a:path w="5600700" h="340995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295648"/>
                </a:lnTo>
                <a:cubicBezTo>
                  <a:pt x="5600700" y="3358775"/>
                  <a:pt x="5549525" y="3409950"/>
                  <a:pt x="5486398" y="3409950"/>
                </a:cubicBezTo>
                <a:lnTo>
                  <a:pt x="114302" y="3409950"/>
                </a:lnTo>
                <a:cubicBezTo>
                  <a:pt x="51175" y="3409950"/>
                  <a:pt x="0" y="3358775"/>
                  <a:pt x="0" y="329564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7"/>
          <p:cNvSpPr/>
          <p:nvPr/>
        </p:nvSpPr>
        <p:spPr>
          <a:xfrm>
            <a:off x="6210360" y="1428840"/>
            <a:ext cx="5600160" cy="37440"/>
          </a:xfrm>
          <a:custGeom>
            <a:avLst/>
            <a:gdLst>
              <a:gd name="textAreaLeft" fmla="*/ 0 w 5600160"/>
              <a:gd name="textAreaRight" fmla="*/ 5600880 w 560016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8"/>
          <p:cNvSpPr/>
          <p:nvPr/>
        </p:nvSpPr>
        <p:spPr>
          <a:xfrm>
            <a:off x="6438960" y="1676520"/>
            <a:ext cx="608760" cy="608760"/>
          </a:xfrm>
          <a:custGeom>
            <a:avLst/>
            <a:gdLst>
              <a:gd name="textAreaLeft" fmla="*/ 0 w 608760"/>
              <a:gd name="textAreaRight" fmla="*/ 609480 w 608760"/>
              <a:gd name="textAreaTop" fmla="*/ 0 h 608760"/>
              <a:gd name="textAreaBottom" fmla="*/ 609480 h 608760"/>
            </a:gdLst>
            <a:ahLst/>
            <a:cxnLst/>
            <a:rect l="textAreaLeft" t="textAreaTop" r="textAreaRight" b="textAreaBottom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9"/>
          <p:cNvSpPr/>
          <p:nvPr/>
        </p:nvSpPr>
        <p:spPr>
          <a:xfrm>
            <a:off x="6603120" y="1838160"/>
            <a:ext cx="285120" cy="285120"/>
          </a:xfrm>
          <a:custGeom>
            <a:avLst/>
            <a:gdLst>
              <a:gd name="textAreaLeft" fmla="*/ 0 w 285120"/>
              <a:gd name="textAreaRight" fmla="*/ 285840 w 285120"/>
              <a:gd name="textAreaTop" fmla="*/ 0 h 285120"/>
              <a:gd name="textAreaBottom" fmla="*/ 285840 h 285120"/>
            </a:gdLst>
            <a:ahLst/>
            <a:cxnLst/>
            <a:rect l="textAreaLeft" t="textAreaTop" r="textAreaRight" b="textAreaBottom"/>
            <a:pathLst>
              <a:path w="285750" h="285750">
                <a:moveTo>
                  <a:pt x="279053" y="146112"/>
                </a:moveTo>
                <a:cubicBezTo>
                  <a:pt x="279053" y="225084"/>
                  <a:pt x="224972" y="281285"/>
                  <a:pt x="145107" y="281285"/>
                </a:cubicBezTo>
                <a:cubicBezTo>
                  <a:pt x="68535" y="281285"/>
                  <a:pt x="6697" y="219447"/>
                  <a:pt x="6697" y="142875"/>
                </a:cubicBezTo>
                <a:cubicBezTo>
                  <a:pt x="6697" y="66303"/>
                  <a:pt x="68535" y="4465"/>
                  <a:pt x="145107" y="4465"/>
                </a:cubicBezTo>
                <a:cubicBezTo>
                  <a:pt x="182389" y="4465"/>
                  <a:pt x="213754" y="18138"/>
                  <a:pt x="237920" y="40686"/>
                </a:cubicBezTo>
                <a:lnTo>
                  <a:pt x="200248" y="76907"/>
                </a:lnTo>
                <a:cubicBezTo>
                  <a:pt x="150968" y="29356"/>
                  <a:pt x="59327" y="65075"/>
                  <a:pt x="59327" y="142875"/>
                </a:cubicBezTo>
                <a:cubicBezTo>
                  <a:pt x="59327" y="191151"/>
                  <a:pt x="97892" y="230274"/>
                  <a:pt x="145107" y="230274"/>
                </a:cubicBezTo>
                <a:cubicBezTo>
                  <a:pt x="199913" y="230274"/>
                  <a:pt x="220452" y="190984"/>
                  <a:pt x="223689" y="170613"/>
                </a:cubicBezTo>
                <a:lnTo>
                  <a:pt x="145107" y="170613"/>
                </a:lnTo>
                <a:lnTo>
                  <a:pt x="145107" y="123006"/>
                </a:lnTo>
                <a:lnTo>
                  <a:pt x="276876" y="123006"/>
                </a:lnTo>
                <a:cubicBezTo>
                  <a:pt x="278160" y="130094"/>
                  <a:pt x="279053" y="136903"/>
                  <a:pt x="279053" y="146112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0"/>
          <p:cNvSpPr/>
          <p:nvPr/>
        </p:nvSpPr>
        <p:spPr>
          <a:xfrm>
            <a:off x="7201080" y="1714680"/>
            <a:ext cx="22377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en-US" sz="18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Google Books API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1"/>
          <p:cNvSpPr/>
          <p:nvPr/>
        </p:nvSpPr>
        <p:spPr>
          <a:xfrm>
            <a:off x="7201080" y="2019240"/>
            <a:ext cx="2199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Sistema de respaldo inteligente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2"/>
          <p:cNvSpPr/>
          <p:nvPr/>
        </p:nvSpPr>
        <p:spPr>
          <a:xfrm>
            <a:off x="6438960" y="2438280"/>
            <a:ext cx="522864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3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Si OpenLibrary no encuentra el libro, </a:t>
            </a:r>
            <a:r>
              <a:rPr lang="en-US" sz="135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fallback automático</a:t>
            </a:r>
            <a:r>
              <a:rPr lang="en-US" sz="13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 a Google Books. Dos fuentes, cero preocupaciones.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3"/>
          <p:cNvSpPr/>
          <p:nvPr/>
        </p:nvSpPr>
        <p:spPr>
          <a:xfrm>
            <a:off x="6467400" y="3809880"/>
            <a:ext cx="132480" cy="151560"/>
          </a:xfrm>
          <a:custGeom>
            <a:avLst/>
            <a:gdLst>
              <a:gd name="textAreaLeft" fmla="*/ 0 w 132480"/>
              <a:gd name="textAreaRight" fmla="*/ 133200 w 13248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4"/>
          <p:cNvSpPr/>
          <p:nvPr/>
        </p:nvSpPr>
        <p:spPr>
          <a:xfrm>
            <a:off x="6705720" y="3772080"/>
            <a:ext cx="1399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Cobertura adicional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5"/>
          <p:cNvSpPr/>
          <p:nvPr/>
        </p:nvSpPr>
        <p:spPr>
          <a:xfrm>
            <a:off x="6467400" y="4114800"/>
            <a:ext cx="132480" cy="151560"/>
          </a:xfrm>
          <a:custGeom>
            <a:avLst/>
            <a:gdLst>
              <a:gd name="textAreaLeft" fmla="*/ 0 w 132480"/>
              <a:gd name="textAreaRight" fmla="*/ 133200 w 13248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6"/>
          <p:cNvSpPr/>
          <p:nvPr/>
        </p:nvSpPr>
        <p:spPr>
          <a:xfrm>
            <a:off x="6705720" y="4076640"/>
            <a:ext cx="1275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Libros en español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7"/>
          <p:cNvSpPr/>
          <p:nvPr/>
        </p:nvSpPr>
        <p:spPr>
          <a:xfrm>
            <a:off x="6467400" y="4419720"/>
            <a:ext cx="132480" cy="151560"/>
          </a:xfrm>
          <a:custGeom>
            <a:avLst/>
            <a:gdLst>
              <a:gd name="textAreaLeft" fmla="*/ 0 w 132480"/>
              <a:gd name="textAreaRight" fmla="*/ 133200 w 13248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8"/>
          <p:cNvSpPr/>
          <p:nvPr/>
        </p:nvSpPr>
        <p:spPr>
          <a:xfrm>
            <a:off x="6705720" y="4381560"/>
            <a:ext cx="1551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Búsqueda automática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9"/>
          <p:cNvSpPr/>
          <p:nvPr/>
        </p:nvSpPr>
        <p:spPr>
          <a:xfrm>
            <a:off x="399960" y="5029200"/>
            <a:ext cx="11410200" cy="1447200"/>
          </a:xfrm>
          <a:custGeom>
            <a:avLst/>
            <a:gdLst>
              <a:gd name="textAreaLeft" fmla="*/ 0 w 11410200"/>
              <a:gd name="textAreaRight" fmla="*/ 11410920 w 11410200"/>
              <a:gd name="textAreaTop" fmla="*/ 0 h 1447200"/>
              <a:gd name="textAreaBottom" fmla="*/ 1447920 h 1447200"/>
            </a:gdLst>
            <a:ahLst/>
            <a:cxnLst/>
            <a:rect l="textAreaLeft" t="textAreaTop" r="textAreaRight" b="textAreaBottom"/>
            <a:pathLst>
              <a:path w="11410950" h="1447800">
                <a:moveTo>
                  <a:pt x="0" y="0"/>
                </a:moveTo>
                <a:lnTo>
                  <a:pt x="11410950" y="0"/>
                </a:lnTo>
                <a:lnTo>
                  <a:pt x="1141095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30"/>
          <p:cNvSpPr/>
          <p:nvPr/>
        </p:nvSpPr>
        <p:spPr>
          <a:xfrm>
            <a:off x="399960" y="5029200"/>
            <a:ext cx="37440" cy="1447200"/>
          </a:xfrm>
          <a:custGeom>
            <a:avLst/>
            <a:gdLst>
              <a:gd name="textAreaLeft" fmla="*/ 0 w 37440"/>
              <a:gd name="textAreaRight" fmla="*/ 38160 w 37440"/>
              <a:gd name="textAreaTop" fmla="*/ 0 h 1447200"/>
              <a:gd name="textAreaBottom" fmla="*/ 1447920 h 1447200"/>
            </a:gdLst>
            <a:ahLst/>
            <a:cxnLst/>
            <a:rect l="textAreaLeft" t="textAreaTop" r="textAreaRight" b="textAreaBottom"/>
            <a:pathLst>
              <a:path w="38100" h="1447800">
                <a:moveTo>
                  <a:pt x="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31"/>
          <p:cNvSpPr/>
          <p:nvPr/>
        </p:nvSpPr>
        <p:spPr>
          <a:xfrm>
            <a:off x="607320" y="5219640"/>
            <a:ext cx="165960" cy="189720"/>
          </a:xfrm>
          <a:custGeom>
            <a:avLst/>
            <a:gdLst>
              <a:gd name="textAreaLeft" fmla="*/ 0 w 165960"/>
              <a:gd name="textAreaRight" fmla="*/ 166680 w 165960"/>
              <a:gd name="textAreaTop" fmla="*/ 0 h 189720"/>
              <a:gd name="textAreaBottom" fmla="*/ 190440 h 189720"/>
            </a:gdLst>
            <a:ahLst/>
            <a:cxnLst/>
            <a:rect l="textAreaLeft" t="textAreaTop" r="textAreaRight" b="textAreaBottom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2"/>
          <p:cNvSpPr/>
          <p:nvPr/>
        </p:nvSpPr>
        <p:spPr>
          <a:xfrm>
            <a:off x="809640" y="5181480"/>
            <a:ext cx="109436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Datos Obtenidos Automáticamente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33"/>
          <p:cNvSpPr/>
          <p:nvPr/>
        </p:nvSpPr>
        <p:spPr>
          <a:xfrm>
            <a:off x="1671480" y="5562720"/>
            <a:ext cx="456480" cy="456480"/>
          </a:xfrm>
          <a:custGeom>
            <a:avLst/>
            <a:gdLst>
              <a:gd name="textAreaLeft" fmla="*/ 0 w 456480"/>
              <a:gd name="textAreaRight" fmla="*/ 457200 w 456480"/>
              <a:gd name="textAreaTop" fmla="*/ 0 h 456480"/>
              <a:gd name="textAreaBottom" fmla="*/ 457200 h 456480"/>
            </a:gdLst>
            <a:ahLst/>
            <a:cxn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E3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34"/>
          <p:cNvSpPr/>
          <p:nvPr/>
        </p:nvSpPr>
        <p:spPr>
          <a:xfrm>
            <a:off x="1800360" y="5676840"/>
            <a:ext cx="199440" cy="227880"/>
          </a:xfrm>
          <a:custGeom>
            <a:avLst/>
            <a:gdLst>
              <a:gd name="textAreaLeft" fmla="*/ 0 w 199440"/>
              <a:gd name="textAreaRight" fmla="*/ 200160 w 19944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00025" h="228600">
                <a:moveTo>
                  <a:pt x="0" y="28575"/>
                </a:moveTo>
                <a:cubicBezTo>
                  <a:pt x="0" y="20672"/>
                  <a:pt x="6385" y="14288"/>
                  <a:pt x="14288" y="14288"/>
                </a:cubicBezTo>
                <a:lnTo>
                  <a:pt x="57150" y="14288"/>
                </a:lnTo>
                <a:cubicBezTo>
                  <a:pt x="65053" y="14288"/>
                  <a:pt x="71438" y="20672"/>
                  <a:pt x="71438" y="28575"/>
                </a:cubicBezTo>
                <a:cubicBezTo>
                  <a:pt x="71438" y="36478"/>
                  <a:pt x="65053" y="42863"/>
                  <a:pt x="57150" y="42863"/>
                </a:cubicBezTo>
                <a:lnTo>
                  <a:pt x="50006" y="42863"/>
                </a:lnTo>
                <a:lnTo>
                  <a:pt x="50006" y="92869"/>
                </a:lnTo>
                <a:lnTo>
                  <a:pt x="150019" y="92869"/>
                </a:lnTo>
                <a:lnTo>
                  <a:pt x="150019" y="42863"/>
                </a:lnTo>
                <a:lnTo>
                  <a:pt x="142875" y="42863"/>
                </a:lnTo>
                <a:cubicBezTo>
                  <a:pt x="134972" y="42863"/>
                  <a:pt x="128588" y="36478"/>
                  <a:pt x="128588" y="28575"/>
                </a:cubicBezTo>
                <a:cubicBezTo>
                  <a:pt x="128588" y="20672"/>
                  <a:pt x="134972" y="14288"/>
                  <a:pt x="142875" y="14288"/>
                </a:cubicBezTo>
                <a:lnTo>
                  <a:pt x="185738" y="14288"/>
                </a:lnTo>
                <a:cubicBezTo>
                  <a:pt x="193640" y="14288"/>
                  <a:pt x="200025" y="20672"/>
                  <a:pt x="200025" y="28575"/>
                </a:cubicBezTo>
                <a:cubicBezTo>
                  <a:pt x="200025" y="36478"/>
                  <a:pt x="193640" y="42863"/>
                  <a:pt x="185738" y="42863"/>
                </a:cubicBezTo>
                <a:lnTo>
                  <a:pt x="178594" y="42863"/>
                </a:lnTo>
                <a:lnTo>
                  <a:pt x="178594" y="185738"/>
                </a:lnTo>
                <a:lnTo>
                  <a:pt x="185738" y="185738"/>
                </a:lnTo>
                <a:cubicBezTo>
                  <a:pt x="193640" y="185738"/>
                  <a:pt x="200025" y="192122"/>
                  <a:pt x="200025" y="200025"/>
                </a:cubicBezTo>
                <a:cubicBezTo>
                  <a:pt x="200025" y="207928"/>
                  <a:pt x="193640" y="214313"/>
                  <a:pt x="185738" y="214313"/>
                </a:cubicBezTo>
                <a:lnTo>
                  <a:pt x="142875" y="214313"/>
                </a:lnTo>
                <a:cubicBezTo>
                  <a:pt x="134972" y="214313"/>
                  <a:pt x="128588" y="207928"/>
                  <a:pt x="128588" y="200025"/>
                </a:cubicBezTo>
                <a:cubicBezTo>
                  <a:pt x="128588" y="192122"/>
                  <a:pt x="134972" y="185738"/>
                  <a:pt x="142875" y="185738"/>
                </a:cubicBezTo>
                <a:lnTo>
                  <a:pt x="150019" y="185738"/>
                </a:lnTo>
                <a:lnTo>
                  <a:pt x="150019" y="121444"/>
                </a:lnTo>
                <a:lnTo>
                  <a:pt x="50006" y="121444"/>
                </a:lnTo>
                <a:lnTo>
                  <a:pt x="50006" y="185738"/>
                </a:lnTo>
                <a:lnTo>
                  <a:pt x="57150" y="185738"/>
                </a:lnTo>
                <a:cubicBezTo>
                  <a:pt x="65053" y="185738"/>
                  <a:pt x="71438" y="192122"/>
                  <a:pt x="71438" y="200025"/>
                </a:cubicBezTo>
                <a:cubicBezTo>
                  <a:pt x="71438" y="207928"/>
                  <a:pt x="65053" y="214313"/>
                  <a:pt x="57150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cubicBezTo>
                  <a:pt x="0" y="192122"/>
                  <a:pt x="6385" y="185738"/>
                  <a:pt x="14288" y="185738"/>
                </a:cubicBezTo>
                <a:lnTo>
                  <a:pt x="21431" y="185738"/>
                </a:lnTo>
                <a:lnTo>
                  <a:pt x="21431" y="42863"/>
                </a:lnTo>
                <a:lnTo>
                  <a:pt x="14288" y="42863"/>
                </a:lnTo>
                <a:cubicBezTo>
                  <a:pt x="6385" y="42863"/>
                  <a:pt x="0" y="36478"/>
                  <a:pt x="0" y="28575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5"/>
          <p:cNvSpPr/>
          <p:nvPr/>
        </p:nvSpPr>
        <p:spPr>
          <a:xfrm>
            <a:off x="533520" y="6095880"/>
            <a:ext cx="2733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1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Título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36"/>
          <p:cNvSpPr/>
          <p:nvPr/>
        </p:nvSpPr>
        <p:spPr>
          <a:xfrm>
            <a:off x="4481640" y="5562720"/>
            <a:ext cx="456480" cy="456480"/>
          </a:xfrm>
          <a:custGeom>
            <a:avLst/>
            <a:gdLst>
              <a:gd name="textAreaLeft" fmla="*/ 0 w 456480"/>
              <a:gd name="textAreaRight" fmla="*/ 457200 w 456480"/>
              <a:gd name="textAreaTop" fmla="*/ 0 h 456480"/>
              <a:gd name="textAreaBottom" fmla="*/ 457200 h 456480"/>
            </a:gdLst>
            <a:ahLst/>
            <a:cxn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E3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37"/>
          <p:cNvSpPr/>
          <p:nvPr/>
        </p:nvSpPr>
        <p:spPr>
          <a:xfrm>
            <a:off x="4610160" y="5676840"/>
            <a:ext cx="199440" cy="227880"/>
          </a:xfrm>
          <a:custGeom>
            <a:avLst/>
            <a:gdLst>
              <a:gd name="textAreaLeft" fmla="*/ 0 w 199440"/>
              <a:gd name="textAreaRight" fmla="*/ 200160 w 19944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8"/>
          <p:cNvSpPr/>
          <p:nvPr/>
        </p:nvSpPr>
        <p:spPr>
          <a:xfrm>
            <a:off x="3343320" y="6095880"/>
            <a:ext cx="2733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1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Autor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39"/>
          <p:cNvSpPr/>
          <p:nvPr/>
        </p:nvSpPr>
        <p:spPr>
          <a:xfrm>
            <a:off x="7291440" y="5562720"/>
            <a:ext cx="456480" cy="456480"/>
          </a:xfrm>
          <a:custGeom>
            <a:avLst/>
            <a:gdLst>
              <a:gd name="textAreaLeft" fmla="*/ 0 w 456480"/>
              <a:gd name="textAreaRight" fmla="*/ 457200 w 456480"/>
              <a:gd name="textAreaTop" fmla="*/ 0 h 456480"/>
              <a:gd name="textAreaBottom" fmla="*/ 457200 h 456480"/>
            </a:gdLst>
            <a:ahLst/>
            <a:cxn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E3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40"/>
          <p:cNvSpPr/>
          <p:nvPr/>
        </p:nvSpPr>
        <p:spPr>
          <a:xfrm>
            <a:off x="7391520" y="5676840"/>
            <a:ext cx="256320" cy="227880"/>
          </a:xfrm>
          <a:custGeom>
            <a:avLst/>
            <a:gdLst>
              <a:gd name="textAreaLeft" fmla="*/ 0 w 256320"/>
              <a:gd name="textAreaRight" fmla="*/ 257040 w 25632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57175" h="228600">
                <a:moveTo>
                  <a:pt x="-2232" y="52685"/>
                </a:moveTo>
                <a:lnTo>
                  <a:pt x="10492" y="124882"/>
                </a:lnTo>
                <a:cubicBezTo>
                  <a:pt x="16743" y="160377"/>
                  <a:pt x="44559" y="188193"/>
                  <a:pt x="80055" y="194444"/>
                </a:cubicBezTo>
                <a:lnTo>
                  <a:pt x="85725" y="195426"/>
                </a:lnTo>
                <a:cubicBezTo>
                  <a:pt x="78358" y="182657"/>
                  <a:pt x="73625" y="168325"/>
                  <a:pt x="72063" y="153233"/>
                </a:cubicBezTo>
                <a:lnTo>
                  <a:pt x="61302" y="155153"/>
                </a:lnTo>
                <a:cubicBezTo>
                  <a:pt x="56971" y="155912"/>
                  <a:pt x="52908" y="152564"/>
                  <a:pt x="53757" y="148233"/>
                </a:cubicBezTo>
                <a:cubicBezTo>
                  <a:pt x="55900" y="137205"/>
                  <a:pt x="62285" y="127427"/>
                  <a:pt x="71482" y="121042"/>
                </a:cubicBezTo>
                <a:lnTo>
                  <a:pt x="71482" y="87734"/>
                </a:lnTo>
                <a:cubicBezTo>
                  <a:pt x="70857" y="88091"/>
                  <a:pt x="70143" y="88315"/>
                  <a:pt x="69384" y="88449"/>
                </a:cubicBezTo>
                <a:lnTo>
                  <a:pt x="41255" y="93405"/>
                </a:lnTo>
                <a:cubicBezTo>
                  <a:pt x="37371" y="94074"/>
                  <a:pt x="33531" y="91440"/>
                  <a:pt x="34156" y="87556"/>
                </a:cubicBezTo>
                <a:cubicBezTo>
                  <a:pt x="35540" y="78804"/>
                  <a:pt x="42371" y="71482"/>
                  <a:pt x="51614" y="69830"/>
                </a:cubicBezTo>
                <a:cubicBezTo>
                  <a:pt x="59293" y="68491"/>
                  <a:pt x="66749" y="71393"/>
                  <a:pt x="71527" y="76885"/>
                </a:cubicBezTo>
                <a:lnTo>
                  <a:pt x="71527" y="66749"/>
                </a:lnTo>
                <a:cubicBezTo>
                  <a:pt x="71527" y="56704"/>
                  <a:pt x="74608" y="43354"/>
                  <a:pt x="85948" y="33977"/>
                </a:cubicBezTo>
                <a:cubicBezTo>
                  <a:pt x="97557" y="24378"/>
                  <a:pt x="116175" y="14377"/>
                  <a:pt x="141714" y="9778"/>
                </a:cubicBezTo>
                <a:cubicBezTo>
                  <a:pt x="128096" y="2500"/>
                  <a:pt x="103183" y="-4509"/>
                  <a:pt x="68580" y="1563"/>
                </a:cubicBezTo>
                <a:cubicBezTo>
                  <a:pt x="32727" y="7903"/>
                  <a:pt x="11430" y="23932"/>
                  <a:pt x="1563" y="35540"/>
                </a:cubicBezTo>
                <a:cubicBezTo>
                  <a:pt x="-2456" y="40228"/>
                  <a:pt x="-3259" y="46658"/>
                  <a:pt x="-2188" y="52730"/>
                </a:cubicBezTo>
                <a:close/>
                <a:moveTo>
                  <a:pt x="92869" y="61927"/>
                </a:moveTo>
                <a:lnTo>
                  <a:pt x="92869" y="139973"/>
                </a:lnTo>
                <a:cubicBezTo>
                  <a:pt x="92869" y="176004"/>
                  <a:pt x="115416" y="208240"/>
                  <a:pt x="149304" y="220519"/>
                </a:cubicBezTo>
                <a:lnTo>
                  <a:pt x="161672" y="225028"/>
                </a:lnTo>
                <a:cubicBezTo>
                  <a:pt x="167967" y="227305"/>
                  <a:pt x="174888" y="227305"/>
                  <a:pt x="181183" y="225028"/>
                </a:cubicBezTo>
                <a:lnTo>
                  <a:pt x="193596" y="220563"/>
                </a:lnTo>
                <a:cubicBezTo>
                  <a:pt x="227484" y="208240"/>
                  <a:pt x="250031" y="176049"/>
                  <a:pt x="250031" y="139973"/>
                </a:cubicBezTo>
                <a:lnTo>
                  <a:pt x="250031" y="61927"/>
                </a:lnTo>
                <a:cubicBezTo>
                  <a:pt x="250031" y="58847"/>
                  <a:pt x="249094" y="55766"/>
                  <a:pt x="246906" y="53623"/>
                </a:cubicBezTo>
                <a:cubicBezTo>
                  <a:pt x="236815" y="43577"/>
                  <a:pt x="211991" y="28620"/>
                  <a:pt x="171450" y="28620"/>
                </a:cubicBezTo>
                <a:cubicBezTo>
                  <a:pt x="130909" y="28620"/>
                  <a:pt x="106085" y="43622"/>
                  <a:pt x="95994" y="53623"/>
                </a:cubicBezTo>
                <a:cubicBezTo>
                  <a:pt x="93806" y="55811"/>
                  <a:pt x="92869" y="58847"/>
                  <a:pt x="92869" y="61927"/>
                </a:cubicBezTo>
                <a:close/>
                <a:moveTo>
                  <a:pt x="122381" y="145465"/>
                </a:moveTo>
                <a:cubicBezTo>
                  <a:pt x="121756" y="142339"/>
                  <a:pt x="125507" y="140553"/>
                  <a:pt x="128052" y="142518"/>
                </a:cubicBezTo>
                <a:cubicBezTo>
                  <a:pt x="140062" y="151715"/>
                  <a:pt x="155109" y="157207"/>
                  <a:pt x="171450" y="157207"/>
                </a:cubicBezTo>
                <a:cubicBezTo>
                  <a:pt x="187791" y="157207"/>
                  <a:pt x="202793" y="151715"/>
                  <a:pt x="214848" y="142518"/>
                </a:cubicBezTo>
                <a:cubicBezTo>
                  <a:pt x="217393" y="140553"/>
                  <a:pt x="221144" y="142339"/>
                  <a:pt x="220519" y="145465"/>
                </a:cubicBezTo>
                <a:cubicBezTo>
                  <a:pt x="216009" y="168414"/>
                  <a:pt x="195739" y="185782"/>
                  <a:pt x="171450" y="185782"/>
                </a:cubicBezTo>
                <a:cubicBezTo>
                  <a:pt x="147161" y="185782"/>
                  <a:pt x="126891" y="168459"/>
                  <a:pt x="122381" y="145465"/>
                </a:cubicBezTo>
                <a:close/>
                <a:moveTo>
                  <a:pt x="122605" y="100146"/>
                </a:moveTo>
                <a:cubicBezTo>
                  <a:pt x="125551" y="91753"/>
                  <a:pt x="133499" y="85725"/>
                  <a:pt x="142875" y="85725"/>
                </a:cubicBezTo>
                <a:cubicBezTo>
                  <a:pt x="152251" y="85725"/>
                  <a:pt x="160243" y="91753"/>
                  <a:pt x="163145" y="100146"/>
                </a:cubicBezTo>
                <a:cubicBezTo>
                  <a:pt x="164440" y="103897"/>
                  <a:pt x="161136" y="107156"/>
                  <a:pt x="157163" y="107156"/>
                </a:cubicBezTo>
                <a:lnTo>
                  <a:pt x="128588" y="107156"/>
                </a:lnTo>
                <a:cubicBezTo>
                  <a:pt x="124658" y="107156"/>
                  <a:pt x="121310" y="103852"/>
                  <a:pt x="122605" y="100146"/>
                </a:cubicBezTo>
                <a:close/>
                <a:moveTo>
                  <a:pt x="214313" y="107156"/>
                </a:moveTo>
                <a:lnTo>
                  <a:pt x="185738" y="107156"/>
                </a:lnTo>
                <a:cubicBezTo>
                  <a:pt x="181808" y="107156"/>
                  <a:pt x="178460" y="103852"/>
                  <a:pt x="179755" y="100146"/>
                </a:cubicBezTo>
                <a:cubicBezTo>
                  <a:pt x="182657" y="91753"/>
                  <a:pt x="190649" y="85725"/>
                  <a:pt x="200025" y="85725"/>
                </a:cubicBezTo>
                <a:cubicBezTo>
                  <a:pt x="209401" y="85725"/>
                  <a:pt x="217393" y="91753"/>
                  <a:pt x="220295" y="100146"/>
                </a:cubicBezTo>
                <a:cubicBezTo>
                  <a:pt x="221590" y="103897"/>
                  <a:pt x="218286" y="107156"/>
                  <a:pt x="214313" y="107156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41"/>
          <p:cNvSpPr/>
          <p:nvPr/>
        </p:nvSpPr>
        <p:spPr>
          <a:xfrm>
            <a:off x="6153120" y="6095880"/>
            <a:ext cx="2733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1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Género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42"/>
          <p:cNvSpPr/>
          <p:nvPr/>
        </p:nvSpPr>
        <p:spPr>
          <a:xfrm>
            <a:off x="10101240" y="5562720"/>
            <a:ext cx="456480" cy="456480"/>
          </a:xfrm>
          <a:custGeom>
            <a:avLst/>
            <a:gdLst>
              <a:gd name="textAreaLeft" fmla="*/ 0 w 456480"/>
              <a:gd name="textAreaRight" fmla="*/ 457200 w 456480"/>
              <a:gd name="textAreaTop" fmla="*/ 0 h 456480"/>
              <a:gd name="textAreaBottom" fmla="*/ 457200 h 456480"/>
            </a:gdLst>
            <a:ahLst/>
            <a:cxn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E3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43"/>
          <p:cNvSpPr/>
          <p:nvPr/>
        </p:nvSpPr>
        <p:spPr>
          <a:xfrm>
            <a:off x="10229760" y="5676840"/>
            <a:ext cx="199440" cy="227880"/>
          </a:xfrm>
          <a:custGeom>
            <a:avLst/>
            <a:gdLst>
              <a:gd name="textAreaLeft" fmla="*/ 0 w 199440"/>
              <a:gd name="textAreaRight" fmla="*/ 200160 w 19944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57150" y="50006"/>
                </a:moveTo>
                <a:cubicBezTo>
                  <a:pt x="68978" y="50006"/>
                  <a:pt x="78581" y="59609"/>
                  <a:pt x="78581" y="71438"/>
                </a:cubicBezTo>
                <a:cubicBezTo>
                  <a:pt x="78581" y="83266"/>
                  <a:pt x="68978" y="92869"/>
                  <a:pt x="57150" y="92869"/>
                </a:cubicBezTo>
                <a:cubicBezTo>
                  <a:pt x="45322" y="92869"/>
                  <a:pt x="35719" y="83266"/>
                  <a:pt x="35719" y="71438"/>
                </a:cubicBezTo>
                <a:cubicBezTo>
                  <a:pt x="35719" y="59609"/>
                  <a:pt x="45322" y="50006"/>
                  <a:pt x="57150" y="50006"/>
                </a:cubicBezTo>
                <a:close/>
                <a:moveTo>
                  <a:pt x="121444" y="100013"/>
                </a:moveTo>
                <a:cubicBezTo>
                  <a:pt x="125194" y="100013"/>
                  <a:pt x="128632" y="101977"/>
                  <a:pt x="130597" y="105147"/>
                </a:cubicBezTo>
                <a:lnTo>
                  <a:pt x="169887" y="169441"/>
                </a:lnTo>
                <a:cubicBezTo>
                  <a:pt x="171896" y="172745"/>
                  <a:pt x="171986" y="176897"/>
                  <a:pt x="170111" y="180290"/>
                </a:cubicBezTo>
                <a:cubicBezTo>
                  <a:pt x="168235" y="183684"/>
                  <a:pt x="164619" y="185738"/>
                  <a:pt x="160734" y="185738"/>
                </a:cubicBezTo>
                <a:lnTo>
                  <a:pt x="39291" y="185738"/>
                </a:lnTo>
                <a:cubicBezTo>
                  <a:pt x="35317" y="185738"/>
                  <a:pt x="31611" y="183505"/>
                  <a:pt x="29781" y="179978"/>
                </a:cubicBezTo>
                <a:cubicBezTo>
                  <a:pt x="27950" y="176451"/>
                  <a:pt x="28218" y="172164"/>
                  <a:pt x="30495" y="168905"/>
                </a:cubicBezTo>
                <a:lnTo>
                  <a:pt x="55498" y="133186"/>
                </a:lnTo>
                <a:cubicBezTo>
                  <a:pt x="57507" y="130329"/>
                  <a:pt x="60767" y="128632"/>
                  <a:pt x="64294" y="128632"/>
                </a:cubicBezTo>
                <a:cubicBezTo>
                  <a:pt x="67821" y="128632"/>
                  <a:pt x="71080" y="130329"/>
                  <a:pt x="73089" y="133186"/>
                </a:cubicBezTo>
                <a:lnTo>
                  <a:pt x="84877" y="150063"/>
                </a:lnTo>
                <a:lnTo>
                  <a:pt x="112291" y="105192"/>
                </a:lnTo>
                <a:cubicBezTo>
                  <a:pt x="114255" y="102022"/>
                  <a:pt x="117693" y="100057"/>
                  <a:pt x="121444" y="100057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44"/>
          <p:cNvSpPr/>
          <p:nvPr/>
        </p:nvSpPr>
        <p:spPr>
          <a:xfrm>
            <a:off x="8962920" y="6095880"/>
            <a:ext cx="2733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1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Portada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48"/>
          <p:cNvSpPr/>
          <p:nvPr/>
        </p:nvSpPr>
        <p:spPr>
          <a:xfrm>
            <a:off x="10230120" y="5676840"/>
            <a:ext cx="199440" cy="227880"/>
          </a:xfrm>
          <a:custGeom>
            <a:avLst/>
            <a:gdLst>
              <a:gd name="textAreaLeft" fmla="*/ 0 w 199440"/>
              <a:gd name="textAreaRight" fmla="*/ 200160 w 19944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57150" y="50006"/>
                </a:moveTo>
                <a:cubicBezTo>
                  <a:pt x="68978" y="50006"/>
                  <a:pt x="78581" y="59609"/>
                  <a:pt x="78581" y="71438"/>
                </a:cubicBezTo>
                <a:cubicBezTo>
                  <a:pt x="78581" y="83266"/>
                  <a:pt x="68978" y="92869"/>
                  <a:pt x="57150" y="92869"/>
                </a:cubicBezTo>
                <a:cubicBezTo>
                  <a:pt x="45322" y="92869"/>
                  <a:pt x="35719" y="83266"/>
                  <a:pt x="35719" y="71438"/>
                </a:cubicBezTo>
                <a:cubicBezTo>
                  <a:pt x="35719" y="59609"/>
                  <a:pt x="45322" y="50006"/>
                  <a:pt x="57150" y="50006"/>
                </a:cubicBezTo>
                <a:close/>
                <a:moveTo>
                  <a:pt x="121444" y="100013"/>
                </a:moveTo>
                <a:cubicBezTo>
                  <a:pt x="125194" y="100013"/>
                  <a:pt x="128632" y="101977"/>
                  <a:pt x="130597" y="105147"/>
                </a:cubicBezTo>
                <a:lnTo>
                  <a:pt x="169887" y="169441"/>
                </a:lnTo>
                <a:cubicBezTo>
                  <a:pt x="171896" y="172745"/>
                  <a:pt x="171986" y="176897"/>
                  <a:pt x="170111" y="180290"/>
                </a:cubicBezTo>
                <a:cubicBezTo>
                  <a:pt x="168235" y="183684"/>
                  <a:pt x="164619" y="185738"/>
                  <a:pt x="160734" y="185738"/>
                </a:cubicBezTo>
                <a:lnTo>
                  <a:pt x="39291" y="185738"/>
                </a:lnTo>
                <a:cubicBezTo>
                  <a:pt x="35317" y="185738"/>
                  <a:pt x="31611" y="183505"/>
                  <a:pt x="29781" y="179978"/>
                </a:cubicBezTo>
                <a:cubicBezTo>
                  <a:pt x="27950" y="176451"/>
                  <a:pt x="28218" y="172164"/>
                  <a:pt x="30495" y="168905"/>
                </a:cubicBezTo>
                <a:lnTo>
                  <a:pt x="55498" y="133186"/>
                </a:lnTo>
                <a:cubicBezTo>
                  <a:pt x="57507" y="130329"/>
                  <a:pt x="60767" y="128632"/>
                  <a:pt x="64294" y="128632"/>
                </a:cubicBezTo>
                <a:cubicBezTo>
                  <a:pt x="67821" y="128632"/>
                  <a:pt x="71080" y="130329"/>
                  <a:pt x="73089" y="133186"/>
                </a:cubicBezTo>
                <a:lnTo>
                  <a:pt x="84877" y="150063"/>
                </a:lnTo>
                <a:lnTo>
                  <a:pt x="112291" y="105192"/>
                </a:lnTo>
                <a:cubicBezTo>
                  <a:pt x="114255" y="102022"/>
                  <a:pt x="117693" y="100057"/>
                  <a:pt x="121444" y="100057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D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343080" y="380880"/>
            <a:ext cx="11505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0" u="none" spc="119" strike="noStrike">
                <a:solidFill>
                  <a:srgbClr val="D8A25A"/>
                </a:solidFill>
                <a:effectLst/>
                <a:uFillTx/>
                <a:latin typeface="Quattrocento Sans"/>
                <a:ea typeface="Quattrocento Sans"/>
              </a:rPr>
              <a:t>ALMACENAMIENTO LOCAL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295200" y="685800"/>
            <a:ext cx="116006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90000"/>
              </a:lnSpc>
            </a:pPr>
            <a:r>
              <a:rPr lang="en-US" sz="2700" b="1" u="none" strike="noStrike">
                <a:solidFill>
                  <a:srgbClr val="F5F0E8"/>
                </a:solidFill>
                <a:effectLst/>
                <a:uFillTx/>
                <a:latin typeface="Noto Sans SC"/>
                <a:ea typeface="Noto Sans SC"/>
              </a:rPr>
              <a:t>Funciona Sin Conexión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5638680" y="1181160"/>
            <a:ext cx="913680" cy="37440"/>
          </a:xfrm>
          <a:custGeom>
            <a:avLst/>
            <a:gdLst>
              <a:gd name="textAreaLeft" fmla="*/ 0 w 913680"/>
              <a:gd name="textAreaRight" fmla="*/ 914400 w 91368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"/>
          <p:cNvSpPr/>
          <p:nvPr/>
        </p:nvSpPr>
        <p:spPr>
          <a:xfrm>
            <a:off x="399960" y="1371600"/>
            <a:ext cx="7533720" cy="1323360"/>
          </a:xfrm>
          <a:custGeom>
            <a:avLst/>
            <a:gdLst>
              <a:gd name="textAreaLeft" fmla="*/ 0 w 7533720"/>
              <a:gd name="textAreaRight" fmla="*/ 7534440 w 7533720"/>
              <a:gd name="textAreaTop" fmla="*/ 0 h 1323360"/>
              <a:gd name="textAreaBottom" fmla="*/ 1324080 h 1323360"/>
            </a:gdLst>
            <a:ahLst/>
            <a:cxnLst/>
            <a:rect l="textAreaLeft" t="textAreaTop" r="textAreaRight" b="textAreaBottom"/>
            <a:pathLst>
              <a:path w="7534275" h="1323975">
                <a:moveTo>
                  <a:pt x="38100" y="0"/>
                </a:moveTo>
                <a:lnTo>
                  <a:pt x="7419976" y="0"/>
                </a:lnTo>
                <a:cubicBezTo>
                  <a:pt x="7483102" y="0"/>
                  <a:pt x="7534275" y="51173"/>
                  <a:pt x="7534275" y="114299"/>
                </a:cubicBezTo>
                <a:lnTo>
                  <a:pt x="7534275" y="1209676"/>
                </a:lnTo>
                <a:cubicBezTo>
                  <a:pt x="7534275" y="1272802"/>
                  <a:pt x="7483102" y="1323975"/>
                  <a:pt x="7419976" y="1323975"/>
                </a:cubicBezTo>
                <a:lnTo>
                  <a:pt x="38100" y="1323975"/>
                </a:lnTo>
                <a:cubicBezTo>
                  <a:pt x="17072" y="1323975"/>
                  <a:pt x="0" y="1306903"/>
                  <a:pt x="0" y="1285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4"/>
          <p:cNvSpPr/>
          <p:nvPr/>
        </p:nvSpPr>
        <p:spPr>
          <a:xfrm>
            <a:off x="399960" y="1371600"/>
            <a:ext cx="37440" cy="1323360"/>
          </a:xfrm>
          <a:custGeom>
            <a:avLst/>
            <a:gdLst>
              <a:gd name="textAreaLeft" fmla="*/ 0 w 37440"/>
              <a:gd name="textAreaRight" fmla="*/ 38160 w 37440"/>
              <a:gd name="textAreaTop" fmla="*/ 0 h 1323360"/>
              <a:gd name="textAreaBottom" fmla="*/ 1324080 h 1323360"/>
            </a:gdLst>
            <a:ahLst/>
            <a:cxnLst/>
            <a:rect l="textAreaLeft" t="textAreaTop" r="textAreaRight" b="textAreaBottom"/>
            <a:pathLst>
              <a:path w="38100" h="1323975">
                <a:moveTo>
                  <a:pt x="38100" y="0"/>
                </a:moveTo>
                <a:lnTo>
                  <a:pt x="38100" y="0"/>
                </a:lnTo>
                <a:lnTo>
                  <a:pt x="38100" y="1323975"/>
                </a:lnTo>
                <a:lnTo>
                  <a:pt x="38100" y="1323975"/>
                </a:lnTo>
                <a:cubicBezTo>
                  <a:pt x="17072" y="1323975"/>
                  <a:pt x="0" y="1306903"/>
                  <a:pt x="0" y="1285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5"/>
          <p:cNvSpPr/>
          <p:nvPr/>
        </p:nvSpPr>
        <p:spPr>
          <a:xfrm>
            <a:off x="609480" y="1562040"/>
            <a:ext cx="532800" cy="532800"/>
          </a:xfrm>
          <a:custGeom>
            <a:avLst/>
            <a:gdLst>
              <a:gd name="textAreaLeft" fmla="*/ 0 w 532800"/>
              <a:gd name="textAreaRight" fmla="*/ 533520 w 532800"/>
              <a:gd name="textAreaTop" fmla="*/ 0 h 532800"/>
              <a:gd name="textAreaBottom" fmla="*/ 533520 h 532800"/>
            </a:gdLst>
            <a:ahLst/>
            <a:cxnLst/>
            <a:rect l="textAreaLeft" t="textAreaTop" r="textAreaRight" b="textAreaBottom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6"/>
          <p:cNvSpPr/>
          <p:nvPr/>
        </p:nvSpPr>
        <p:spPr>
          <a:xfrm>
            <a:off x="753840" y="1685880"/>
            <a:ext cx="249480" cy="285120"/>
          </a:xfrm>
          <a:custGeom>
            <a:avLst/>
            <a:gdLst>
              <a:gd name="textAreaLeft" fmla="*/ 0 w 249480"/>
              <a:gd name="textAreaRight" fmla="*/ 250200 w 249480"/>
              <a:gd name="textAreaTop" fmla="*/ 0 h 285120"/>
              <a:gd name="textAreaBottom" fmla="*/ 285840 h 285120"/>
            </a:gdLst>
            <a:ahLst/>
            <a:cxnLst/>
            <a:rect l="textAreaLeft" t="textAreaTop" r="textAreaRight" b="textAreaBottom"/>
            <a:pathLst>
              <a:path w="250031" h="285750">
                <a:moveTo>
                  <a:pt x="142875" y="17859"/>
                </a:moveTo>
                <a:cubicBezTo>
                  <a:pt x="142875" y="7981"/>
                  <a:pt x="134894" y="0"/>
                  <a:pt x="125016" y="0"/>
                </a:cubicBezTo>
                <a:cubicBezTo>
                  <a:pt x="115137" y="0"/>
                  <a:pt x="107156" y="7981"/>
                  <a:pt x="107156" y="17859"/>
                </a:cubicBezTo>
                <a:lnTo>
                  <a:pt x="107156" y="135452"/>
                </a:lnTo>
                <a:lnTo>
                  <a:pt x="84051" y="112347"/>
                </a:lnTo>
                <a:cubicBezTo>
                  <a:pt x="77074" y="105370"/>
                  <a:pt x="65745" y="105370"/>
                  <a:pt x="58769" y="112347"/>
                </a:cubicBezTo>
                <a:cubicBezTo>
                  <a:pt x="51792" y="119323"/>
                  <a:pt x="51792" y="130652"/>
                  <a:pt x="58769" y="137629"/>
                </a:cubicBezTo>
                <a:lnTo>
                  <a:pt x="112347" y="191207"/>
                </a:lnTo>
                <a:cubicBezTo>
                  <a:pt x="119323" y="198183"/>
                  <a:pt x="130652" y="198183"/>
                  <a:pt x="137629" y="191207"/>
                </a:cubicBezTo>
                <a:lnTo>
                  <a:pt x="191207" y="137629"/>
                </a:lnTo>
                <a:cubicBezTo>
                  <a:pt x="198183" y="130652"/>
                  <a:pt x="198183" y="119323"/>
                  <a:pt x="191207" y="112347"/>
                </a:cubicBezTo>
                <a:cubicBezTo>
                  <a:pt x="184231" y="105370"/>
                  <a:pt x="172901" y="105370"/>
                  <a:pt x="165925" y="112347"/>
                </a:cubicBezTo>
                <a:lnTo>
                  <a:pt x="142875" y="135452"/>
                </a:lnTo>
                <a:lnTo>
                  <a:pt x="142875" y="17859"/>
                </a:lnTo>
                <a:close/>
                <a:moveTo>
                  <a:pt x="35719" y="178594"/>
                </a:moveTo>
                <a:cubicBezTo>
                  <a:pt x="16018" y="178594"/>
                  <a:pt x="0" y="194611"/>
                  <a:pt x="0" y="214313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214313"/>
                </a:lnTo>
                <a:cubicBezTo>
                  <a:pt x="250031" y="194611"/>
                  <a:pt x="234014" y="178594"/>
                  <a:pt x="214313" y="178594"/>
                </a:cubicBezTo>
                <a:lnTo>
                  <a:pt x="188137" y="178594"/>
                </a:lnTo>
                <a:lnTo>
                  <a:pt x="156549" y="210183"/>
                </a:lnTo>
                <a:cubicBezTo>
                  <a:pt x="139136" y="227595"/>
                  <a:pt x="110840" y="227595"/>
                  <a:pt x="93427" y="210183"/>
                </a:cubicBezTo>
                <a:lnTo>
                  <a:pt x="61894" y="178594"/>
                </a:lnTo>
                <a:lnTo>
                  <a:pt x="35719" y="178594"/>
                </a:lnTo>
                <a:close/>
                <a:moveTo>
                  <a:pt x="205383" y="209848"/>
                </a:moveTo>
                <a:cubicBezTo>
                  <a:pt x="212775" y="209848"/>
                  <a:pt x="218777" y="215850"/>
                  <a:pt x="218777" y="223242"/>
                </a:cubicBezTo>
                <a:cubicBezTo>
                  <a:pt x="218777" y="230635"/>
                  <a:pt x="212775" y="236637"/>
                  <a:pt x="205383" y="236637"/>
                </a:cubicBezTo>
                <a:cubicBezTo>
                  <a:pt x="197990" y="236637"/>
                  <a:pt x="191988" y="230635"/>
                  <a:pt x="191988" y="223242"/>
                </a:cubicBezTo>
                <a:cubicBezTo>
                  <a:pt x="191988" y="215850"/>
                  <a:pt x="197990" y="209848"/>
                  <a:pt x="205383" y="209848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1295280" y="1562040"/>
            <a:ext cx="65620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en-US" sz="18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Descarga en Background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1295280" y="1943280"/>
            <a:ext cx="653328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3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Las portadas se descargan </a:t>
            </a:r>
            <a:r>
              <a:rPr lang="en-US" sz="135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automáticamente en segundo plano</a:t>
            </a:r>
            <a:r>
              <a:rPr lang="en-US" sz="13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 usando WorkManager, sin interrumpir tu experiencia.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9"/>
          <p:cNvSpPr/>
          <p:nvPr/>
        </p:nvSpPr>
        <p:spPr>
          <a:xfrm>
            <a:off x="380880" y="2862360"/>
            <a:ext cx="3704400" cy="1618560"/>
          </a:xfrm>
          <a:custGeom>
            <a:avLst/>
            <a:gdLst>
              <a:gd name="textAreaLeft" fmla="*/ 0 w 3704400"/>
              <a:gd name="textAreaRight" fmla="*/ 3705120 w 3704400"/>
              <a:gd name="textAreaTop" fmla="*/ 0 h 1618560"/>
              <a:gd name="textAreaBottom" fmla="*/ 1619280 h 1618560"/>
            </a:gdLst>
            <a:ahLst/>
            <a:cxnLst/>
            <a:rect l="textAreaLeft" t="textAreaTop" r="textAreaRight" b="textAreaBottom"/>
            <a:pathLst>
              <a:path w="3705225" h="16192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504947"/>
                </a:lnTo>
                <a:cubicBezTo>
                  <a:pt x="3705225" y="1568033"/>
                  <a:pt x="3654008" y="1619250"/>
                  <a:pt x="3590922" y="1619250"/>
                </a:cubicBezTo>
                <a:lnTo>
                  <a:pt x="114303" y="1619250"/>
                </a:lnTo>
                <a:cubicBezTo>
                  <a:pt x="51217" y="1619250"/>
                  <a:pt x="0" y="1568033"/>
                  <a:pt x="0" y="15049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0"/>
          <p:cNvSpPr/>
          <p:nvPr/>
        </p:nvSpPr>
        <p:spPr>
          <a:xfrm>
            <a:off x="380880" y="2862360"/>
            <a:ext cx="3704400" cy="37440"/>
          </a:xfrm>
          <a:custGeom>
            <a:avLst/>
            <a:gdLst>
              <a:gd name="textAreaLeft" fmla="*/ 0 w 3704400"/>
              <a:gd name="textAreaRight" fmla="*/ 3705120 w 370440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1"/>
          <p:cNvSpPr/>
          <p:nvPr/>
        </p:nvSpPr>
        <p:spPr>
          <a:xfrm>
            <a:off x="561960" y="3052800"/>
            <a:ext cx="227880" cy="227880"/>
          </a:xfrm>
          <a:custGeom>
            <a:avLst/>
            <a:gdLst>
              <a:gd name="textAreaLeft" fmla="*/ 0 w 227880"/>
              <a:gd name="textAreaRight" fmla="*/ 228600 w 22788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28600" h="228600">
                <a:moveTo>
                  <a:pt x="196230" y="3125"/>
                </a:moveTo>
                <a:cubicBezTo>
                  <a:pt x="200427" y="-1072"/>
                  <a:pt x="207213" y="-1072"/>
                  <a:pt x="211366" y="3125"/>
                </a:cubicBezTo>
                <a:lnTo>
                  <a:pt x="225653" y="17413"/>
                </a:lnTo>
                <a:cubicBezTo>
                  <a:pt x="229850" y="21610"/>
                  <a:pt x="229850" y="28396"/>
                  <a:pt x="225653" y="32549"/>
                </a:cubicBezTo>
                <a:lnTo>
                  <a:pt x="186809" y="71393"/>
                </a:lnTo>
                <a:lnTo>
                  <a:pt x="204222" y="88806"/>
                </a:lnTo>
                <a:cubicBezTo>
                  <a:pt x="207303" y="91886"/>
                  <a:pt x="208196" y="96485"/>
                  <a:pt x="206544" y="100504"/>
                </a:cubicBezTo>
                <a:cubicBezTo>
                  <a:pt x="204892" y="104522"/>
                  <a:pt x="201007" y="107156"/>
                  <a:pt x="196676" y="107156"/>
                </a:cubicBezTo>
                <a:lnTo>
                  <a:pt x="132383" y="107156"/>
                </a:lnTo>
                <a:cubicBezTo>
                  <a:pt x="126444" y="107156"/>
                  <a:pt x="121667" y="102379"/>
                  <a:pt x="121667" y="96441"/>
                </a:cubicBezTo>
                <a:lnTo>
                  <a:pt x="121667" y="32147"/>
                </a:lnTo>
                <a:cubicBezTo>
                  <a:pt x="121667" y="27816"/>
                  <a:pt x="124257" y="23887"/>
                  <a:pt x="128275" y="22235"/>
                </a:cubicBezTo>
                <a:cubicBezTo>
                  <a:pt x="132293" y="20583"/>
                  <a:pt x="136892" y="21476"/>
                  <a:pt x="139973" y="24557"/>
                </a:cubicBezTo>
                <a:lnTo>
                  <a:pt x="157386" y="41970"/>
                </a:lnTo>
                <a:lnTo>
                  <a:pt x="196230" y="3125"/>
                </a:lnTo>
                <a:close/>
                <a:moveTo>
                  <a:pt x="32370" y="121444"/>
                </a:moveTo>
                <a:lnTo>
                  <a:pt x="96664" y="121444"/>
                </a:lnTo>
                <a:cubicBezTo>
                  <a:pt x="102602" y="121444"/>
                  <a:pt x="107379" y="126221"/>
                  <a:pt x="107379" y="132159"/>
                </a:cubicBezTo>
                <a:lnTo>
                  <a:pt x="107379" y="196453"/>
                </a:lnTo>
                <a:cubicBezTo>
                  <a:pt x="107379" y="200784"/>
                  <a:pt x="104790" y="204713"/>
                  <a:pt x="100772" y="206365"/>
                </a:cubicBezTo>
                <a:cubicBezTo>
                  <a:pt x="96753" y="208017"/>
                  <a:pt x="92154" y="207124"/>
                  <a:pt x="89074" y="204043"/>
                </a:cubicBezTo>
                <a:lnTo>
                  <a:pt x="71661" y="186630"/>
                </a:lnTo>
                <a:lnTo>
                  <a:pt x="32817" y="225475"/>
                </a:lnTo>
                <a:cubicBezTo>
                  <a:pt x="28620" y="229672"/>
                  <a:pt x="21833" y="229672"/>
                  <a:pt x="17681" y="225475"/>
                </a:cubicBezTo>
                <a:lnTo>
                  <a:pt x="3393" y="211187"/>
                </a:lnTo>
                <a:cubicBezTo>
                  <a:pt x="-804" y="206990"/>
                  <a:pt x="-804" y="200204"/>
                  <a:pt x="3393" y="196051"/>
                </a:cubicBezTo>
                <a:lnTo>
                  <a:pt x="42237" y="157207"/>
                </a:lnTo>
                <a:lnTo>
                  <a:pt x="24825" y="139794"/>
                </a:lnTo>
                <a:cubicBezTo>
                  <a:pt x="21744" y="136714"/>
                  <a:pt x="20851" y="132115"/>
                  <a:pt x="22503" y="128096"/>
                </a:cubicBezTo>
                <a:cubicBezTo>
                  <a:pt x="24155" y="124078"/>
                  <a:pt x="28039" y="121444"/>
                  <a:pt x="32370" y="121444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2"/>
          <p:cNvSpPr/>
          <p:nvPr/>
        </p:nvSpPr>
        <p:spPr>
          <a:xfrm>
            <a:off x="933480" y="3033720"/>
            <a:ext cx="200916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Compresión Inteligente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3"/>
          <p:cNvSpPr/>
          <p:nvPr/>
        </p:nvSpPr>
        <p:spPr>
          <a:xfrm>
            <a:off x="533520" y="3414600"/>
            <a:ext cx="6757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Tamaño: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3155400" y="3414600"/>
            <a:ext cx="847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100×150px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5"/>
          <p:cNvSpPr/>
          <p:nvPr/>
        </p:nvSpPr>
        <p:spPr>
          <a:xfrm>
            <a:off x="533520" y="3719520"/>
            <a:ext cx="685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Formato: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6"/>
          <p:cNvSpPr/>
          <p:nvPr/>
        </p:nvSpPr>
        <p:spPr>
          <a:xfrm>
            <a:off x="3193560" y="3719520"/>
            <a:ext cx="808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JPEG Q60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7"/>
          <p:cNvSpPr/>
          <p:nvPr/>
        </p:nvSpPr>
        <p:spPr>
          <a:xfrm>
            <a:off x="533520" y="4024440"/>
            <a:ext cx="465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Peso: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8"/>
          <p:cNvSpPr/>
          <p:nvPr/>
        </p:nvSpPr>
        <p:spPr>
          <a:xfrm>
            <a:off x="3494520" y="4024440"/>
            <a:ext cx="5137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~8 KB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9"/>
          <p:cNvSpPr/>
          <p:nvPr/>
        </p:nvSpPr>
        <p:spPr>
          <a:xfrm>
            <a:off x="4235400" y="2862360"/>
            <a:ext cx="3704400" cy="1618560"/>
          </a:xfrm>
          <a:custGeom>
            <a:avLst/>
            <a:gdLst>
              <a:gd name="textAreaLeft" fmla="*/ 0 w 3704400"/>
              <a:gd name="textAreaRight" fmla="*/ 3705120 w 3704400"/>
              <a:gd name="textAreaTop" fmla="*/ 0 h 1618560"/>
              <a:gd name="textAreaBottom" fmla="*/ 1619280 h 1618560"/>
            </a:gdLst>
            <a:ahLst/>
            <a:cxnLst/>
            <a:rect l="textAreaLeft" t="textAreaTop" r="textAreaRight" b="textAreaBottom"/>
            <a:pathLst>
              <a:path w="3705225" h="16192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504947"/>
                </a:lnTo>
                <a:cubicBezTo>
                  <a:pt x="3705225" y="1568033"/>
                  <a:pt x="3654008" y="1619250"/>
                  <a:pt x="3590922" y="1619250"/>
                </a:cubicBezTo>
                <a:lnTo>
                  <a:pt x="114303" y="1619250"/>
                </a:lnTo>
                <a:cubicBezTo>
                  <a:pt x="51217" y="1619250"/>
                  <a:pt x="0" y="1568033"/>
                  <a:pt x="0" y="15049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0"/>
          <p:cNvSpPr/>
          <p:nvPr/>
        </p:nvSpPr>
        <p:spPr>
          <a:xfrm>
            <a:off x="4235400" y="2862360"/>
            <a:ext cx="3704400" cy="37440"/>
          </a:xfrm>
          <a:custGeom>
            <a:avLst/>
            <a:gdLst>
              <a:gd name="textAreaLeft" fmla="*/ 0 w 3704400"/>
              <a:gd name="textAreaRight" fmla="*/ 3705120 w 370440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1"/>
          <p:cNvSpPr/>
          <p:nvPr/>
        </p:nvSpPr>
        <p:spPr>
          <a:xfrm>
            <a:off x="4402080" y="3052800"/>
            <a:ext cx="256320" cy="227880"/>
          </a:xfrm>
          <a:custGeom>
            <a:avLst/>
            <a:gdLst>
              <a:gd name="textAreaLeft" fmla="*/ 0 w 256320"/>
              <a:gd name="textAreaRight" fmla="*/ 257040 w 25632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57175" h="228600">
                <a:moveTo>
                  <a:pt x="25003" y="100727"/>
                </a:moveTo>
                <a:lnTo>
                  <a:pt x="14466" y="132249"/>
                </a:lnTo>
                <a:lnTo>
                  <a:pt x="14466" y="42863"/>
                </a:lnTo>
                <a:cubicBezTo>
                  <a:pt x="14466" y="27102"/>
                  <a:pt x="27280" y="14288"/>
                  <a:pt x="43041" y="14288"/>
                </a:cubicBezTo>
                <a:lnTo>
                  <a:pt x="104968" y="14288"/>
                </a:lnTo>
                <a:cubicBezTo>
                  <a:pt x="111130" y="14288"/>
                  <a:pt x="117157" y="16297"/>
                  <a:pt x="122113" y="20003"/>
                </a:cubicBezTo>
                <a:lnTo>
                  <a:pt x="139258" y="32861"/>
                </a:lnTo>
                <a:cubicBezTo>
                  <a:pt x="141714" y="34736"/>
                  <a:pt x="144750" y="35719"/>
                  <a:pt x="147831" y="35719"/>
                </a:cubicBezTo>
                <a:lnTo>
                  <a:pt x="200204" y="35719"/>
                </a:lnTo>
                <a:cubicBezTo>
                  <a:pt x="215964" y="35719"/>
                  <a:pt x="228779" y="48533"/>
                  <a:pt x="228779" y="64294"/>
                </a:cubicBezTo>
                <a:lnTo>
                  <a:pt x="228779" y="71438"/>
                </a:lnTo>
                <a:lnTo>
                  <a:pt x="65633" y="71438"/>
                </a:lnTo>
                <a:cubicBezTo>
                  <a:pt x="47193" y="71438"/>
                  <a:pt x="30807" y="83225"/>
                  <a:pt x="24958" y="100727"/>
                </a:cubicBezTo>
                <a:close/>
                <a:moveTo>
                  <a:pt x="213330" y="200025"/>
                </a:moveTo>
                <a:lnTo>
                  <a:pt x="44202" y="200025"/>
                </a:lnTo>
                <a:cubicBezTo>
                  <a:pt x="29557" y="200025"/>
                  <a:pt x="19243" y="185693"/>
                  <a:pt x="23887" y="171807"/>
                </a:cubicBezTo>
                <a:lnTo>
                  <a:pt x="45318" y="107513"/>
                </a:lnTo>
                <a:cubicBezTo>
                  <a:pt x="48220" y="98762"/>
                  <a:pt x="56436" y="92869"/>
                  <a:pt x="65633" y="92869"/>
                </a:cubicBezTo>
                <a:lnTo>
                  <a:pt x="234761" y="92869"/>
                </a:lnTo>
                <a:cubicBezTo>
                  <a:pt x="249406" y="92869"/>
                  <a:pt x="259720" y="107201"/>
                  <a:pt x="255077" y="121087"/>
                </a:cubicBezTo>
                <a:lnTo>
                  <a:pt x="233645" y="185380"/>
                </a:lnTo>
                <a:cubicBezTo>
                  <a:pt x="230743" y="194131"/>
                  <a:pt x="222528" y="200025"/>
                  <a:pt x="213330" y="200025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2"/>
          <p:cNvSpPr/>
          <p:nvPr/>
        </p:nvSpPr>
        <p:spPr>
          <a:xfrm>
            <a:off x="4788000" y="3033720"/>
            <a:ext cx="14662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Almacenamiento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3"/>
          <p:cNvSpPr/>
          <p:nvPr/>
        </p:nvSpPr>
        <p:spPr>
          <a:xfrm>
            <a:off x="4387680" y="3414600"/>
            <a:ext cx="3475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Portadas guardadas en </a:t>
            </a:r>
            <a:r>
              <a:rPr lang="en-US" sz="12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almacenamiento interno</a:t>
            </a: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: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4"/>
          <p:cNvSpPr/>
          <p:nvPr/>
        </p:nvSpPr>
        <p:spPr>
          <a:xfrm>
            <a:off x="4387680" y="3986280"/>
            <a:ext cx="3399840" cy="342360"/>
          </a:xfrm>
          <a:custGeom>
            <a:avLst/>
            <a:gdLst>
              <a:gd name="textAreaLeft" fmla="*/ 0 w 3399840"/>
              <a:gd name="textAreaRight" fmla="*/ 3400560 w 3399840"/>
              <a:gd name="textAreaTop" fmla="*/ 0 h 342360"/>
              <a:gd name="textAreaBottom" fmla="*/ 343080 h 342360"/>
            </a:gdLst>
            <a:ahLst/>
            <a:cxnLst/>
            <a:rect l="textAreaLeft" t="textAreaTop" r="textAreaRight" b="textAreaBottom"/>
            <a:pathLst>
              <a:path w="3400425" h="342900">
                <a:moveTo>
                  <a:pt x="76199" y="0"/>
                </a:moveTo>
                <a:lnTo>
                  <a:pt x="3324226" y="0"/>
                </a:lnTo>
                <a:cubicBezTo>
                  <a:pt x="3366309" y="0"/>
                  <a:pt x="3400425" y="34116"/>
                  <a:pt x="3400425" y="76199"/>
                </a:cubicBezTo>
                <a:lnTo>
                  <a:pt x="3400425" y="266701"/>
                </a:lnTo>
                <a:cubicBezTo>
                  <a:pt x="3400425" y="308784"/>
                  <a:pt x="3366309" y="342900"/>
                  <a:pt x="33242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5"/>
          <p:cNvSpPr/>
          <p:nvPr/>
        </p:nvSpPr>
        <p:spPr>
          <a:xfrm>
            <a:off x="4387680" y="3986280"/>
            <a:ext cx="34664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76320" rIns="76320" bIns="76320" anchor="ctr">
            <a:noAutofit/>
          </a:bodyPr>
          <a:p>
            <a:pPr>
              <a:lnSpc>
                <a:spcPct val="120000"/>
              </a:lnSpc>
            </a:pPr>
            <a:r>
              <a:rPr lang="en-US" sz="1050" b="0" u="none" strike="noStrike">
                <a:solidFill>
                  <a:srgbClr val="D8A25A"/>
                </a:solidFill>
                <a:effectLst/>
                <a:uFillTx/>
                <a:latin typeface="MiSans"/>
                <a:ea typeface="MiSans"/>
              </a:rPr>
              <a:t>filesDir/covers/ {isbn}.jpg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6"/>
          <p:cNvSpPr/>
          <p:nvPr/>
        </p:nvSpPr>
        <p:spPr>
          <a:xfrm>
            <a:off x="380880" y="4633920"/>
            <a:ext cx="7552440" cy="837360"/>
          </a:xfrm>
          <a:custGeom>
            <a:avLst/>
            <a:gdLst>
              <a:gd name="textAreaLeft" fmla="*/ 0 w 7552440"/>
              <a:gd name="textAreaRight" fmla="*/ 7553160 w 7552440"/>
              <a:gd name="textAreaTop" fmla="*/ 0 h 837360"/>
              <a:gd name="textAreaBottom" fmla="*/ 838080 h 837360"/>
            </a:gdLst>
            <a:ahLst/>
            <a:cxnLst/>
            <a:rect l="textAreaLeft" t="textAreaTop" r="textAreaRight" b="textAreaBottom"/>
            <a:pathLst>
              <a:path w="7553325" h="838200">
                <a:moveTo>
                  <a:pt x="114297" y="0"/>
                </a:moveTo>
                <a:lnTo>
                  <a:pt x="7439028" y="0"/>
                </a:lnTo>
                <a:cubicBezTo>
                  <a:pt x="7502153" y="0"/>
                  <a:pt x="7553325" y="51172"/>
                  <a:pt x="7553325" y="114297"/>
                </a:cubicBezTo>
                <a:lnTo>
                  <a:pt x="7553325" y="723903"/>
                </a:lnTo>
                <a:cubicBezTo>
                  <a:pt x="7553325" y="787028"/>
                  <a:pt x="7502153" y="838200"/>
                  <a:pt x="7439028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7"/>
          <p:cNvSpPr/>
          <p:nvPr/>
        </p:nvSpPr>
        <p:spPr>
          <a:xfrm>
            <a:off x="533520" y="4824360"/>
            <a:ext cx="456480" cy="456480"/>
          </a:xfrm>
          <a:custGeom>
            <a:avLst/>
            <a:gdLst>
              <a:gd name="textAreaLeft" fmla="*/ 0 w 456480"/>
              <a:gd name="textAreaRight" fmla="*/ 457200 w 456480"/>
              <a:gd name="textAreaTop" fmla="*/ 0 h 456480"/>
              <a:gd name="textAreaBottom" fmla="*/ 457200 h 456480"/>
            </a:gdLst>
            <a:ahLst/>
            <a:cxn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8"/>
          <p:cNvSpPr/>
          <p:nvPr/>
        </p:nvSpPr>
        <p:spPr>
          <a:xfrm>
            <a:off x="647640" y="4938840"/>
            <a:ext cx="227880" cy="227880"/>
          </a:xfrm>
          <a:custGeom>
            <a:avLst/>
            <a:gdLst>
              <a:gd name="textAreaLeft" fmla="*/ 0 w 227880"/>
              <a:gd name="textAreaRight" fmla="*/ 228600 w 22788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28600" h="228600">
                <a:moveTo>
                  <a:pt x="194980" y="33352"/>
                </a:moveTo>
                <a:lnTo>
                  <a:pt x="200025" y="38130"/>
                </a:lnTo>
                <a:lnTo>
                  <a:pt x="200025" y="14288"/>
                </a:lnTo>
                <a:cubicBezTo>
                  <a:pt x="200025" y="6385"/>
                  <a:pt x="206410" y="0"/>
                  <a:pt x="214313" y="0"/>
                </a:cubicBezTo>
                <a:cubicBezTo>
                  <a:pt x="222215" y="0"/>
                  <a:pt x="228600" y="6385"/>
                  <a:pt x="228600" y="14288"/>
                </a:cubicBezTo>
                <a:lnTo>
                  <a:pt x="228600" y="71438"/>
                </a:lnTo>
                <a:cubicBezTo>
                  <a:pt x="228600" y="79340"/>
                  <a:pt x="222215" y="85725"/>
                  <a:pt x="214313" y="85725"/>
                </a:cubicBezTo>
                <a:lnTo>
                  <a:pt x="157163" y="85725"/>
                </a:lnTo>
                <a:cubicBezTo>
                  <a:pt x="149260" y="85725"/>
                  <a:pt x="142875" y="79340"/>
                  <a:pt x="142875" y="71438"/>
                </a:cubicBezTo>
                <a:cubicBezTo>
                  <a:pt x="142875" y="63535"/>
                  <a:pt x="149260" y="57150"/>
                  <a:pt x="157163" y="57150"/>
                </a:cubicBezTo>
                <a:lnTo>
                  <a:pt x="178549" y="57150"/>
                </a:lnTo>
                <a:lnTo>
                  <a:pt x="175156" y="53935"/>
                </a:lnTo>
                <a:cubicBezTo>
                  <a:pt x="175067" y="53846"/>
                  <a:pt x="174977" y="53757"/>
                  <a:pt x="174888" y="53667"/>
                </a:cubicBezTo>
                <a:cubicBezTo>
                  <a:pt x="141402" y="20181"/>
                  <a:pt x="87154" y="20181"/>
                  <a:pt x="53667" y="53667"/>
                </a:cubicBezTo>
                <a:cubicBezTo>
                  <a:pt x="20181" y="87154"/>
                  <a:pt x="20181" y="141402"/>
                  <a:pt x="53667" y="174888"/>
                </a:cubicBezTo>
                <a:cubicBezTo>
                  <a:pt x="87154" y="208374"/>
                  <a:pt x="141402" y="208374"/>
                  <a:pt x="174888" y="174888"/>
                </a:cubicBezTo>
                <a:cubicBezTo>
                  <a:pt x="178549" y="171227"/>
                  <a:pt x="181808" y="167342"/>
                  <a:pt x="184666" y="163235"/>
                </a:cubicBezTo>
                <a:cubicBezTo>
                  <a:pt x="189175" y="156761"/>
                  <a:pt x="198105" y="155198"/>
                  <a:pt x="204579" y="159707"/>
                </a:cubicBezTo>
                <a:cubicBezTo>
                  <a:pt x="211053" y="164217"/>
                  <a:pt x="212616" y="173147"/>
                  <a:pt x="208106" y="179621"/>
                </a:cubicBezTo>
                <a:cubicBezTo>
                  <a:pt x="204311" y="185068"/>
                  <a:pt x="199980" y="190247"/>
                  <a:pt x="195114" y="195114"/>
                </a:cubicBezTo>
                <a:cubicBezTo>
                  <a:pt x="150465" y="239762"/>
                  <a:pt x="78090" y="239762"/>
                  <a:pt x="33486" y="195114"/>
                </a:cubicBezTo>
                <a:cubicBezTo>
                  <a:pt x="-11117" y="150465"/>
                  <a:pt x="-11162" y="78135"/>
                  <a:pt x="33486" y="33486"/>
                </a:cubicBezTo>
                <a:cubicBezTo>
                  <a:pt x="78090" y="-11117"/>
                  <a:pt x="150331" y="-11162"/>
                  <a:pt x="194980" y="33352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9"/>
          <p:cNvSpPr/>
          <p:nvPr/>
        </p:nvSpPr>
        <p:spPr>
          <a:xfrm>
            <a:off x="1143000" y="4786200"/>
            <a:ext cx="40284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350" b="1" u="none" strike="noStrike">
                <a:solidFill>
                  <a:srgbClr val="E8B87D"/>
                </a:solidFill>
                <a:effectLst/>
                <a:uFillTx/>
                <a:latin typeface="MiSans"/>
                <a:ea typeface="MiSans"/>
              </a:rPr>
              <a:t>Re-descarga Automática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0"/>
          <p:cNvSpPr/>
          <p:nvPr/>
        </p:nvSpPr>
        <p:spPr>
          <a:xfrm>
            <a:off x="1143000" y="5091120"/>
            <a:ext cx="4018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Al arrancar la app, se reintentan las descargas pendientes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31"/>
          <p:cNvSpPr/>
          <p:nvPr/>
        </p:nvSpPr>
        <p:spPr>
          <a:xfrm>
            <a:off x="8137440" y="1380960"/>
            <a:ext cx="3666240" cy="5085720"/>
          </a:xfrm>
          <a:custGeom>
            <a:avLst/>
            <a:gdLst>
              <a:gd name="textAreaLeft" fmla="*/ 0 w 3666240"/>
              <a:gd name="textAreaRight" fmla="*/ 3666960 w 3666240"/>
              <a:gd name="textAreaTop" fmla="*/ 0 h 5085720"/>
              <a:gd name="textAreaBottom" fmla="*/ 5086440 h 5085720"/>
            </a:gdLst>
            <a:ahLst/>
            <a:cxnLst/>
            <a:rect l="textAreaLeft" t="textAreaTop" r="textAreaRight" b="textAreaBottom"/>
            <a:pathLst>
              <a:path w="3667125" h="5086350">
                <a:moveTo>
                  <a:pt x="114304" y="0"/>
                </a:moveTo>
                <a:lnTo>
                  <a:pt x="3552821" y="0"/>
                </a:lnTo>
                <a:cubicBezTo>
                  <a:pt x="3615949" y="0"/>
                  <a:pt x="3667125" y="51176"/>
                  <a:pt x="3667125" y="114304"/>
                </a:cubicBezTo>
                <a:lnTo>
                  <a:pt x="3667125" y="4972046"/>
                </a:lnTo>
                <a:cubicBezTo>
                  <a:pt x="3667125" y="5035174"/>
                  <a:pt x="3615949" y="5086350"/>
                  <a:pt x="3552821" y="5086350"/>
                </a:cubicBezTo>
                <a:lnTo>
                  <a:pt x="114304" y="5086350"/>
                </a:lnTo>
                <a:cubicBezTo>
                  <a:pt x="51176" y="5086350"/>
                  <a:pt x="0" y="5035174"/>
                  <a:pt x="0" y="497204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D8A25A">
              <a:alpha val="10000"/>
            </a:srgbClr>
          </a:solidFill>
          <a:ln w="25400">
            <a:solidFill>
              <a:srgbClr val="D8A2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32"/>
          <p:cNvSpPr/>
          <p:nvPr/>
        </p:nvSpPr>
        <p:spPr>
          <a:xfrm>
            <a:off x="9648000" y="2066760"/>
            <a:ext cx="642240" cy="570960"/>
          </a:xfrm>
          <a:custGeom>
            <a:avLst/>
            <a:gdLst>
              <a:gd name="textAreaLeft" fmla="*/ 0 w 642240"/>
              <a:gd name="textAreaRight" fmla="*/ 642960 w 642240"/>
              <a:gd name="textAreaTop" fmla="*/ 0 h 570960"/>
              <a:gd name="textAreaBottom" fmla="*/ 571680 h 570960"/>
            </a:gdLst>
            <a:ahLst/>
            <a:cxnLst/>
            <a:rect l="textAreaLeft" t="textAreaTop" r="textAreaRight" b="textAreaBottom"/>
            <a:pathLst>
              <a:path w="642938" h="571500">
                <a:moveTo>
                  <a:pt x="580430" y="223242"/>
                </a:moveTo>
                <a:cubicBezTo>
                  <a:pt x="614921" y="223242"/>
                  <a:pt x="642938" y="251259"/>
                  <a:pt x="642938" y="285750"/>
                </a:cubicBezTo>
                <a:cubicBezTo>
                  <a:pt x="642938" y="320241"/>
                  <a:pt x="614921" y="348258"/>
                  <a:pt x="580430" y="348258"/>
                </a:cubicBezTo>
                <a:lnTo>
                  <a:pt x="438336" y="348258"/>
                </a:lnTo>
                <a:lnTo>
                  <a:pt x="260635" y="542032"/>
                </a:lnTo>
                <a:cubicBezTo>
                  <a:pt x="253826" y="549399"/>
                  <a:pt x="244339" y="553641"/>
                  <a:pt x="234293" y="553641"/>
                </a:cubicBezTo>
                <a:lnTo>
                  <a:pt x="185514" y="553641"/>
                </a:lnTo>
                <a:cubicBezTo>
                  <a:pt x="173348" y="553641"/>
                  <a:pt x="164753" y="541697"/>
                  <a:pt x="168548" y="530089"/>
                </a:cubicBezTo>
                <a:lnTo>
                  <a:pt x="229158" y="348258"/>
                </a:lnTo>
                <a:lnTo>
                  <a:pt x="117872" y="348258"/>
                </a:lnTo>
                <a:lnTo>
                  <a:pt x="58936" y="421928"/>
                </a:lnTo>
                <a:cubicBezTo>
                  <a:pt x="55587" y="426169"/>
                  <a:pt x="50453" y="428625"/>
                  <a:pt x="44983" y="428625"/>
                </a:cubicBezTo>
                <a:lnTo>
                  <a:pt x="22882" y="428625"/>
                </a:lnTo>
                <a:cubicBezTo>
                  <a:pt x="11274" y="428625"/>
                  <a:pt x="2791" y="417686"/>
                  <a:pt x="5581" y="406412"/>
                </a:cubicBezTo>
                <a:lnTo>
                  <a:pt x="35719" y="285750"/>
                </a:lnTo>
                <a:lnTo>
                  <a:pt x="5581" y="165088"/>
                </a:lnTo>
                <a:cubicBezTo>
                  <a:pt x="2679" y="153814"/>
                  <a:pt x="11274" y="142875"/>
                  <a:pt x="22882" y="142875"/>
                </a:cubicBezTo>
                <a:lnTo>
                  <a:pt x="44983" y="142875"/>
                </a:lnTo>
                <a:cubicBezTo>
                  <a:pt x="50453" y="142875"/>
                  <a:pt x="55587" y="145331"/>
                  <a:pt x="58936" y="149572"/>
                </a:cubicBezTo>
                <a:lnTo>
                  <a:pt x="117872" y="223242"/>
                </a:lnTo>
                <a:lnTo>
                  <a:pt x="229158" y="223242"/>
                </a:lnTo>
                <a:lnTo>
                  <a:pt x="168548" y="41411"/>
                </a:lnTo>
                <a:cubicBezTo>
                  <a:pt x="164753" y="29803"/>
                  <a:pt x="173348" y="17859"/>
                  <a:pt x="185514" y="17859"/>
                </a:cubicBezTo>
                <a:lnTo>
                  <a:pt x="234293" y="17859"/>
                </a:lnTo>
                <a:cubicBezTo>
                  <a:pt x="244339" y="17859"/>
                  <a:pt x="253826" y="22101"/>
                  <a:pt x="260635" y="29468"/>
                </a:cubicBezTo>
                <a:lnTo>
                  <a:pt x="438336" y="223242"/>
                </a:lnTo>
                <a:lnTo>
                  <a:pt x="580430" y="223242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3"/>
          <p:cNvSpPr/>
          <p:nvPr/>
        </p:nvSpPr>
        <p:spPr>
          <a:xfrm>
            <a:off x="9139680" y="2790720"/>
            <a:ext cx="16567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225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Modo Avión</a:t>
            </a:r>
            <a:endParaRPr lang="es-E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4"/>
          <p:cNvSpPr/>
          <p:nvPr/>
        </p:nvSpPr>
        <p:spPr>
          <a:xfrm>
            <a:off x="8327880" y="3286080"/>
            <a:ext cx="3285360" cy="12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40000"/>
              </a:lnSpc>
            </a:pPr>
            <a:r>
              <a:rPr lang="en-US" sz="15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Visualiza tu colección </a:t>
            </a: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completamente offline</a:t>
            </a:r>
            <a:r>
              <a:rPr lang="en-US" sz="15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. Todas las portadas disponibles sin conexión a internet.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5"/>
          <p:cNvSpPr/>
          <p:nvPr/>
        </p:nvSpPr>
        <p:spPr>
          <a:xfrm>
            <a:off x="9392760" y="4791240"/>
            <a:ext cx="189720" cy="189720"/>
          </a:xfrm>
          <a:custGeom>
            <a:avLst/>
            <a:gdLst>
              <a:gd name="textAreaLeft" fmla="*/ 0 w 189720"/>
              <a:gd name="textAreaRight" fmla="*/ 190440 w 189720"/>
              <a:gd name="textAreaTop" fmla="*/ 0 h 189720"/>
              <a:gd name="textAreaBottom" fmla="*/ 190440 h 189720"/>
            </a:gdLst>
            <a:ahLst/>
            <a:cxnLst/>
            <a:rect l="textAreaLeft" t="textAreaTop" r="textAreaRight" b="textAreaBottom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6"/>
          <p:cNvSpPr/>
          <p:nvPr/>
        </p:nvSpPr>
        <p:spPr>
          <a:xfrm>
            <a:off x="9678600" y="4753080"/>
            <a:ext cx="93276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3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En el avión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37"/>
          <p:cNvSpPr/>
          <p:nvPr/>
        </p:nvSpPr>
        <p:spPr>
          <a:xfrm>
            <a:off x="9173880" y="5172120"/>
            <a:ext cx="189720" cy="189720"/>
          </a:xfrm>
          <a:custGeom>
            <a:avLst/>
            <a:gdLst>
              <a:gd name="textAreaLeft" fmla="*/ 0 w 189720"/>
              <a:gd name="textAreaRight" fmla="*/ 190440 w 189720"/>
              <a:gd name="textAreaTop" fmla="*/ 0 h 189720"/>
              <a:gd name="textAreaBottom" fmla="*/ 190440 h 189720"/>
            </a:gdLst>
            <a:ahLst/>
            <a:cxnLst/>
            <a:rect l="textAreaLeft" t="textAreaTop" r="textAreaRight" b="textAreaBottom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8"/>
          <p:cNvSpPr/>
          <p:nvPr/>
        </p:nvSpPr>
        <p:spPr>
          <a:xfrm>
            <a:off x="9459360" y="5133960"/>
            <a:ext cx="13708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3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En zonas rurales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39"/>
          <p:cNvSpPr/>
          <p:nvPr/>
        </p:nvSpPr>
        <p:spPr>
          <a:xfrm>
            <a:off x="9183240" y="5553000"/>
            <a:ext cx="189720" cy="189720"/>
          </a:xfrm>
          <a:custGeom>
            <a:avLst/>
            <a:gdLst>
              <a:gd name="textAreaLeft" fmla="*/ 0 w 189720"/>
              <a:gd name="textAreaRight" fmla="*/ 190440 w 189720"/>
              <a:gd name="textAreaTop" fmla="*/ 0 h 189720"/>
              <a:gd name="textAreaBottom" fmla="*/ 190440 h 189720"/>
            </a:gdLst>
            <a:ahLst/>
            <a:cxnLst/>
            <a:rect l="textAreaLeft" t="textAreaTop" r="textAreaRight" b="textAreaBottom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40"/>
          <p:cNvSpPr/>
          <p:nvPr/>
        </p:nvSpPr>
        <p:spPr>
          <a:xfrm>
            <a:off x="9468720" y="5514840"/>
            <a:ext cx="13518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3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Ahorrando datos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D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/>
          <p:nvPr/>
        </p:nvSpPr>
        <p:spPr>
          <a:xfrm>
            <a:off x="373680" y="373680"/>
            <a:ext cx="11518560" cy="2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180" b="0" u="none" spc="119" strike="noStrike">
                <a:solidFill>
                  <a:srgbClr val="D8A25A"/>
                </a:solidFill>
                <a:effectLst/>
                <a:uFillTx/>
                <a:latin typeface="Quattrocento Sans"/>
                <a:ea typeface="Quattrocento Sans"/>
              </a:rPr>
              <a:t>ARQUITECTURA TÉCNICA</a:t>
            </a:r>
            <a:endParaRPr lang="es-ES" sz="11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373680" y="672840"/>
            <a:ext cx="1161216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en-US" sz="2650" b="1" u="none" strike="noStrike">
                <a:solidFill>
                  <a:srgbClr val="F5F0E8"/>
                </a:solidFill>
                <a:effectLst/>
                <a:uFillTx/>
                <a:latin typeface="Noto Sans SC"/>
                <a:ea typeface="Noto Sans SC"/>
              </a:rPr>
              <a:t>Tecnología de Vanguardia</a:t>
            </a:r>
            <a:endParaRPr lang="es-ES" sz="2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2"/>
          <p:cNvSpPr/>
          <p:nvPr/>
        </p:nvSpPr>
        <p:spPr>
          <a:xfrm>
            <a:off x="373680" y="1158480"/>
            <a:ext cx="896040" cy="36720"/>
          </a:xfrm>
          <a:custGeom>
            <a:avLst/>
            <a:gdLst>
              <a:gd name="textAreaLeft" fmla="*/ 0 w 896040"/>
              <a:gd name="textAreaRight" fmla="*/ 896760 w 896040"/>
              <a:gd name="textAreaTop" fmla="*/ 0 h 36720"/>
              <a:gd name="textAreaBottom" fmla="*/ 37440 h 36720"/>
            </a:gdLst>
            <a:ahLst/>
            <a:cxnLst/>
            <a:rect l="textAreaLeft" t="textAreaTop" r="textAreaRight" b="textAreaBottom"/>
            <a:pathLst>
              <a:path w="896883" h="37370">
                <a:moveTo>
                  <a:pt x="0" y="0"/>
                </a:moveTo>
                <a:lnTo>
                  <a:pt x="896883" y="0"/>
                </a:lnTo>
                <a:lnTo>
                  <a:pt x="896883" y="37370"/>
                </a:lnTo>
                <a:lnTo>
                  <a:pt x="0" y="3737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7560" rIns="90000" bIns="-756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"/>
          <p:cNvSpPr/>
          <p:nvPr/>
        </p:nvSpPr>
        <p:spPr>
          <a:xfrm>
            <a:off x="373680" y="1270440"/>
            <a:ext cx="1152792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32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Explicado de forma accesible para todos</a:t>
            </a:r>
            <a:endParaRPr lang="es-E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4"/>
          <p:cNvSpPr/>
          <p:nvPr/>
        </p:nvSpPr>
        <p:spPr>
          <a:xfrm>
            <a:off x="392400" y="1681560"/>
            <a:ext cx="5604840" cy="1419480"/>
          </a:xfrm>
          <a:custGeom>
            <a:avLst/>
            <a:gdLst>
              <a:gd name="textAreaLeft" fmla="*/ 0 w 5604840"/>
              <a:gd name="textAreaRight" fmla="*/ 5605560 w 5604840"/>
              <a:gd name="textAreaTop" fmla="*/ 0 h 1419480"/>
              <a:gd name="textAreaBottom" fmla="*/ 1420200 h 1419480"/>
            </a:gdLst>
            <a:ahLst/>
            <a:cxnLst/>
            <a:rect l="textAreaLeft" t="textAreaTop" r="textAreaRight" b="textAreaBottom"/>
            <a:pathLst>
              <a:path w="5605517" h="1420064">
                <a:moveTo>
                  <a:pt x="37370" y="0"/>
                </a:moveTo>
                <a:lnTo>
                  <a:pt x="5493403" y="0"/>
                </a:lnTo>
                <a:cubicBezTo>
                  <a:pt x="5555322" y="0"/>
                  <a:pt x="5605517" y="50195"/>
                  <a:pt x="5605517" y="112114"/>
                </a:cubicBezTo>
                <a:lnTo>
                  <a:pt x="5605517" y="1307950"/>
                </a:lnTo>
                <a:cubicBezTo>
                  <a:pt x="5605517" y="1369869"/>
                  <a:pt x="5555322" y="1420064"/>
                  <a:pt x="5493403" y="1420064"/>
                </a:cubicBezTo>
                <a:lnTo>
                  <a:pt x="37370" y="1420064"/>
                </a:lnTo>
                <a:cubicBezTo>
                  <a:pt x="16731" y="1420064"/>
                  <a:pt x="0" y="1403333"/>
                  <a:pt x="0" y="1382694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5"/>
          <p:cNvSpPr/>
          <p:nvPr/>
        </p:nvSpPr>
        <p:spPr>
          <a:xfrm>
            <a:off x="392400" y="1681560"/>
            <a:ext cx="36720" cy="1419480"/>
          </a:xfrm>
          <a:custGeom>
            <a:avLst/>
            <a:gdLst>
              <a:gd name="textAreaLeft" fmla="*/ 0 w 36720"/>
              <a:gd name="textAreaRight" fmla="*/ 37440 w 36720"/>
              <a:gd name="textAreaTop" fmla="*/ 0 h 1419480"/>
              <a:gd name="textAreaBottom" fmla="*/ 1420200 h 1419480"/>
            </a:gdLst>
            <a:ahLst/>
            <a:cxnLst/>
            <a:rect l="textAreaLeft" t="textAreaTop" r="textAreaRight" b="textAreaBottom"/>
            <a:pathLst>
              <a:path w="37370" h="1420064">
                <a:moveTo>
                  <a:pt x="37370" y="0"/>
                </a:moveTo>
                <a:lnTo>
                  <a:pt x="37370" y="0"/>
                </a:lnTo>
                <a:lnTo>
                  <a:pt x="37370" y="1420064"/>
                </a:lnTo>
                <a:lnTo>
                  <a:pt x="37370" y="1420064"/>
                </a:lnTo>
                <a:cubicBezTo>
                  <a:pt x="16731" y="1420064"/>
                  <a:pt x="0" y="1403333"/>
                  <a:pt x="0" y="1382694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6"/>
          <p:cNvSpPr/>
          <p:nvPr/>
        </p:nvSpPr>
        <p:spPr>
          <a:xfrm>
            <a:off x="597960" y="1868400"/>
            <a:ext cx="447840" cy="447840"/>
          </a:xfrm>
          <a:custGeom>
            <a:avLst/>
            <a:gdLst>
              <a:gd name="textAreaLeft" fmla="*/ 0 w 447840"/>
              <a:gd name="textAreaRight" fmla="*/ 448560 w 447840"/>
              <a:gd name="textAreaTop" fmla="*/ 0 h 447840"/>
              <a:gd name="textAreaBottom" fmla="*/ 448560 h 447840"/>
            </a:gdLst>
            <a:ahLst/>
            <a:cxnLst/>
            <a:rect l="textAreaLeft" t="textAreaTop" r="textAreaRight" b="textAreaBottom"/>
            <a:pathLst>
              <a:path w="448441" h="448441">
                <a:moveTo>
                  <a:pt x="74742" y="0"/>
                </a:moveTo>
                <a:lnTo>
                  <a:pt x="373700" y="0"/>
                </a:lnTo>
                <a:cubicBezTo>
                  <a:pt x="414951" y="0"/>
                  <a:pt x="448441" y="33491"/>
                  <a:pt x="448441" y="74742"/>
                </a:cubicBezTo>
                <a:lnTo>
                  <a:pt x="448441" y="373700"/>
                </a:lnTo>
                <a:cubicBezTo>
                  <a:pt x="448441" y="414978"/>
                  <a:pt x="414978" y="448441"/>
                  <a:pt x="373700" y="448441"/>
                </a:cubicBezTo>
                <a:lnTo>
                  <a:pt x="74742" y="448441"/>
                </a:lnTo>
                <a:cubicBezTo>
                  <a:pt x="33491" y="448441"/>
                  <a:pt x="0" y="414951"/>
                  <a:pt x="0" y="373700"/>
                </a:cubicBezTo>
                <a:lnTo>
                  <a:pt x="0" y="74742"/>
                </a:lnTo>
                <a:cubicBezTo>
                  <a:pt x="0" y="33491"/>
                  <a:pt x="33491" y="0"/>
                  <a:pt x="74742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7"/>
          <p:cNvSpPr/>
          <p:nvPr/>
        </p:nvSpPr>
        <p:spPr>
          <a:xfrm>
            <a:off x="709920" y="1980720"/>
            <a:ext cx="223560" cy="223560"/>
          </a:xfrm>
          <a:custGeom>
            <a:avLst/>
            <a:gdLst>
              <a:gd name="textAreaLeft" fmla="*/ 0 w 223560"/>
              <a:gd name="textAreaRight" fmla="*/ 224280 w 223560"/>
              <a:gd name="textAreaTop" fmla="*/ 0 h 223560"/>
              <a:gd name="textAreaBottom" fmla="*/ 224280 h 223560"/>
            </a:gdLst>
            <a:ahLst/>
            <a:cxnLst/>
            <a:rect l="textAreaLeft" t="textAreaTop" r="textAreaRight" b="textAreaBottom"/>
            <a:pathLst>
              <a:path w="224221" h="224221">
                <a:moveTo>
                  <a:pt x="101819" y="2277"/>
                </a:moveTo>
                <a:cubicBezTo>
                  <a:pt x="108344" y="-744"/>
                  <a:pt x="115877" y="-744"/>
                  <a:pt x="122402" y="2277"/>
                </a:cubicBezTo>
                <a:lnTo>
                  <a:pt x="218133" y="46508"/>
                </a:lnTo>
                <a:cubicBezTo>
                  <a:pt x="221856" y="48216"/>
                  <a:pt x="224221" y="51939"/>
                  <a:pt x="224221" y="56055"/>
                </a:cubicBezTo>
                <a:cubicBezTo>
                  <a:pt x="224221" y="60172"/>
                  <a:pt x="221856" y="63894"/>
                  <a:pt x="218133" y="65602"/>
                </a:cubicBezTo>
                <a:lnTo>
                  <a:pt x="122402" y="109833"/>
                </a:lnTo>
                <a:cubicBezTo>
                  <a:pt x="115877" y="112855"/>
                  <a:pt x="108344" y="112855"/>
                  <a:pt x="101819" y="109833"/>
                </a:cubicBezTo>
                <a:lnTo>
                  <a:pt x="6087" y="65602"/>
                </a:lnTo>
                <a:cubicBezTo>
                  <a:pt x="2365" y="63850"/>
                  <a:pt x="0" y="60128"/>
                  <a:pt x="0" y="56055"/>
                </a:cubicBezTo>
                <a:cubicBezTo>
                  <a:pt x="0" y="51982"/>
                  <a:pt x="2365" y="48216"/>
                  <a:pt x="6087" y="46508"/>
                </a:cubicBezTo>
                <a:lnTo>
                  <a:pt x="101819" y="2277"/>
                </a:lnTo>
                <a:close/>
                <a:moveTo>
                  <a:pt x="21064" y="95644"/>
                </a:moveTo>
                <a:lnTo>
                  <a:pt x="93017" y="128883"/>
                </a:lnTo>
                <a:cubicBezTo>
                  <a:pt x="105147" y="134489"/>
                  <a:pt x="119117" y="134489"/>
                  <a:pt x="131248" y="128883"/>
                </a:cubicBezTo>
                <a:lnTo>
                  <a:pt x="203200" y="95644"/>
                </a:lnTo>
                <a:lnTo>
                  <a:pt x="218133" y="102563"/>
                </a:lnTo>
                <a:cubicBezTo>
                  <a:pt x="221856" y="104271"/>
                  <a:pt x="224221" y="107994"/>
                  <a:pt x="224221" y="112110"/>
                </a:cubicBezTo>
                <a:cubicBezTo>
                  <a:pt x="224221" y="116227"/>
                  <a:pt x="221856" y="119949"/>
                  <a:pt x="218133" y="121657"/>
                </a:cubicBezTo>
                <a:lnTo>
                  <a:pt x="122402" y="165888"/>
                </a:lnTo>
                <a:cubicBezTo>
                  <a:pt x="115877" y="168910"/>
                  <a:pt x="108344" y="168910"/>
                  <a:pt x="101819" y="165888"/>
                </a:cubicBezTo>
                <a:lnTo>
                  <a:pt x="6087" y="121657"/>
                </a:lnTo>
                <a:cubicBezTo>
                  <a:pt x="2365" y="119906"/>
                  <a:pt x="0" y="116183"/>
                  <a:pt x="0" y="112110"/>
                </a:cubicBezTo>
                <a:cubicBezTo>
                  <a:pt x="0" y="108038"/>
                  <a:pt x="2365" y="104271"/>
                  <a:pt x="6087" y="102563"/>
                </a:cubicBezTo>
                <a:lnTo>
                  <a:pt x="21021" y="95644"/>
                </a:lnTo>
                <a:close/>
                <a:moveTo>
                  <a:pt x="6087" y="158619"/>
                </a:moveTo>
                <a:lnTo>
                  <a:pt x="21021" y="151699"/>
                </a:lnTo>
                <a:lnTo>
                  <a:pt x="92973" y="184938"/>
                </a:lnTo>
                <a:cubicBezTo>
                  <a:pt x="105103" y="190544"/>
                  <a:pt x="119073" y="190544"/>
                  <a:pt x="131204" y="184938"/>
                </a:cubicBezTo>
                <a:lnTo>
                  <a:pt x="203156" y="151699"/>
                </a:lnTo>
                <a:lnTo>
                  <a:pt x="218090" y="158619"/>
                </a:lnTo>
                <a:cubicBezTo>
                  <a:pt x="221812" y="160327"/>
                  <a:pt x="224177" y="164049"/>
                  <a:pt x="224177" y="168166"/>
                </a:cubicBezTo>
                <a:cubicBezTo>
                  <a:pt x="224177" y="172282"/>
                  <a:pt x="221812" y="176004"/>
                  <a:pt x="218090" y="177712"/>
                </a:cubicBezTo>
                <a:lnTo>
                  <a:pt x="122358" y="221943"/>
                </a:lnTo>
                <a:cubicBezTo>
                  <a:pt x="115833" y="224965"/>
                  <a:pt x="108300" y="224965"/>
                  <a:pt x="101775" y="221943"/>
                </a:cubicBezTo>
                <a:lnTo>
                  <a:pt x="6087" y="177712"/>
                </a:lnTo>
                <a:cubicBezTo>
                  <a:pt x="2365" y="175961"/>
                  <a:pt x="0" y="172238"/>
                  <a:pt x="0" y="168166"/>
                </a:cubicBezTo>
                <a:cubicBezTo>
                  <a:pt x="0" y="164093"/>
                  <a:pt x="2365" y="160327"/>
                  <a:pt x="6087" y="158619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8"/>
          <p:cNvSpPr/>
          <p:nvPr/>
        </p:nvSpPr>
        <p:spPr>
          <a:xfrm>
            <a:off x="1158480" y="1943280"/>
            <a:ext cx="293292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en-US" sz="177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MVVM + Clean Architecture</a:t>
            </a:r>
            <a:endParaRPr lang="es-ES" sz="1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9"/>
          <p:cNvSpPr/>
          <p:nvPr/>
        </p:nvSpPr>
        <p:spPr>
          <a:xfrm>
            <a:off x="597960" y="2428920"/>
            <a:ext cx="528732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18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Patrón de diseño moderno que separa la interfaz de usuario de la lógica de negocio. </a:t>
            </a:r>
            <a:r>
              <a:rPr lang="en-US" sz="118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Código organizado, mantenible y testeable.</a:t>
            </a:r>
            <a:endParaRPr lang="es-ES" sz="11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0"/>
          <p:cNvSpPr/>
          <p:nvPr/>
        </p:nvSpPr>
        <p:spPr>
          <a:xfrm>
            <a:off x="392400" y="3251160"/>
            <a:ext cx="5604840" cy="1419480"/>
          </a:xfrm>
          <a:custGeom>
            <a:avLst/>
            <a:gdLst>
              <a:gd name="textAreaLeft" fmla="*/ 0 w 5604840"/>
              <a:gd name="textAreaRight" fmla="*/ 5605560 w 5604840"/>
              <a:gd name="textAreaTop" fmla="*/ 0 h 1419480"/>
              <a:gd name="textAreaBottom" fmla="*/ 1420200 h 1419480"/>
            </a:gdLst>
            <a:ahLst/>
            <a:cxnLst/>
            <a:rect l="textAreaLeft" t="textAreaTop" r="textAreaRight" b="textAreaBottom"/>
            <a:pathLst>
              <a:path w="5605517" h="1420064">
                <a:moveTo>
                  <a:pt x="37370" y="0"/>
                </a:moveTo>
                <a:lnTo>
                  <a:pt x="5493403" y="0"/>
                </a:lnTo>
                <a:cubicBezTo>
                  <a:pt x="5555322" y="0"/>
                  <a:pt x="5605517" y="50195"/>
                  <a:pt x="5605517" y="112114"/>
                </a:cubicBezTo>
                <a:lnTo>
                  <a:pt x="5605517" y="1307950"/>
                </a:lnTo>
                <a:cubicBezTo>
                  <a:pt x="5605517" y="1369869"/>
                  <a:pt x="5555322" y="1420064"/>
                  <a:pt x="5493403" y="1420064"/>
                </a:cubicBezTo>
                <a:lnTo>
                  <a:pt x="37370" y="1420064"/>
                </a:lnTo>
                <a:cubicBezTo>
                  <a:pt x="16731" y="1420064"/>
                  <a:pt x="0" y="1403333"/>
                  <a:pt x="0" y="1382694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1"/>
          <p:cNvSpPr/>
          <p:nvPr/>
        </p:nvSpPr>
        <p:spPr>
          <a:xfrm>
            <a:off x="392400" y="3251160"/>
            <a:ext cx="36720" cy="1419480"/>
          </a:xfrm>
          <a:custGeom>
            <a:avLst/>
            <a:gdLst>
              <a:gd name="textAreaLeft" fmla="*/ 0 w 36720"/>
              <a:gd name="textAreaRight" fmla="*/ 37440 w 36720"/>
              <a:gd name="textAreaTop" fmla="*/ 0 h 1419480"/>
              <a:gd name="textAreaBottom" fmla="*/ 1420200 h 1419480"/>
            </a:gdLst>
            <a:ahLst/>
            <a:cxnLst/>
            <a:rect l="textAreaLeft" t="textAreaTop" r="textAreaRight" b="textAreaBottom"/>
            <a:pathLst>
              <a:path w="37370" h="1420064">
                <a:moveTo>
                  <a:pt x="37370" y="0"/>
                </a:moveTo>
                <a:lnTo>
                  <a:pt x="37370" y="0"/>
                </a:lnTo>
                <a:lnTo>
                  <a:pt x="37370" y="1420064"/>
                </a:lnTo>
                <a:lnTo>
                  <a:pt x="37370" y="1420064"/>
                </a:lnTo>
                <a:cubicBezTo>
                  <a:pt x="16731" y="1420064"/>
                  <a:pt x="0" y="1403333"/>
                  <a:pt x="0" y="1382694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2"/>
          <p:cNvSpPr/>
          <p:nvPr/>
        </p:nvSpPr>
        <p:spPr>
          <a:xfrm>
            <a:off x="597960" y="3438000"/>
            <a:ext cx="447840" cy="447840"/>
          </a:xfrm>
          <a:custGeom>
            <a:avLst/>
            <a:gdLst>
              <a:gd name="textAreaLeft" fmla="*/ 0 w 447840"/>
              <a:gd name="textAreaRight" fmla="*/ 448560 w 447840"/>
              <a:gd name="textAreaTop" fmla="*/ 0 h 447840"/>
              <a:gd name="textAreaBottom" fmla="*/ 448560 h 447840"/>
            </a:gdLst>
            <a:ahLst/>
            <a:cxnLst/>
            <a:rect l="textAreaLeft" t="textAreaTop" r="textAreaRight" b="textAreaBottom"/>
            <a:pathLst>
              <a:path w="448441" h="448441">
                <a:moveTo>
                  <a:pt x="74742" y="0"/>
                </a:moveTo>
                <a:lnTo>
                  <a:pt x="373700" y="0"/>
                </a:lnTo>
                <a:cubicBezTo>
                  <a:pt x="414951" y="0"/>
                  <a:pt x="448441" y="33491"/>
                  <a:pt x="448441" y="74742"/>
                </a:cubicBezTo>
                <a:lnTo>
                  <a:pt x="448441" y="373700"/>
                </a:lnTo>
                <a:cubicBezTo>
                  <a:pt x="448441" y="414978"/>
                  <a:pt x="414978" y="448441"/>
                  <a:pt x="373700" y="448441"/>
                </a:cubicBezTo>
                <a:lnTo>
                  <a:pt x="74742" y="448441"/>
                </a:lnTo>
                <a:cubicBezTo>
                  <a:pt x="33491" y="448441"/>
                  <a:pt x="0" y="414951"/>
                  <a:pt x="0" y="373700"/>
                </a:cubicBezTo>
                <a:lnTo>
                  <a:pt x="0" y="74742"/>
                </a:lnTo>
                <a:cubicBezTo>
                  <a:pt x="0" y="33491"/>
                  <a:pt x="33491" y="0"/>
                  <a:pt x="74742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3"/>
          <p:cNvSpPr/>
          <p:nvPr/>
        </p:nvSpPr>
        <p:spPr>
          <a:xfrm>
            <a:off x="695880" y="3550320"/>
            <a:ext cx="251640" cy="223560"/>
          </a:xfrm>
          <a:custGeom>
            <a:avLst/>
            <a:gdLst>
              <a:gd name="textAreaLeft" fmla="*/ 0 w 251640"/>
              <a:gd name="textAreaRight" fmla="*/ 252360 w 251640"/>
              <a:gd name="textAreaTop" fmla="*/ 0 h 223560"/>
              <a:gd name="textAreaBottom" fmla="*/ 224280 h 223560"/>
            </a:gdLst>
            <a:ahLst/>
            <a:cxnLst/>
            <a:rect l="textAreaLeft" t="textAreaTop" r="textAreaRight" b="textAreaBottom"/>
            <a:pathLst>
              <a:path w="252248" h="224221">
                <a:moveTo>
                  <a:pt x="184150" y="111191"/>
                </a:moveTo>
                <a:cubicBezTo>
                  <a:pt x="187905" y="111191"/>
                  <a:pt x="191375" y="113194"/>
                  <a:pt x="193252" y="116446"/>
                </a:cubicBezTo>
                <a:cubicBezTo>
                  <a:pt x="195130" y="119698"/>
                  <a:pt x="195130" y="123704"/>
                  <a:pt x="193252" y="126956"/>
                </a:cubicBezTo>
                <a:cubicBezTo>
                  <a:pt x="191375" y="130208"/>
                  <a:pt x="187905" y="132211"/>
                  <a:pt x="184150" y="132211"/>
                </a:cubicBezTo>
                <a:cubicBezTo>
                  <a:pt x="178349" y="132211"/>
                  <a:pt x="173640" y="127502"/>
                  <a:pt x="173640" y="121701"/>
                </a:cubicBezTo>
                <a:cubicBezTo>
                  <a:pt x="173640" y="115900"/>
                  <a:pt x="178349" y="111191"/>
                  <a:pt x="184150" y="111191"/>
                </a:cubicBezTo>
                <a:close/>
                <a:moveTo>
                  <a:pt x="68054" y="111191"/>
                </a:moveTo>
                <a:cubicBezTo>
                  <a:pt x="71809" y="111191"/>
                  <a:pt x="75279" y="113194"/>
                  <a:pt x="77157" y="116446"/>
                </a:cubicBezTo>
                <a:cubicBezTo>
                  <a:pt x="79034" y="119698"/>
                  <a:pt x="79034" y="123704"/>
                  <a:pt x="77157" y="126956"/>
                </a:cubicBezTo>
                <a:cubicBezTo>
                  <a:pt x="75279" y="130208"/>
                  <a:pt x="71809" y="132211"/>
                  <a:pt x="68054" y="132211"/>
                </a:cubicBezTo>
                <a:cubicBezTo>
                  <a:pt x="62254" y="132211"/>
                  <a:pt x="57544" y="127502"/>
                  <a:pt x="57544" y="121701"/>
                </a:cubicBezTo>
                <a:cubicBezTo>
                  <a:pt x="57544" y="115900"/>
                  <a:pt x="62254" y="111191"/>
                  <a:pt x="68054" y="111191"/>
                </a:cubicBezTo>
                <a:close/>
                <a:moveTo>
                  <a:pt x="187916" y="68930"/>
                </a:moveTo>
                <a:lnTo>
                  <a:pt x="208893" y="32582"/>
                </a:lnTo>
                <a:cubicBezTo>
                  <a:pt x="209243" y="32100"/>
                  <a:pt x="209462" y="31531"/>
                  <a:pt x="209550" y="30918"/>
                </a:cubicBezTo>
                <a:cubicBezTo>
                  <a:pt x="209638" y="30305"/>
                  <a:pt x="209638" y="29736"/>
                  <a:pt x="209506" y="29122"/>
                </a:cubicBezTo>
                <a:cubicBezTo>
                  <a:pt x="209375" y="28509"/>
                  <a:pt x="209112" y="27984"/>
                  <a:pt x="208762" y="27502"/>
                </a:cubicBezTo>
                <a:cubicBezTo>
                  <a:pt x="208411" y="27020"/>
                  <a:pt x="207973" y="26626"/>
                  <a:pt x="207448" y="26320"/>
                </a:cubicBezTo>
                <a:cubicBezTo>
                  <a:pt x="206922" y="26013"/>
                  <a:pt x="206353" y="25838"/>
                  <a:pt x="205740" y="25750"/>
                </a:cubicBezTo>
                <a:cubicBezTo>
                  <a:pt x="205127" y="25663"/>
                  <a:pt x="204558" y="25750"/>
                  <a:pt x="203988" y="25926"/>
                </a:cubicBezTo>
                <a:cubicBezTo>
                  <a:pt x="203419" y="26101"/>
                  <a:pt x="202893" y="26407"/>
                  <a:pt x="202412" y="26758"/>
                </a:cubicBezTo>
                <a:cubicBezTo>
                  <a:pt x="201930" y="27108"/>
                  <a:pt x="201580" y="27633"/>
                  <a:pt x="201317" y="28159"/>
                </a:cubicBezTo>
                <a:lnTo>
                  <a:pt x="180077" y="64989"/>
                </a:lnTo>
                <a:cubicBezTo>
                  <a:pt x="163086" y="57369"/>
                  <a:pt x="144692" y="53428"/>
                  <a:pt x="126080" y="53428"/>
                </a:cubicBezTo>
                <a:cubicBezTo>
                  <a:pt x="107468" y="53428"/>
                  <a:pt x="89075" y="57369"/>
                  <a:pt x="72083" y="64989"/>
                </a:cubicBezTo>
                <a:lnTo>
                  <a:pt x="50888" y="28203"/>
                </a:lnTo>
                <a:cubicBezTo>
                  <a:pt x="50625" y="27677"/>
                  <a:pt x="50231" y="27196"/>
                  <a:pt x="49793" y="26801"/>
                </a:cubicBezTo>
                <a:cubicBezTo>
                  <a:pt x="49355" y="26407"/>
                  <a:pt x="48786" y="26144"/>
                  <a:pt x="48216" y="25969"/>
                </a:cubicBezTo>
                <a:cubicBezTo>
                  <a:pt x="47647" y="25794"/>
                  <a:pt x="47034" y="25750"/>
                  <a:pt x="46464" y="25794"/>
                </a:cubicBezTo>
                <a:cubicBezTo>
                  <a:pt x="45895" y="25838"/>
                  <a:pt x="45282" y="26057"/>
                  <a:pt x="44757" y="26363"/>
                </a:cubicBezTo>
                <a:cubicBezTo>
                  <a:pt x="44231" y="26670"/>
                  <a:pt x="43793" y="27064"/>
                  <a:pt x="43443" y="27546"/>
                </a:cubicBezTo>
                <a:cubicBezTo>
                  <a:pt x="43092" y="28028"/>
                  <a:pt x="42830" y="28597"/>
                  <a:pt x="42698" y="29166"/>
                </a:cubicBezTo>
                <a:cubicBezTo>
                  <a:pt x="42567" y="29736"/>
                  <a:pt x="42567" y="30349"/>
                  <a:pt x="42654" y="30962"/>
                </a:cubicBezTo>
                <a:cubicBezTo>
                  <a:pt x="42742" y="31575"/>
                  <a:pt x="43005" y="32100"/>
                  <a:pt x="43311" y="32626"/>
                </a:cubicBezTo>
                <a:lnTo>
                  <a:pt x="64288" y="68974"/>
                </a:lnTo>
                <a:cubicBezTo>
                  <a:pt x="28247" y="88550"/>
                  <a:pt x="3591" y="125029"/>
                  <a:pt x="0" y="168166"/>
                </a:cubicBezTo>
                <a:lnTo>
                  <a:pt x="252248" y="168166"/>
                </a:lnTo>
                <a:cubicBezTo>
                  <a:pt x="248657" y="125029"/>
                  <a:pt x="224002" y="88550"/>
                  <a:pt x="187916" y="68930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4"/>
          <p:cNvSpPr/>
          <p:nvPr/>
        </p:nvSpPr>
        <p:spPr>
          <a:xfrm>
            <a:off x="1158480" y="3512880"/>
            <a:ext cx="265248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en-US" sz="177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Kotlin + Jetpack Compose</a:t>
            </a:r>
            <a:endParaRPr lang="es-ES" sz="1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5"/>
          <p:cNvSpPr/>
          <p:nvPr/>
        </p:nvSpPr>
        <p:spPr>
          <a:xfrm>
            <a:off x="597960" y="3998520"/>
            <a:ext cx="528732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18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Lenguaje moderno y seguro con </a:t>
            </a:r>
            <a:r>
              <a:rPr lang="en-US" sz="118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UI declarativa</a:t>
            </a:r>
            <a:r>
              <a:rPr lang="en-US" sz="118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. Interfaces fluidas y nativas de Android con Material 3.</a:t>
            </a:r>
            <a:endParaRPr lang="es-ES" sz="11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6"/>
          <p:cNvSpPr/>
          <p:nvPr/>
        </p:nvSpPr>
        <p:spPr>
          <a:xfrm>
            <a:off x="392400" y="4820760"/>
            <a:ext cx="5604840" cy="1419480"/>
          </a:xfrm>
          <a:custGeom>
            <a:avLst/>
            <a:gdLst>
              <a:gd name="textAreaLeft" fmla="*/ 0 w 5604840"/>
              <a:gd name="textAreaRight" fmla="*/ 5605560 w 5604840"/>
              <a:gd name="textAreaTop" fmla="*/ 0 h 1419480"/>
              <a:gd name="textAreaBottom" fmla="*/ 1420200 h 1419480"/>
            </a:gdLst>
            <a:ahLst/>
            <a:cxnLst/>
            <a:rect l="textAreaLeft" t="textAreaTop" r="textAreaRight" b="textAreaBottom"/>
            <a:pathLst>
              <a:path w="5605517" h="1420064">
                <a:moveTo>
                  <a:pt x="37370" y="0"/>
                </a:moveTo>
                <a:lnTo>
                  <a:pt x="5493403" y="0"/>
                </a:lnTo>
                <a:cubicBezTo>
                  <a:pt x="5555322" y="0"/>
                  <a:pt x="5605517" y="50195"/>
                  <a:pt x="5605517" y="112114"/>
                </a:cubicBezTo>
                <a:lnTo>
                  <a:pt x="5605517" y="1307950"/>
                </a:lnTo>
                <a:cubicBezTo>
                  <a:pt x="5605517" y="1369869"/>
                  <a:pt x="5555322" y="1420064"/>
                  <a:pt x="5493403" y="1420064"/>
                </a:cubicBezTo>
                <a:lnTo>
                  <a:pt x="37370" y="1420064"/>
                </a:lnTo>
                <a:cubicBezTo>
                  <a:pt x="16731" y="1420064"/>
                  <a:pt x="0" y="1403333"/>
                  <a:pt x="0" y="1382694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7"/>
          <p:cNvSpPr/>
          <p:nvPr/>
        </p:nvSpPr>
        <p:spPr>
          <a:xfrm>
            <a:off x="392400" y="4820760"/>
            <a:ext cx="36720" cy="1419480"/>
          </a:xfrm>
          <a:custGeom>
            <a:avLst/>
            <a:gdLst>
              <a:gd name="textAreaLeft" fmla="*/ 0 w 36720"/>
              <a:gd name="textAreaRight" fmla="*/ 37440 w 36720"/>
              <a:gd name="textAreaTop" fmla="*/ 0 h 1419480"/>
              <a:gd name="textAreaBottom" fmla="*/ 1420200 h 1419480"/>
            </a:gdLst>
            <a:ahLst/>
            <a:cxnLst/>
            <a:rect l="textAreaLeft" t="textAreaTop" r="textAreaRight" b="textAreaBottom"/>
            <a:pathLst>
              <a:path w="37370" h="1420064">
                <a:moveTo>
                  <a:pt x="37370" y="0"/>
                </a:moveTo>
                <a:lnTo>
                  <a:pt x="37370" y="0"/>
                </a:lnTo>
                <a:lnTo>
                  <a:pt x="37370" y="1420064"/>
                </a:lnTo>
                <a:lnTo>
                  <a:pt x="37370" y="1420064"/>
                </a:lnTo>
                <a:cubicBezTo>
                  <a:pt x="16731" y="1420064"/>
                  <a:pt x="0" y="1403333"/>
                  <a:pt x="0" y="1382694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8"/>
          <p:cNvSpPr/>
          <p:nvPr/>
        </p:nvSpPr>
        <p:spPr>
          <a:xfrm>
            <a:off x="597960" y="5007600"/>
            <a:ext cx="447840" cy="447840"/>
          </a:xfrm>
          <a:custGeom>
            <a:avLst/>
            <a:gdLst>
              <a:gd name="textAreaLeft" fmla="*/ 0 w 447840"/>
              <a:gd name="textAreaRight" fmla="*/ 448560 w 447840"/>
              <a:gd name="textAreaTop" fmla="*/ 0 h 447840"/>
              <a:gd name="textAreaBottom" fmla="*/ 448560 h 447840"/>
            </a:gdLst>
            <a:ahLst/>
            <a:cxnLst/>
            <a:rect l="textAreaLeft" t="textAreaTop" r="textAreaRight" b="textAreaBottom"/>
            <a:pathLst>
              <a:path w="448441" h="448441">
                <a:moveTo>
                  <a:pt x="74742" y="0"/>
                </a:moveTo>
                <a:lnTo>
                  <a:pt x="373700" y="0"/>
                </a:lnTo>
                <a:cubicBezTo>
                  <a:pt x="414951" y="0"/>
                  <a:pt x="448441" y="33491"/>
                  <a:pt x="448441" y="74742"/>
                </a:cubicBezTo>
                <a:lnTo>
                  <a:pt x="448441" y="373700"/>
                </a:lnTo>
                <a:cubicBezTo>
                  <a:pt x="448441" y="414978"/>
                  <a:pt x="414978" y="448441"/>
                  <a:pt x="373700" y="448441"/>
                </a:cubicBezTo>
                <a:lnTo>
                  <a:pt x="74742" y="448441"/>
                </a:lnTo>
                <a:cubicBezTo>
                  <a:pt x="33491" y="448441"/>
                  <a:pt x="0" y="414951"/>
                  <a:pt x="0" y="373700"/>
                </a:cubicBezTo>
                <a:lnTo>
                  <a:pt x="0" y="74742"/>
                </a:lnTo>
                <a:cubicBezTo>
                  <a:pt x="0" y="33491"/>
                  <a:pt x="33491" y="0"/>
                  <a:pt x="74742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9"/>
          <p:cNvSpPr/>
          <p:nvPr/>
        </p:nvSpPr>
        <p:spPr>
          <a:xfrm>
            <a:off x="723960" y="5119560"/>
            <a:ext cx="195480" cy="223560"/>
          </a:xfrm>
          <a:custGeom>
            <a:avLst/>
            <a:gdLst>
              <a:gd name="textAreaLeft" fmla="*/ 0 w 195480"/>
              <a:gd name="textAreaRight" fmla="*/ 196200 w 195480"/>
              <a:gd name="textAreaTop" fmla="*/ 0 h 223560"/>
              <a:gd name="textAreaBottom" fmla="*/ 224280 h 223560"/>
            </a:gdLst>
            <a:ahLst/>
            <a:cxnLst/>
            <a:rect l="textAreaLeft" t="textAreaTop" r="textAreaRight" b="textAreaBottom"/>
            <a:pathLst>
              <a:path w="196193" h="224221">
                <a:moveTo>
                  <a:pt x="196193" y="90126"/>
                </a:moveTo>
                <a:cubicBezTo>
                  <a:pt x="189712" y="94418"/>
                  <a:pt x="182267" y="97878"/>
                  <a:pt x="174516" y="100637"/>
                </a:cubicBezTo>
                <a:cubicBezTo>
                  <a:pt x="153933" y="107994"/>
                  <a:pt x="126912" y="112110"/>
                  <a:pt x="98097" y="112110"/>
                </a:cubicBezTo>
                <a:cubicBezTo>
                  <a:pt x="69281" y="112110"/>
                  <a:pt x="42217" y="107950"/>
                  <a:pt x="21678" y="100637"/>
                </a:cubicBezTo>
                <a:cubicBezTo>
                  <a:pt x="13970" y="97878"/>
                  <a:pt x="6481" y="94418"/>
                  <a:pt x="0" y="90126"/>
                </a:cubicBezTo>
                <a:lnTo>
                  <a:pt x="0" y="126124"/>
                </a:lnTo>
                <a:cubicBezTo>
                  <a:pt x="0" y="145481"/>
                  <a:pt x="43924" y="161159"/>
                  <a:pt x="98097" y="161159"/>
                </a:cubicBezTo>
                <a:cubicBezTo>
                  <a:pt x="152269" y="161159"/>
                  <a:pt x="196193" y="145481"/>
                  <a:pt x="196193" y="126124"/>
                </a:cubicBezTo>
                <a:lnTo>
                  <a:pt x="196193" y="90126"/>
                </a:lnTo>
                <a:close/>
                <a:moveTo>
                  <a:pt x="196193" y="56055"/>
                </a:moveTo>
                <a:lnTo>
                  <a:pt x="196193" y="35034"/>
                </a:lnTo>
                <a:cubicBezTo>
                  <a:pt x="196193" y="15678"/>
                  <a:pt x="152269" y="0"/>
                  <a:pt x="98097" y="0"/>
                </a:cubicBezTo>
                <a:cubicBezTo>
                  <a:pt x="43924" y="0"/>
                  <a:pt x="0" y="15678"/>
                  <a:pt x="0" y="35034"/>
                </a:cubicBezTo>
                <a:lnTo>
                  <a:pt x="0" y="56055"/>
                </a:lnTo>
                <a:cubicBezTo>
                  <a:pt x="0" y="75412"/>
                  <a:pt x="43924" y="91090"/>
                  <a:pt x="98097" y="91090"/>
                </a:cubicBezTo>
                <a:cubicBezTo>
                  <a:pt x="152269" y="91090"/>
                  <a:pt x="196193" y="75412"/>
                  <a:pt x="196193" y="56055"/>
                </a:cubicBezTo>
                <a:close/>
                <a:moveTo>
                  <a:pt x="174516" y="170706"/>
                </a:moveTo>
                <a:cubicBezTo>
                  <a:pt x="153977" y="178019"/>
                  <a:pt x="126956" y="182179"/>
                  <a:pt x="98097" y="182179"/>
                </a:cubicBezTo>
                <a:cubicBezTo>
                  <a:pt x="69237" y="182179"/>
                  <a:pt x="42217" y="178019"/>
                  <a:pt x="21678" y="170706"/>
                </a:cubicBezTo>
                <a:cubicBezTo>
                  <a:pt x="13970" y="167947"/>
                  <a:pt x="6481" y="164487"/>
                  <a:pt x="0" y="160195"/>
                </a:cubicBezTo>
                <a:lnTo>
                  <a:pt x="0" y="189186"/>
                </a:lnTo>
                <a:cubicBezTo>
                  <a:pt x="0" y="208543"/>
                  <a:pt x="43924" y="224221"/>
                  <a:pt x="98097" y="224221"/>
                </a:cubicBezTo>
                <a:cubicBezTo>
                  <a:pt x="152269" y="224221"/>
                  <a:pt x="196193" y="208543"/>
                  <a:pt x="196193" y="189186"/>
                </a:cubicBezTo>
                <a:lnTo>
                  <a:pt x="196193" y="160195"/>
                </a:lnTo>
                <a:cubicBezTo>
                  <a:pt x="189712" y="164487"/>
                  <a:pt x="182267" y="167947"/>
                  <a:pt x="174516" y="170706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0"/>
          <p:cNvSpPr/>
          <p:nvPr/>
        </p:nvSpPr>
        <p:spPr>
          <a:xfrm>
            <a:off x="1158480" y="5082480"/>
            <a:ext cx="162504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en-US" sz="177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Room Database</a:t>
            </a:r>
            <a:endParaRPr lang="es-ES" sz="1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1"/>
          <p:cNvSpPr/>
          <p:nvPr/>
        </p:nvSpPr>
        <p:spPr>
          <a:xfrm>
            <a:off x="597960" y="5568120"/>
            <a:ext cx="528732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18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Base de datos local SQLite con </a:t>
            </a:r>
            <a:r>
              <a:rPr lang="en-US" sz="118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persistencia robusta</a:t>
            </a:r>
            <a:r>
              <a:rPr lang="en-US" sz="118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. Tus libros siempre seguros en tu dispositivo.</a:t>
            </a:r>
            <a:endParaRPr lang="es-ES" sz="11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22"/>
          <p:cNvSpPr/>
          <p:nvPr/>
        </p:nvSpPr>
        <p:spPr>
          <a:xfrm>
            <a:off x="6207480" y="1681560"/>
            <a:ext cx="5604840" cy="1419480"/>
          </a:xfrm>
          <a:custGeom>
            <a:avLst/>
            <a:gdLst>
              <a:gd name="textAreaLeft" fmla="*/ 0 w 5604840"/>
              <a:gd name="textAreaRight" fmla="*/ 5605560 w 5604840"/>
              <a:gd name="textAreaTop" fmla="*/ 0 h 1419480"/>
              <a:gd name="textAreaBottom" fmla="*/ 1420200 h 1419480"/>
            </a:gdLst>
            <a:ahLst/>
            <a:cxnLst/>
            <a:rect l="textAreaLeft" t="textAreaTop" r="textAreaRight" b="textAreaBottom"/>
            <a:pathLst>
              <a:path w="5605517" h="1420064">
                <a:moveTo>
                  <a:pt x="37370" y="0"/>
                </a:moveTo>
                <a:lnTo>
                  <a:pt x="5493403" y="0"/>
                </a:lnTo>
                <a:cubicBezTo>
                  <a:pt x="5555322" y="0"/>
                  <a:pt x="5605517" y="50195"/>
                  <a:pt x="5605517" y="112114"/>
                </a:cubicBezTo>
                <a:lnTo>
                  <a:pt x="5605517" y="1307950"/>
                </a:lnTo>
                <a:cubicBezTo>
                  <a:pt x="5605517" y="1369869"/>
                  <a:pt x="5555322" y="1420064"/>
                  <a:pt x="5493403" y="1420064"/>
                </a:cubicBezTo>
                <a:lnTo>
                  <a:pt x="37370" y="1420064"/>
                </a:lnTo>
                <a:cubicBezTo>
                  <a:pt x="16731" y="1420064"/>
                  <a:pt x="0" y="1403333"/>
                  <a:pt x="0" y="1382694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3"/>
          <p:cNvSpPr/>
          <p:nvPr/>
        </p:nvSpPr>
        <p:spPr>
          <a:xfrm>
            <a:off x="6207480" y="1681560"/>
            <a:ext cx="36720" cy="1419480"/>
          </a:xfrm>
          <a:custGeom>
            <a:avLst/>
            <a:gdLst>
              <a:gd name="textAreaLeft" fmla="*/ 0 w 36720"/>
              <a:gd name="textAreaRight" fmla="*/ 37440 w 36720"/>
              <a:gd name="textAreaTop" fmla="*/ 0 h 1419480"/>
              <a:gd name="textAreaBottom" fmla="*/ 1420200 h 1419480"/>
            </a:gdLst>
            <a:ahLst/>
            <a:cxnLst/>
            <a:rect l="textAreaLeft" t="textAreaTop" r="textAreaRight" b="textAreaBottom"/>
            <a:pathLst>
              <a:path w="37370" h="1420064">
                <a:moveTo>
                  <a:pt x="37370" y="0"/>
                </a:moveTo>
                <a:lnTo>
                  <a:pt x="37370" y="0"/>
                </a:lnTo>
                <a:lnTo>
                  <a:pt x="37370" y="1420064"/>
                </a:lnTo>
                <a:lnTo>
                  <a:pt x="37370" y="1420064"/>
                </a:lnTo>
                <a:cubicBezTo>
                  <a:pt x="16731" y="1420064"/>
                  <a:pt x="0" y="1403333"/>
                  <a:pt x="0" y="1382694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4"/>
          <p:cNvSpPr/>
          <p:nvPr/>
        </p:nvSpPr>
        <p:spPr>
          <a:xfrm>
            <a:off x="6413040" y="1868400"/>
            <a:ext cx="447840" cy="447840"/>
          </a:xfrm>
          <a:custGeom>
            <a:avLst/>
            <a:gdLst>
              <a:gd name="textAreaLeft" fmla="*/ 0 w 447840"/>
              <a:gd name="textAreaRight" fmla="*/ 448560 w 447840"/>
              <a:gd name="textAreaTop" fmla="*/ 0 h 447840"/>
              <a:gd name="textAreaBottom" fmla="*/ 448560 h 447840"/>
            </a:gdLst>
            <a:ahLst/>
            <a:cxnLst/>
            <a:rect l="textAreaLeft" t="textAreaTop" r="textAreaRight" b="textAreaBottom"/>
            <a:pathLst>
              <a:path w="448441" h="448441">
                <a:moveTo>
                  <a:pt x="74742" y="0"/>
                </a:moveTo>
                <a:lnTo>
                  <a:pt x="373700" y="0"/>
                </a:lnTo>
                <a:cubicBezTo>
                  <a:pt x="414951" y="0"/>
                  <a:pt x="448441" y="33491"/>
                  <a:pt x="448441" y="74742"/>
                </a:cubicBezTo>
                <a:lnTo>
                  <a:pt x="448441" y="373700"/>
                </a:lnTo>
                <a:cubicBezTo>
                  <a:pt x="448441" y="414978"/>
                  <a:pt x="414978" y="448441"/>
                  <a:pt x="373700" y="448441"/>
                </a:cubicBezTo>
                <a:lnTo>
                  <a:pt x="74742" y="448441"/>
                </a:lnTo>
                <a:cubicBezTo>
                  <a:pt x="33491" y="448441"/>
                  <a:pt x="0" y="414951"/>
                  <a:pt x="0" y="373700"/>
                </a:cubicBezTo>
                <a:lnTo>
                  <a:pt x="0" y="74742"/>
                </a:lnTo>
                <a:cubicBezTo>
                  <a:pt x="0" y="33491"/>
                  <a:pt x="33491" y="0"/>
                  <a:pt x="74742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25"/>
          <p:cNvSpPr/>
          <p:nvPr/>
        </p:nvSpPr>
        <p:spPr>
          <a:xfrm>
            <a:off x="6511320" y="1980720"/>
            <a:ext cx="251640" cy="223560"/>
          </a:xfrm>
          <a:custGeom>
            <a:avLst/>
            <a:gdLst>
              <a:gd name="textAreaLeft" fmla="*/ 0 w 251640"/>
              <a:gd name="textAreaRight" fmla="*/ 252360 w 251640"/>
              <a:gd name="textAreaTop" fmla="*/ 0 h 223560"/>
              <a:gd name="textAreaBottom" fmla="*/ 224280 h 223560"/>
            </a:gdLst>
            <a:ahLst/>
            <a:cxnLst/>
            <a:rect l="textAreaLeft" t="textAreaTop" r="textAreaRight" b="textAreaBottom"/>
            <a:pathLst>
              <a:path w="252248" h="224221">
                <a:moveTo>
                  <a:pt x="108607" y="38538"/>
                </a:moveTo>
                <a:lnTo>
                  <a:pt x="143641" y="38538"/>
                </a:lnTo>
                <a:lnTo>
                  <a:pt x="143641" y="59559"/>
                </a:lnTo>
                <a:lnTo>
                  <a:pt x="108607" y="59559"/>
                </a:lnTo>
                <a:lnTo>
                  <a:pt x="108607" y="38538"/>
                </a:lnTo>
                <a:close/>
                <a:moveTo>
                  <a:pt x="105103" y="14014"/>
                </a:moveTo>
                <a:cubicBezTo>
                  <a:pt x="93498" y="14014"/>
                  <a:pt x="84083" y="23429"/>
                  <a:pt x="84083" y="35034"/>
                </a:cubicBezTo>
                <a:lnTo>
                  <a:pt x="84083" y="63062"/>
                </a:lnTo>
                <a:cubicBezTo>
                  <a:pt x="84083" y="74667"/>
                  <a:pt x="93498" y="84083"/>
                  <a:pt x="105103" y="84083"/>
                </a:cubicBezTo>
                <a:lnTo>
                  <a:pt x="112110" y="84083"/>
                </a:lnTo>
                <a:lnTo>
                  <a:pt x="112110" y="98097"/>
                </a:lnTo>
                <a:lnTo>
                  <a:pt x="14014" y="98097"/>
                </a:lnTo>
                <a:cubicBezTo>
                  <a:pt x="6262" y="98097"/>
                  <a:pt x="0" y="104359"/>
                  <a:pt x="0" y="112110"/>
                </a:cubicBezTo>
                <a:cubicBezTo>
                  <a:pt x="0" y="119862"/>
                  <a:pt x="6262" y="126124"/>
                  <a:pt x="14014" y="126124"/>
                </a:cubicBezTo>
                <a:lnTo>
                  <a:pt x="56055" y="126124"/>
                </a:lnTo>
                <a:lnTo>
                  <a:pt x="56055" y="140138"/>
                </a:lnTo>
                <a:lnTo>
                  <a:pt x="49048" y="140138"/>
                </a:lnTo>
                <a:cubicBezTo>
                  <a:pt x="37443" y="140138"/>
                  <a:pt x="28028" y="149553"/>
                  <a:pt x="28028" y="161159"/>
                </a:cubicBezTo>
                <a:lnTo>
                  <a:pt x="28028" y="189186"/>
                </a:lnTo>
                <a:cubicBezTo>
                  <a:pt x="28028" y="200791"/>
                  <a:pt x="37443" y="210207"/>
                  <a:pt x="49048" y="210207"/>
                </a:cubicBezTo>
                <a:lnTo>
                  <a:pt x="91090" y="210207"/>
                </a:lnTo>
                <a:cubicBezTo>
                  <a:pt x="102695" y="210207"/>
                  <a:pt x="112110" y="200791"/>
                  <a:pt x="112110" y="189186"/>
                </a:cubicBezTo>
                <a:lnTo>
                  <a:pt x="112110" y="161159"/>
                </a:lnTo>
                <a:cubicBezTo>
                  <a:pt x="112110" y="149553"/>
                  <a:pt x="102695" y="140138"/>
                  <a:pt x="91090" y="140138"/>
                </a:cubicBezTo>
                <a:lnTo>
                  <a:pt x="84083" y="140138"/>
                </a:lnTo>
                <a:lnTo>
                  <a:pt x="84083" y="126124"/>
                </a:lnTo>
                <a:lnTo>
                  <a:pt x="168166" y="126124"/>
                </a:lnTo>
                <a:lnTo>
                  <a:pt x="168166" y="140138"/>
                </a:lnTo>
                <a:lnTo>
                  <a:pt x="161159" y="140138"/>
                </a:lnTo>
                <a:cubicBezTo>
                  <a:pt x="149553" y="140138"/>
                  <a:pt x="140138" y="149553"/>
                  <a:pt x="140138" y="161159"/>
                </a:cubicBezTo>
                <a:lnTo>
                  <a:pt x="140138" y="189186"/>
                </a:lnTo>
                <a:cubicBezTo>
                  <a:pt x="140138" y="200791"/>
                  <a:pt x="149553" y="210207"/>
                  <a:pt x="161159" y="210207"/>
                </a:cubicBezTo>
                <a:lnTo>
                  <a:pt x="203200" y="210207"/>
                </a:lnTo>
                <a:cubicBezTo>
                  <a:pt x="214805" y="210207"/>
                  <a:pt x="224221" y="200791"/>
                  <a:pt x="224221" y="189186"/>
                </a:cubicBezTo>
                <a:lnTo>
                  <a:pt x="224221" y="161159"/>
                </a:lnTo>
                <a:cubicBezTo>
                  <a:pt x="224221" y="149553"/>
                  <a:pt x="214805" y="140138"/>
                  <a:pt x="203200" y="140138"/>
                </a:cubicBezTo>
                <a:lnTo>
                  <a:pt x="196193" y="140138"/>
                </a:lnTo>
                <a:lnTo>
                  <a:pt x="196193" y="126124"/>
                </a:lnTo>
                <a:lnTo>
                  <a:pt x="238234" y="126124"/>
                </a:lnTo>
                <a:cubicBezTo>
                  <a:pt x="245986" y="126124"/>
                  <a:pt x="252248" y="119862"/>
                  <a:pt x="252248" y="112110"/>
                </a:cubicBezTo>
                <a:cubicBezTo>
                  <a:pt x="252248" y="104359"/>
                  <a:pt x="245986" y="98097"/>
                  <a:pt x="238234" y="98097"/>
                </a:cubicBezTo>
                <a:lnTo>
                  <a:pt x="140138" y="98097"/>
                </a:lnTo>
                <a:lnTo>
                  <a:pt x="140138" y="84083"/>
                </a:lnTo>
                <a:lnTo>
                  <a:pt x="147145" y="84083"/>
                </a:lnTo>
                <a:cubicBezTo>
                  <a:pt x="158750" y="84083"/>
                  <a:pt x="168166" y="74667"/>
                  <a:pt x="168166" y="63062"/>
                </a:cubicBezTo>
                <a:lnTo>
                  <a:pt x="168166" y="35034"/>
                </a:lnTo>
                <a:cubicBezTo>
                  <a:pt x="168166" y="23429"/>
                  <a:pt x="158750" y="14014"/>
                  <a:pt x="147145" y="14014"/>
                </a:cubicBezTo>
                <a:lnTo>
                  <a:pt x="105103" y="14014"/>
                </a:lnTo>
                <a:close/>
                <a:moveTo>
                  <a:pt x="196193" y="164662"/>
                </a:moveTo>
                <a:lnTo>
                  <a:pt x="199697" y="164662"/>
                </a:lnTo>
                <a:lnTo>
                  <a:pt x="199697" y="185683"/>
                </a:lnTo>
                <a:lnTo>
                  <a:pt x="164662" y="185683"/>
                </a:lnTo>
                <a:lnTo>
                  <a:pt x="164662" y="164662"/>
                </a:lnTo>
                <a:lnTo>
                  <a:pt x="196193" y="164662"/>
                </a:lnTo>
                <a:close/>
                <a:moveTo>
                  <a:pt x="84083" y="164662"/>
                </a:moveTo>
                <a:lnTo>
                  <a:pt x="87586" y="164662"/>
                </a:lnTo>
                <a:lnTo>
                  <a:pt x="87586" y="185683"/>
                </a:lnTo>
                <a:lnTo>
                  <a:pt x="52552" y="185683"/>
                </a:lnTo>
                <a:lnTo>
                  <a:pt x="52552" y="164662"/>
                </a:lnTo>
                <a:lnTo>
                  <a:pt x="84083" y="164662"/>
                </a:ln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6"/>
          <p:cNvSpPr/>
          <p:nvPr/>
        </p:nvSpPr>
        <p:spPr>
          <a:xfrm>
            <a:off x="6973560" y="1943280"/>
            <a:ext cx="185832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en-US" sz="177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Retrofit + OkHttp</a:t>
            </a:r>
            <a:endParaRPr lang="es-ES" sz="1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7"/>
          <p:cNvSpPr/>
          <p:nvPr/>
        </p:nvSpPr>
        <p:spPr>
          <a:xfrm>
            <a:off x="6413040" y="2428920"/>
            <a:ext cx="528732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18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Comunicación eficiente con APIs externas. </a:t>
            </a:r>
            <a:r>
              <a:rPr lang="en-US" sz="118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Búsquedas rápidas</a:t>
            </a:r>
            <a:r>
              <a:rPr lang="en-US" sz="118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 y gestión de red optimizada.</a:t>
            </a:r>
            <a:endParaRPr lang="es-ES" sz="11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28"/>
          <p:cNvSpPr/>
          <p:nvPr/>
        </p:nvSpPr>
        <p:spPr>
          <a:xfrm>
            <a:off x="6207480" y="3251160"/>
            <a:ext cx="5604840" cy="1419480"/>
          </a:xfrm>
          <a:custGeom>
            <a:avLst/>
            <a:gdLst>
              <a:gd name="textAreaLeft" fmla="*/ 0 w 5604840"/>
              <a:gd name="textAreaRight" fmla="*/ 5605560 w 5604840"/>
              <a:gd name="textAreaTop" fmla="*/ 0 h 1419480"/>
              <a:gd name="textAreaBottom" fmla="*/ 1420200 h 1419480"/>
            </a:gdLst>
            <a:ahLst/>
            <a:cxnLst/>
            <a:rect l="textAreaLeft" t="textAreaTop" r="textAreaRight" b="textAreaBottom"/>
            <a:pathLst>
              <a:path w="5605517" h="1420064">
                <a:moveTo>
                  <a:pt x="37370" y="0"/>
                </a:moveTo>
                <a:lnTo>
                  <a:pt x="5493403" y="0"/>
                </a:lnTo>
                <a:cubicBezTo>
                  <a:pt x="5555322" y="0"/>
                  <a:pt x="5605517" y="50195"/>
                  <a:pt x="5605517" y="112114"/>
                </a:cubicBezTo>
                <a:lnTo>
                  <a:pt x="5605517" y="1307950"/>
                </a:lnTo>
                <a:cubicBezTo>
                  <a:pt x="5605517" y="1369869"/>
                  <a:pt x="5555322" y="1420064"/>
                  <a:pt x="5493403" y="1420064"/>
                </a:cubicBezTo>
                <a:lnTo>
                  <a:pt x="37370" y="1420064"/>
                </a:lnTo>
                <a:cubicBezTo>
                  <a:pt x="16731" y="1420064"/>
                  <a:pt x="0" y="1403333"/>
                  <a:pt x="0" y="1382694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9"/>
          <p:cNvSpPr/>
          <p:nvPr/>
        </p:nvSpPr>
        <p:spPr>
          <a:xfrm>
            <a:off x="6207480" y="3251160"/>
            <a:ext cx="36720" cy="1419480"/>
          </a:xfrm>
          <a:custGeom>
            <a:avLst/>
            <a:gdLst>
              <a:gd name="textAreaLeft" fmla="*/ 0 w 36720"/>
              <a:gd name="textAreaRight" fmla="*/ 37440 w 36720"/>
              <a:gd name="textAreaTop" fmla="*/ 0 h 1419480"/>
              <a:gd name="textAreaBottom" fmla="*/ 1420200 h 1419480"/>
            </a:gdLst>
            <a:ahLst/>
            <a:cxnLst/>
            <a:rect l="textAreaLeft" t="textAreaTop" r="textAreaRight" b="textAreaBottom"/>
            <a:pathLst>
              <a:path w="37370" h="1420064">
                <a:moveTo>
                  <a:pt x="37370" y="0"/>
                </a:moveTo>
                <a:lnTo>
                  <a:pt x="37370" y="0"/>
                </a:lnTo>
                <a:lnTo>
                  <a:pt x="37370" y="1420064"/>
                </a:lnTo>
                <a:lnTo>
                  <a:pt x="37370" y="1420064"/>
                </a:lnTo>
                <a:cubicBezTo>
                  <a:pt x="16731" y="1420064"/>
                  <a:pt x="0" y="1403333"/>
                  <a:pt x="0" y="1382694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30"/>
          <p:cNvSpPr/>
          <p:nvPr/>
        </p:nvSpPr>
        <p:spPr>
          <a:xfrm>
            <a:off x="6413040" y="3438000"/>
            <a:ext cx="447840" cy="447840"/>
          </a:xfrm>
          <a:custGeom>
            <a:avLst/>
            <a:gdLst>
              <a:gd name="textAreaLeft" fmla="*/ 0 w 447840"/>
              <a:gd name="textAreaRight" fmla="*/ 448560 w 447840"/>
              <a:gd name="textAreaTop" fmla="*/ 0 h 447840"/>
              <a:gd name="textAreaBottom" fmla="*/ 448560 h 447840"/>
            </a:gdLst>
            <a:ahLst/>
            <a:cxnLst/>
            <a:rect l="textAreaLeft" t="textAreaTop" r="textAreaRight" b="textAreaBottom"/>
            <a:pathLst>
              <a:path w="448441" h="448441">
                <a:moveTo>
                  <a:pt x="74742" y="0"/>
                </a:moveTo>
                <a:lnTo>
                  <a:pt x="373700" y="0"/>
                </a:lnTo>
                <a:cubicBezTo>
                  <a:pt x="414951" y="0"/>
                  <a:pt x="448441" y="33491"/>
                  <a:pt x="448441" y="74742"/>
                </a:cubicBezTo>
                <a:lnTo>
                  <a:pt x="448441" y="373700"/>
                </a:lnTo>
                <a:cubicBezTo>
                  <a:pt x="448441" y="414978"/>
                  <a:pt x="414978" y="448441"/>
                  <a:pt x="373700" y="448441"/>
                </a:cubicBezTo>
                <a:lnTo>
                  <a:pt x="74742" y="448441"/>
                </a:lnTo>
                <a:cubicBezTo>
                  <a:pt x="33491" y="448441"/>
                  <a:pt x="0" y="414951"/>
                  <a:pt x="0" y="373700"/>
                </a:cubicBezTo>
                <a:lnTo>
                  <a:pt x="0" y="74742"/>
                </a:lnTo>
                <a:cubicBezTo>
                  <a:pt x="0" y="33491"/>
                  <a:pt x="33491" y="0"/>
                  <a:pt x="74742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31"/>
          <p:cNvSpPr/>
          <p:nvPr/>
        </p:nvSpPr>
        <p:spPr>
          <a:xfrm>
            <a:off x="6539040" y="3550320"/>
            <a:ext cx="195480" cy="223560"/>
          </a:xfrm>
          <a:custGeom>
            <a:avLst/>
            <a:gdLst>
              <a:gd name="textAreaLeft" fmla="*/ 0 w 195480"/>
              <a:gd name="textAreaRight" fmla="*/ 196200 w 195480"/>
              <a:gd name="textAreaTop" fmla="*/ 0 h 223560"/>
              <a:gd name="textAreaBottom" fmla="*/ 224280 h 223560"/>
            </a:gdLst>
            <a:ahLst/>
            <a:cxnLst/>
            <a:rect l="textAreaLeft" t="textAreaTop" r="textAreaRight" b="textAreaBottom"/>
            <a:pathLst>
              <a:path w="196193" h="224221">
                <a:moveTo>
                  <a:pt x="28028" y="14014"/>
                </a:moveTo>
                <a:cubicBezTo>
                  <a:pt x="12569" y="14014"/>
                  <a:pt x="0" y="26582"/>
                  <a:pt x="0" y="42041"/>
                </a:cubicBezTo>
                <a:lnTo>
                  <a:pt x="0" y="182179"/>
                </a:lnTo>
                <a:cubicBezTo>
                  <a:pt x="0" y="197638"/>
                  <a:pt x="12569" y="210207"/>
                  <a:pt x="28028" y="210207"/>
                </a:cubicBezTo>
                <a:lnTo>
                  <a:pt x="168166" y="210207"/>
                </a:lnTo>
                <a:cubicBezTo>
                  <a:pt x="183624" y="210207"/>
                  <a:pt x="196193" y="197638"/>
                  <a:pt x="196193" y="182179"/>
                </a:cubicBezTo>
                <a:lnTo>
                  <a:pt x="196193" y="42041"/>
                </a:lnTo>
                <a:cubicBezTo>
                  <a:pt x="196193" y="26582"/>
                  <a:pt x="183624" y="14014"/>
                  <a:pt x="168166" y="14014"/>
                </a:cubicBezTo>
                <a:lnTo>
                  <a:pt x="28028" y="14014"/>
                </a:lnTo>
                <a:close/>
                <a:moveTo>
                  <a:pt x="56055" y="49048"/>
                </a:moveTo>
                <a:cubicBezTo>
                  <a:pt x="67657" y="49048"/>
                  <a:pt x="77076" y="58467"/>
                  <a:pt x="77076" y="70069"/>
                </a:cubicBezTo>
                <a:cubicBezTo>
                  <a:pt x="77076" y="81671"/>
                  <a:pt x="67657" y="91090"/>
                  <a:pt x="56055" y="91090"/>
                </a:cubicBezTo>
                <a:cubicBezTo>
                  <a:pt x="44454" y="91090"/>
                  <a:pt x="35034" y="81671"/>
                  <a:pt x="35034" y="70069"/>
                </a:cubicBezTo>
                <a:cubicBezTo>
                  <a:pt x="35034" y="58467"/>
                  <a:pt x="44454" y="49048"/>
                  <a:pt x="56055" y="49048"/>
                </a:cubicBezTo>
                <a:close/>
                <a:moveTo>
                  <a:pt x="119117" y="98097"/>
                </a:moveTo>
                <a:cubicBezTo>
                  <a:pt x="122796" y="98097"/>
                  <a:pt x="126168" y="100023"/>
                  <a:pt x="128095" y="103133"/>
                </a:cubicBezTo>
                <a:lnTo>
                  <a:pt x="166633" y="166195"/>
                </a:lnTo>
                <a:cubicBezTo>
                  <a:pt x="168603" y="169436"/>
                  <a:pt x="168691" y="173508"/>
                  <a:pt x="166852" y="176837"/>
                </a:cubicBezTo>
                <a:cubicBezTo>
                  <a:pt x="165012" y="180165"/>
                  <a:pt x="161465" y="182179"/>
                  <a:pt x="157655" y="182179"/>
                </a:cubicBezTo>
                <a:lnTo>
                  <a:pt x="38538" y="182179"/>
                </a:lnTo>
                <a:cubicBezTo>
                  <a:pt x="34640" y="182179"/>
                  <a:pt x="31006" y="179990"/>
                  <a:pt x="29210" y="176530"/>
                </a:cubicBezTo>
                <a:cubicBezTo>
                  <a:pt x="27414" y="173070"/>
                  <a:pt x="27677" y="168866"/>
                  <a:pt x="29911" y="165669"/>
                </a:cubicBezTo>
                <a:lnTo>
                  <a:pt x="54435" y="130635"/>
                </a:lnTo>
                <a:cubicBezTo>
                  <a:pt x="56406" y="127832"/>
                  <a:pt x="59602" y="126168"/>
                  <a:pt x="63062" y="126168"/>
                </a:cubicBezTo>
                <a:cubicBezTo>
                  <a:pt x="66522" y="126168"/>
                  <a:pt x="69719" y="127832"/>
                  <a:pt x="71689" y="130635"/>
                </a:cubicBezTo>
                <a:lnTo>
                  <a:pt x="83251" y="147189"/>
                </a:lnTo>
                <a:lnTo>
                  <a:pt x="110140" y="103177"/>
                </a:lnTo>
                <a:cubicBezTo>
                  <a:pt x="112067" y="100067"/>
                  <a:pt x="115439" y="98140"/>
                  <a:pt x="119117" y="98140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2"/>
          <p:cNvSpPr/>
          <p:nvPr/>
        </p:nvSpPr>
        <p:spPr>
          <a:xfrm>
            <a:off x="6973560" y="3512880"/>
            <a:ext cx="51300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en-US" sz="177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Coil</a:t>
            </a:r>
            <a:endParaRPr lang="es-ES" sz="1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3"/>
          <p:cNvSpPr/>
          <p:nvPr/>
        </p:nvSpPr>
        <p:spPr>
          <a:xfrm>
            <a:off x="6413040" y="3998520"/>
            <a:ext cx="528732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18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Carga eficiente de imágenes con </a:t>
            </a:r>
            <a:r>
              <a:rPr lang="en-US" sz="118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caché inteligente</a:t>
            </a:r>
            <a:r>
              <a:rPr lang="en-US" sz="118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. Portadas rápidas y optimizadas.</a:t>
            </a:r>
            <a:endParaRPr lang="es-ES" sz="11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34"/>
          <p:cNvSpPr/>
          <p:nvPr/>
        </p:nvSpPr>
        <p:spPr>
          <a:xfrm>
            <a:off x="6207480" y="4820760"/>
            <a:ext cx="5604840" cy="1419480"/>
          </a:xfrm>
          <a:custGeom>
            <a:avLst/>
            <a:gdLst>
              <a:gd name="textAreaLeft" fmla="*/ 0 w 5604840"/>
              <a:gd name="textAreaRight" fmla="*/ 5605560 w 5604840"/>
              <a:gd name="textAreaTop" fmla="*/ 0 h 1419480"/>
              <a:gd name="textAreaBottom" fmla="*/ 1420200 h 1419480"/>
            </a:gdLst>
            <a:ahLst/>
            <a:cxnLst/>
            <a:rect l="textAreaLeft" t="textAreaTop" r="textAreaRight" b="textAreaBottom"/>
            <a:pathLst>
              <a:path w="5605517" h="1420064">
                <a:moveTo>
                  <a:pt x="37370" y="0"/>
                </a:moveTo>
                <a:lnTo>
                  <a:pt x="5493403" y="0"/>
                </a:lnTo>
                <a:cubicBezTo>
                  <a:pt x="5555322" y="0"/>
                  <a:pt x="5605517" y="50195"/>
                  <a:pt x="5605517" y="112114"/>
                </a:cubicBezTo>
                <a:lnTo>
                  <a:pt x="5605517" y="1307950"/>
                </a:lnTo>
                <a:cubicBezTo>
                  <a:pt x="5605517" y="1369869"/>
                  <a:pt x="5555322" y="1420064"/>
                  <a:pt x="5493403" y="1420064"/>
                </a:cubicBezTo>
                <a:lnTo>
                  <a:pt x="37370" y="1420064"/>
                </a:lnTo>
                <a:cubicBezTo>
                  <a:pt x="16731" y="1420064"/>
                  <a:pt x="0" y="1403333"/>
                  <a:pt x="0" y="1382694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35"/>
          <p:cNvSpPr/>
          <p:nvPr/>
        </p:nvSpPr>
        <p:spPr>
          <a:xfrm>
            <a:off x="6207480" y="4820760"/>
            <a:ext cx="36720" cy="1419480"/>
          </a:xfrm>
          <a:custGeom>
            <a:avLst/>
            <a:gdLst>
              <a:gd name="textAreaLeft" fmla="*/ 0 w 36720"/>
              <a:gd name="textAreaRight" fmla="*/ 37440 w 36720"/>
              <a:gd name="textAreaTop" fmla="*/ 0 h 1419480"/>
              <a:gd name="textAreaBottom" fmla="*/ 1420200 h 1419480"/>
            </a:gdLst>
            <a:ahLst/>
            <a:cxnLst/>
            <a:rect l="textAreaLeft" t="textAreaTop" r="textAreaRight" b="textAreaBottom"/>
            <a:pathLst>
              <a:path w="37370" h="1420064">
                <a:moveTo>
                  <a:pt x="37370" y="0"/>
                </a:moveTo>
                <a:lnTo>
                  <a:pt x="37370" y="0"/>
                </a:lnTo>
                <a:lnTo>
                  <a:pt x="37370" y="1420064"/>
                </a:lnTo>
                <a:lnTo>
                  <a:pt x="37370" y="1420064"/>
                </a:lnTo>
                <a:cubicBezTo>
                  <a:pt x="16731" y="1420064"/>
                  <a:pt x="0" y="1403333"/>
                  <a:pt x="0" y="1382694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36"/>
          <p:cNvSpPr/>
          <p:nvPr/>
        </p:nvSpPr>
        <p:spPr>
          <a:xfrm>
            <a:off x="6413040" y="5007600"/>
            <a:ext cx="447840" cy="447840"/>
          </a:xfrm>
          <a:custGeom>
            <a:avLst/>
            <a:gdLst>
              <a:gd name="textAreaLeft" fmla="*/ 0 w 447840"/>
              <a:gd name="textAreaRight" fmla="*/ 448560 w 447840"/>
              <a:gd name="textAreaTop" fmla="*/ 0 h 447840"/>
              <a:gd name="textAreaBottom" fmla="*/ 448560 h 447840"/>
            </a:gdLst>
            <a:ahLst/>
            <a:cxnLst/>
            <a:rect l="textAreaLeft" t="textAreaTop" r="textAreaRight" b="textAreaBottom"/>
            <a:pathLst>
              <a:path w="448441" h="448441">
                <a:moveTo>
                  <a:pt x="74742" y="0"/>
                </a:moveTo>
                <a:lnTo>
                  <a:pt x="373700" y="0"/>
                </a:lnTo>
                <a:cubicBezTo>
                  <a:pt x="414951" y="0"/>
                  <a:pt x="448441" y="33491"/>
                  <a:pt x="448441" y="74742"/>
                </a:cubicBezTo>
                <a:lnTo>
                  <a:pt x="448441" y="373700"/>
                </a:lnTo>
                <a:cubicBezTo>
                  <a:pt x="448441" y="414978"/>
                  <a:pt x="414978" y="448441"/>
                  <a:pt x="373700" y="448441"/>
                </a:cubicBezTo>
                <a:lnTo>
                  <a:pt x="74742" y="448441"/>
                </a:lnTo>
                <a:cubicBezTo>
                  <a:pt x="33491" y="448441"/>
                  <a:pt x="0" y="414951"/>
                  <a:pt x="0" y="373700"/>
                </a:cubicBezTo>
                <a:lnTo>
                  <a:pt x="0" y="74742"/>
                </a:lnTo>
                <a:cubicBezTo>
                  <a:pt x="0" y="33491"/>
                  <a:pt x="33491" y="0"/>
                  <a:pt x="74742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37"/>
          <p:cNvSpPr/>
          <p:nvPr/>
        </p:nvSpPr>
        <p:spPr>
          <a:xfrm>
            <a:off x="6525000" y="5119560"/>
            <a:ext cx="223560" cy="223560"/>
          </a:xfrm>
          <a:custGeom>
            <a:avLst/>
            <a:gdLst>
              <a:gd name="textAreaLeft" fmla="*/ 0 w 223560"/>
              <a:gd name="textAreaRight" fmla="*/ 224280 w 223560"/>
              <a:gd name="textAreaTop" fmla="*/ 0 h 223560"/>
              <a:gd name="textAreaBottom" fmla="*/ 224280 h 223560"/>
            </a:gdLst>
            <a:ahLst/>
            <a:cxnLst/>
            <a:rect l="textAreaLeft" t="textAreaTop" r="textAreaRight" b="textAreaBottom"/>
            <a:pathLst>
              <a:path w="224221" h="224221">
                <a:moveTo>
                  <a:pt x="58595" y="15897"/>
                </a:moveTo>
                <a:cubicBezTo>
                  <a:pt x="63369" y="19225"/>
                  <a:pt x="64507" y="25794"/>
                  <a:pt x="61179" y="30524"/>
                </a:cubicBezTo>
                <a:lnTo>
                  <a:pt x="36655" y="65558"/>
                </a:lnTo>
                <a:cubicBezTo>
                  <a:pt x="34859" y="68098"/>
                  <a:pt x="32057" y="69719"/>
                  <a:pt x="28947" y="69981"/>
                </a:cubicBezTo>
                <a:cubicBezTo>
                  <a:pt x="25838" y="70244"/>
                  <a:pt x="22772" y="69193"/>
                  <a:pt x="20583" y="67003"/>
                </a:cubicBezTo>
                <a:lnTo>
                  <a:pt x="3066" y="49486"/>
                </a:lnTo>
                <a:cubicBezTo>
                  <a:pt x="-1007" y="45370"/>
                  <a:pt x="-1007" y="38713"/>
                  <a:pt x="3066" y="34597"/>
                </a:cubicBezTo>
                <a:cubicBezTo>
                  <a:pt x="7138" y="30480"/>
                  <a:pt x="13839" y="30524"/>
                  <a:pt x="17955" y="34597"/>
                </a:cubicBezTo>
                <a:lnTo>
                  <a:pt x="26626" y="43268"/>
                </a:lnTo>
                <a:lnTo>
                  <a:pt x="43968" y="18481"/>
                </a:lnTo>
                <a:cubicBezTo>
                  <a:pt x="47297" y="13707"/>
                  <a:pt x="53866" y="12569"/>
                  <a:pt x="58595" y="15897"/>
                </a:cubicBezTo>
                <a:close/>
                <a:moveTo>
                  <a:pt x="58595" y="85966"/>
                </a:moveTo>
                <a:cubicBezTo>
                  <a:pt x="63369" y="89294"/>
                  <a:pt x="64507" y="95863"/>
                  <a:pt x="61179" y="100593"/>
                </a:cubicBezTo>
                <a:lnTo>
                  <a:pt x="36655" y="135627"/>
                </a:lnTo>
                <a:cubicBezTo>
                  <a:pt x="34859" y="138167"/>
                  <a:pt x="32057" y="139788"/>
                  <a:pt x="28947" y="140050"/>
                </a:cubicBezTo>
                <a:cubicBezTo>
                  <a:pt x="25838" y="140313"/>
                  <a:pt x="22772" y="139262"/>
                  <a:pt x="20583" y="137072"/>
                </a:cubicBezTo>
                <a:lnTo>
                  <a:pt x="3066" y="119555"/>
                </a:lnTo>
                <a:cubicBezTo>
                  <a:pt x="-1051" y="115439"/>
                  <a:pt x="-1051" y="108782"/>
                  <a:pt x="3066" y="104709"/>
                </a:cubicBezTo>
                <a:cubicBezTo>
                  <a:pt x="7182" y="100637"/>
                  <a:pt x="13839" y="100593"/>
                  <a:pt x="17911" y="104709"/>
                </a:cubicBezTo>
                <a:lnTo>
                  <a:pt x="26582" y="113380"/>
                </a:lnTo>
                <a:lnTo>
                  <a:pt x="43924" y="88593"/>
                </a:lnTo>
                <a:cubicBezTo>
                  <a:pt x="47253" y="83820"/>
                  <a:pt x="53822" y="82681"/>
                  <a:pt x="58551" y="86010"/>
                </a:cubicBezTo>
                <a:close/>
                <a:moveTo>
                  <a:pt x="98097" y="42041"/>
                </a:moveTo>
                <a:cubicBezTo>
                  <a:pt x="98097" y="34290"/>
                  <a:pt x="104359" y="28028"/>
                  <a:pt x="112110" y="28028"/>
                </a:cubicBezTo>
                <a:lnTo>
                  <a:pt x="210207" y="28028"/>
                </a:lnTo>
                <a:cubicBezTo>
                  <a:pt x="217958" y="28028"/>
                  <a:pt x="224221" y="34290"/>
                  <a:pt x="224221" y="42041"/>
                </a:cubicBezTo>
                <a:cubicBezTo>
                  <a:pt x="224221" y="49793"/>
                  <a:pt x="217958" y="56055"/>
                  <a:pt x="210207" y="56055"/>
                </a:cubicBezTo>
                <a:lnTo>
                  <a:pt x="112110" y="56055"/>
                </a:lnTo>
                <a:cubicBezTo>
                  <a:pt x="104359" y="56055"/>
                  <a:pt x="98097" y="49793"/>
                  <a:pt x="98097" y="42041"/>
                </a:cubicBezTo>
                <a:close/>
                <a:moveTo>
                  <a:pt x="98097" y="112110"/>
                </a:moveTo>
                <a:cubicBezTo>
                  <a:pt x="98097" y="104359"/>
                  <a:pt x="104359" y="98097"/>
                  <a:pt x="112110" y="98097"/>
                </a:cubicBezTo>
                <a:lnTo>
                  <a:pt x="210207" y="98097"/>
                </a:lnTo>
                <a:cubicBezTo>
                  <a:pt x="217958" y="98097"/>
                  <a:pt x="224221" y="104359"/>
                  <a:pt x="224221" y="112110"/>
                </a:cubicBezTo>
                <a:cubicBezTo>
                  <a:pt x="224221" y="119862"/>
                  <a:pt x="217958" y="126124"/>
                  <a:pt x="210207" y="126124"/>
                </a:cubicBezTo>
                <a:lnTo>
                  <a:pt x="112110" y="126124"/>
                </a:lnTo>
                <a:cubicBezTo>
                  <a:pt x="104359" y="126124"/>
                  <a:pt x="98097" y="119862"/>
                  <a:pt x="98097" y="112110"/>
                </a:cubicBezTo>
                <a:close/>
                <a:moveTo>
                  <a:pt x="70069" y="182179"/>
                </a:moveTo>
                <a:cubicBezTo>
                  <a:pt x="70069" y="174428"/>
                  <a:pt x="76331" y="168166"/>
                  <a:pt x="84083" y="168166"/>
                </a:cubicBezTo>
                <a:lnTo>
                  <a:pt x="210207" y="168166"/>
                </a:lnTo>
                <a:cubicBezTo>
                  <a:pt x="217958" y="168166"/>
                  <a:pt x="224221" y="174428"/>
                  <a:pt x="224221" y="182179"/>
                </a:cubicBezTo>
                <a:cubicBezTo>
                  <a:pt x="224221" y="189931"/>
                  <a:pt x="217958" y="196193"/>
                  <a:pt x="210207" y="196193"/>
                </a:cubicBezTo>
                <a:lnTo>
                  <a:pt x="84083" y="196193"/>
                </a:lnTo>
                <a:cubicBezTo>
                  <a:pt x="76331" y="196193"/>
                  <a:pt x="70069" y="189931"/>
                  <a:pt x="70069" y="182179"/>
                </a:cubicBezTo>
                <a:close/>
                <a:moveTo>
                  <a:pt x="28028" y="164662"/>
                </a:moveTo>
                <a:cubicBezTo>
                  <a:pt x="37696" y="164662"/>
                  <a:pt x="45545" y="172511"/>
                  <a:pt x="45545" y="182179"/>
                </a:cubicBezTo>
                <a:cubicBezTo>
                  <a:pt x="45545" y="191847"/>
                  <a:pt x="37696" y="199697"/>
                  <a:pt x="28028" y="199697"/>
                </a:cubicBezTo>
                <a:cubicBezTo>
                  <a:pt x="18360" y="199697"/>
                  <a:pt x="10510" y="191847"/>
                  <a:pt x="10510" y="182179"/>
                </a:cubicBezTo>
                <a:cubicBezTo>
                  <a:pt x="10510" y="172511"/>
                  <a:pt x="18360" y="164662"/>
                  <a:pt x="28028" y="164662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8"/>
          <p:cNvSpPr/>
          <p:nvPr/>
        </p:nvSpPr>
        <p:spPr>
          <a:xfrm>
            <a:off x="6973560" y="5082480"/>
            <a:ext cx="154080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en-US" sz="177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WorkManager</a:t>
            </a:r>
            <a:endParaRPr lang="es-ES" sz="1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9"/>
          <p:cNvSpPr/>
          <p:nvPr/>
        </p:nvSpPr>
        <p:spPr>
          <a:xfrm>
            <a:off x="6413040" y="5568120"/>
            <a:ext cx="528732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18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Tareas en background </a:t>
            </a:r>
            <a:r>
              <a:rPr lang="en-US" sz="118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garantizadas</a:t>
            </a:r>
            <a:r>
              <a:rPr lang="en-US" sz="118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. Descarga de portadas incluso si cierras la app.</a:t>
            </a:r>
            <a:endParaRPr lang="es-ES" sz="11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40"/>
          <p:cNvSpPr/>
          <p:nvPr/>
        </p:nvSpPr>
        <p:spPr>
          <a:xfrm>
            <a:off x="378360" y="6395040"/>
            <a:ext cx="11434680" cy="457200"/>
          </a:xfrm>
          <a:custGeom>
            <a:avLst/>
            <a:gdLst>
              <a:gd name="textAreaLeft" fmla="*/ 0 w 11434680"/>
              <a:gd name="textAreaRight" fmla="*/ 11435400 w 11434680"/>
              <a:gd name="textAreaTop" fmla="*/ 0 h 457200"/>
              <a:gd name="textAreaBottom" fmla="*/ 457920 h 457200"/>
            </a:gdLst>
            <a:ahLst/>
            <a:cxnLst/>
            <a:rect l="textAreaLeft" t="textAreaTop" r="textAreaRight" b="textAreaBottom"/>
            <a:pathLst>
              <a:path w="11435255" h="457784">
                <a:moveTo>
                  <a:pt x="74742" y="0"/>
                </a:moveTo>
                <a:lnTo>
                  <a:pt x="11360513" y="0"/>
                </a:lnTo>
                <a:cubicBezTo>
                  <a:pt x="11401792" y="0"/>
                  <a:pt x="11435255" y="33463"/>
                  <a:pt x="11435255" y="74742"/>
                </a:cubicBezTo>
                <a:lnTo>
                  <a:pt x="11435255" y="383042"/>
                </a:lnTo>
                <a:cubicBezTo>
                  <a:pt x="11435255" y="424321"/>
                  <a:pt x="11401792" y="457784"/>
                  <a:pt x="11360513" y="457784"/>
                </a:cubicBezTo>
                <a:lnTo>
                  <a:pt x="74742" y="457784"/>
                </a:lnTo>
                <a:cubicBezTo>
                  <a:pt x="33463" y="457784"/>
                  <a:pt x="0" y="424321"/>
                  <a:pt x="0" y="383042"/>
                </a:cubicBezTo>
                <a:lnTo>
                  <a:pt x="0" y="74742"/>
                </a:lnTo>
                <a:cubicBezTo>
                  <a:pt x="0" y="33491"/>
                  <a:pt x="33491" y="0"/>
                  <a:pt x="74742" y="0"/>
                </a:cubicBezTo>
                <a:close/>
              </a:path>
            </a:pathLst>
          </a:custGeom>
          <a:solidFill>
            <a:srgbClr val="D8A25A">
              <a:alpha val="10000"/>
            </a:srgbClr>
          </a:solidFill>
          <a:ln w="12700">
            <a:solidFill>
              <a:srgbClr val="D8A25A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41"/>
          <p:cNvSpPr/>
          <p:nvPr/>
        </p:nvSpPr>
        <p:spPr>
          <a:xfrm>
            <a:off x="4332960" y="6549120"/>
            <a:ext cx="167400" cy="148680"/>
          </a:xfrm>
          <a:custGeom>
            <a:avLst/>
            <a:gdLst>
              <a:gd name="textAreaLeft" fmla="*/ 0 w 167400"/>
              <a:gd name="textAreaRight" fmla="*/ 168120 w 167400"/>
              <a:gd name="textAreaTop" fmla="*/ 0 h 148680"/>
              <a:gd name="textAreaBottom" fmla="*/ 149400 h 148680"/>
            </a:gdLst>
            <a:ahLst/>
            <a:cxnLst/>
            <a:rect l="textAreaLeft" t="textAreaTop" r="textAreaRight" b="textAreaBottom"/>
            <a:pathLst>
              <a:path w="168166" h="149480">
                <a:moveTo>
                  <a:pt x="105337" y="350"/>
                </a:moveTo>
                <a:cubicBezTo>
                  <a:pt x="100374" y="-1080"/>
                  <a:pt x="95206" y="1810"/>
                  <a:pt x="93776" y="6773"/>
                </a:cubicBezTo>
                <a:lnTo>
                  <a:pt x="56406" y="137569"/>
                </a:lnTo>
                <a:cubicBezTo>
                  <a:pt x="54975" y="142532"/>
                  <a:pt x="57865" y="147700"/>
                  <a:pt x="62829" y="149130"/>
                </a:cubicBezTo>
                <a:cubicBezTo>
                  <a:pt x="67792" y="150561"/>
                  <a:pt x="72959" y="147670"/>
                  <a:pt x="74390" y="142707"/>
                </a:cubicBezTo>
                <a:lnTo>
                  <a:pt x="111760" y="11912"/>
                </a:lnTo>
                <a:cubicBezTo>
                  <a:pt x="113191" y="6949"/>
                  <a:pt x="110300" y="1781"/>
                  <a:pt x="105337" y="350"/>
                </a:cubicBezTo>
                <a:close/>
                <a:moveTo>
                  <a:pt x="124197" y="40085"/>
                </a:moveTo>
                <a:cubicBezTo>
                  <a:pt x="120548" y="43735"/>
                  <a:pt x="120548" y="49661"/>
                  <a:pt x="124197" y="53311"/>
                </a:cubicBezTo>
                <a:lnTo>
                  <a:pt x="145627" y="74740"/>
                </a:lnTo>
                <a:lnTo>
                  <a:pt x="124197" y="96170"/>
                </a:lnTo>
                <a:cubicBezTo>
                  <a:pt x="120548" y="99819"/>
                  <a:pt x="120548" y="105746"/>
                  <a:pt x="124197" y="109395"/>
                </a:cubicBezTo>
                <a:cubicBezTo>
                  <a:pt x="127847" y="113045"/>
                  <a:pt x="133773" y="113045"/>
                  <a:pt x="137423" y="109395"/>
                </a:cubicBezTo>
                <a:lnTo>
                  <a:pt x="165450" y="81368"/>
                </a:lnTo>
                <a:cubicBezTo>
                  <a:pt x="169100" y="77718"/>
                  <a:pt x="169100" y="71791"/>
                  <a:pt x="165450" y="68142"/>
                </a:cubicBezTo>
                <a:lnTo>
                  <a:pt x="137423" y="40114"/>
                </a:lnTo>
                <a:cubicBezTo>
                  <a:pt x="133773" y="36465"/>
                  <a:pt x="127847" y="36465"/>
                  <a:pt x="124197" y="40114"/>
                </a:cubicBezTo>
                <a:close/>
                <a:moveTo>
                  <a:pt x="43997" y="40085"/>
                </a:moveTo>
                <a:cubicBezTo>
                  <a:pt x="40348" y="36436"/>
                  <a:pt x="34421" y="36436"/>
                  <a:pt x="30772" y="40085"/>
                </a:cubicBezTo>
                <a:lnTo>
                  <a:pt x="2744" y="68113"/>
                </a:lnTo>
                <a:cubicBezTo>
                  <a:pt x="-905" y="71762"/>
                  <a:pt x="-905" y="77689"/>
                  <a:pt x="2744" y="81338"/>
                </a:cubicBezTo>
                <a:lnTo>
                  <a:pt x="30772" y="109366"/>
                </a:lnTo>
                <a:cubicBezTo>
                  <a:pt x="34421" y="113015"/>
                  <a:pt x="40348" y="113015"/>
                  <a:pt x="43997" y="109366"/>
                </a:cubicBezTo>
                <a:cubicBezTo>
                  <a:pt x="47647" y="105717"/>
                  <a:pt x="47647" y="99790"/>
                  <a:pt x="43997" y="96140"/>
                </a:cubicBezTo>
                <a:lnTo>
                  <a:pt x="22568" y="74740"/>
                </a:lnTo>
                <a:lnTo>
                  <a:pt x="43968" y="53311"/>
                </a:lnTo>
                <a:cubicBezTo>
                  <a:pt x="47618" y="49661"/>
                  <a:pt x="47618" y="43735"/>
                  <a:pt x="43968" y="40085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42"/>
          <p:cNvSpPr/>
          <p:nvPr/>
        </p:nvSpPr>
        <p:spPr>
          <a:xfrm>
            <a:off x="699480" y="6511680"/>
            <a:ext cx="11034000" cy="2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180" b="1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92 tests unitarios</a:t>
            </a:r>
            <a:r>
              <a:rPr lang="en-US" sz="118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 aseguran calidad y estabilidad</a:t>
            </a:r>
            <a:endParaRPr lang="es-ES" sz="11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D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380880" y="380880"/>
            <a:ext cx="11505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pc="119" strike="noStrike">
                <a:solidFill>
                  <a:srgbClr val="D8A25A"/>
                </a:solidFill>
                <a:effectLst/>
                <a:uFillTx/>
                <a:latin typeface="Quattrocento Sans"/>
                <a:ea typeface="Quattrocento Sans"/>
              </a:rPr>
              <a:t>SEGURIDAD MÓVIL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380880" y="685800"/>
            <a:ext cx="116006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en-US" sz="2700" b="1" u="none" strike="noStrike">
                <a:solidFill>
                  <a:srgbClr val="F5F0E8"/>
                </a:solidFill>
                <a:effectLst/>
                <a:uFillTx/>
                <a:latin typeface="Noto Sans SC"/>
                <a:ea typeface="Noto Sans SC"/>
              </a:rPr>
              <a:t>Seguridad OWASP Mobile Top 10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"/>
          <p:cNvSpPr/>
          <p:nvPr/>
        </p:nvSpPr>
        <p:spPr>
          <a:xfrm>
            <a:off x="380880" y="1181160"/>
            <a:ext cx="913680" cy="37440"/>
          </a:xfrm>
          <a:custGeom>
            <a:avLst/>
            <a:gdLst>
              <a:gd name="textAreaLeft" fmla="*/ 0 w 913680"/>
              <a:gd name="textAreaRight" fmla="*/ 914400 w 91368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3"/>
          <p:cNvSpPr/>
          <p:nvPr/>
        </p:nvSpPr>
        <p:spPr>
          <a:xfrm>
            <a:off x="390600" y="1380960"/>
            <a:ext cx="4218840" cy="4457160"/>
          </a:xfrm>
          <a:custGeom>
            <a:avLst/>
            <a:gdLst>
              <a:gd name="textAreaLeft" fmla="*/ 0 w 4218840"/>
              <a:gd name="textAreaRight" fmla="*/ 4219560 w 4218840"/>
              <a:gd name="textAreaTop" fmla="*/ 0 h 4457160"/>
              <a:gd name="textAreaBottom" fmla="*/ 4457880 h 4457160"/>
            </a:gdLst>
            <a:ahLst/>
            <a:cxnLst/>
            <a:rect l="textAreaLeft" t="textAreaTop" r="textAreaRight" b="textAreaBottom"/>
            <a:pathLst>
              <a:path w="4219575" h="4457700">
                <a:moveTo>
                  <a:pt x="114308" y="0"/>
                </a:moveTo>
                <a:lnTo>
                  <a:pt x="4105267" y="0"/>
                </a:lnTo>
                <a:cubicBezTo>
                  <a:pt x="4168397" y="0"/>
                  <a:pt x="4219575" y="51178"/>
                  <a:pt x="4219575" y="114308"/>
                </a:cubicBezTo>
                <a:lnTo>
                  <a:pt x="4219575" y="4343392"/>
                </a:lnTo>
                <a:cubicBezTo>
                  <a:pt x="4219575" y="4406522"/>
                  <a:pt x="4168397" y="4457700"/>
                  <a:pt x="4105267" y="4457700"/>
                </a:cubicBezTo>
                <a:lnTo>
                  <a:pt x="114308" y="4457700"/>
                </a:lnTo>
                <a:cubicBezTo>
                  <a:pt x="51178" y="4457700"/>
                  <a:pt x="0" y="4406522"/>
                  <a:pt x="0" y="434339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D8A25A">
              <a:alpha val="10000"/>
            </a:srgbClr>
          </a:solidFill>
          <a:ln w="25400">
            <a:solidFill>
              <a:srgbClr val="D8A2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4"/>
          <p:cNvSpPr/>
          <p:nvPr/>
        </p:nvSpPr>
        <p:spPr>
          <a:xfrm>
            <a:off x="2159280" y="1738440"/>
            <a:ext cx="685080" cy="685080"/>
          </a:xfrm>
          <a:custGeom>
            <a:avLst/>
            <a:gdLst>
              <a:gd name="textAreaLeft" fmla="*/ 0 w 685080"/>
              <a:gd name="textAreaRight" fmla="*/ 685800 w 685080"/>
              <a:gd name="textAreaTop" fmla="*/ 0 h 685080"/>
              <a:gd name="textAreaBottom" fmla="*/ 685800 h 685080"/>
            </a:gdLst>
            <a:ahLst/>
            <a:cxnLst/>
            <a:rect l="textAreaLeft" t="textAreaTop" r="textAreaRight" b="textAreaBottom"/>
            <a:pathLst>
              <a:path w="685800" h="685800">
                <a:moveTo>
                  <a:pt x="342900" y="0"/>
                </a:moveTo>
                <a:cubicBezTo>
                  <a:pt x="349061" y="0"/>
                  <a:pt x="355223" y="1339"/>
                  <a:pt x="360849" y="3884"/>
                </a:cubicBezTo>
                <a:lnTo>
                  <a:pt x="613202" y="110907"/>
                </a:lnTo>
                <a:cubicBezTo>
                  <a:pt x="642670" y="123364"/>
                  <a:pt x="664637" y="152430"/>
                  <a:pt x="664503" y="187523"/>
                </a:cubicBezTo>
                <a:cubicBezTo>
                  <a:pt x="663833" y="320397"/>
                  <a:pt x="609183" y="563508"/>
                  <a:pt x="378396" y="674013"/>
                </a:cubicBezTo>
                <a:cubicBezTo>
                  <a:pt x="356027" y="684728"/>
                  <a:pt x="330041" y="684728"/>
                  <a:pt x="307672" y="674013"/>
                </a:cubicBezTo>
                <a:cubicBezTo>
                  <a:pt x="76751" y="563508"/>
                  <a:pt x="22235" y="320397"/>
                  <a:pt x="21565" y="187523"/>
                </a:cubicBezTo>
                <a:cubicBezTo>
                  <a:pt x="21431" y="152430"/>
                  <a:pt x="43398" y="123364"/>
                  <a:pt x="72866" y="110907"/>
                </a:cubicBezTo>
                <a:lnTo>
                  <a:pt x="325085" y="3884"/>
                </a:lnTo>
                <a:cubicBezTo>
                  <a:pt x="330711" y="1339"/>
                  <a:pt x="336739" y="0"/>
                  <a:pt x="342900" y="0"/>
                </a:cubicBezTo>
                <a:close/>
                <a:moveTo>
                  <a:pt x="342900" y="89475"/>
                </a:moveTo>
                <a:lnTo>
                  <a:pt x="342900" y="595923"/>
                </a:lnTo>
                <a:cubicBezTo>
                  <a:pt x="527745" y="506447"/>
                  <a:pt x="577438" y="308208"/>
                  <a:pt x="578644" y="189533"/>
                </a:cubicBezTo>
                <a:lnTo>
                  <a:pt x="342900" y="89609"/>
                </a:lnTo>
                <a:lnTo>
                  <a:pt x="342900" y="89609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2026080" y="2576520"/>
            <a:ext cx="9518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90000"/>
              </a:lnSpc>
            </a:pPr>
            <a:r>
              <a:rPr lang="en-US" sz="27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10/12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6"/>
          <p:cNvSpPr/>
          <p:nvPr/>
        </p:nvSpPr>
        <p:spPr>
          <a:xfrm>
            <a:off x="581040" y="3071880"/>
            <a:ext cx="3837960" cy="61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40000"/>
              </a:lnSpc>
            </a:pPr>
            <a:r>
              <a:rPr lang="en-US" sz="15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Hallazgos corregidos en auditoría de seguridad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7"/>
          <p:cNvSpPr/>
          <p:nvPr/>
        </p:nvSpPr>
        <p:spPr>
          <a:xfrm>
            <a:off x="628560" y="3843360"/>
            <a:ext cx="3742560" cy="494640"/>
          </a:xfrm>
          <a:custGeom>
            <a:avLst/>
            <a:gdLst>
              <a:gd name="textAreaLeft" fmla="*/ 0 w 3742560"/>
              <a:gd name="textAreaRight" fmla="*/ 3743280 w 3742560"/>
              <a:gd name="textAreaTop" fmla="*/ 0 h 494640"/>
              <a:gd name="textAreaBottom" fmla="*/ 495360 h 494640"/>
            </a:gdLst>
            <a:ahLst/>
            <a:cxnLst/>
            <a:rect l="textAreaLeft" t="textAreaTop" r="textAreaRight" b="textAreaBottom"/>
            <a:pathLst>
              <a:path w="3743325" h="495300">
                <a:moveTo>
                  <a:pt x="76202" y="0"/>
                </a:moveTo>
                <a:lnTo>
                  <a:pt x="3667123" y="0"/>
                </a:lnTo>
                <a:cubicBezTo>
                  <a:pt x="3709208" y="0"/>
                  <a:pt x="3743325" y="34117"/>
                  <a:pt x="3743325" y="76202"/>
                </a:cubicBezTo>
                <a:lnTo>
                  <a:pt x="3743325" y="419098"/>
                </a:lnTo>
                <a:cubicBezTo>
                  <a:pt x="3743325" y="461183"/>
                  <a:pt x="3709208" y="495300"/>
                  <a:pt x="3667123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3E3A36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8"/>
          <p:cNvSpPr/>
          <p:nvPr/>
        </p:nvSpPr>
        <p:spPr>
          <a:xfrm>
            <a:off x="704880" y="3976560"/>
            <a:ext cx="58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Críticos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9"/>
          <p:cNvSpPr/>
          <p:nvPr/>
        </p:nvSpPr>
        <p:spPr>
          <a:xfrm>
            <a:off x="3948840" y="3957480"/>
            <a:ext cx="3610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500" b="1" u="none" strike="noStrike">
                <a:solidFill>
                  <a:srgbClr val="D8A25A"/>
                </a:solidFill>
                <a:effectLst/>
                <a:uFillTx/>
                <a:latin typeface="Quattrocento Sans"/>
                <a:ea typeface="Quattrocento Sans"/>
              </a:rPr>
              <a:t>4/4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0"/>
          <p:cNvSpPr/>
          <p:nvPr/>
        </p:nvSpPr>
        <p:spPr>
          <a:xfrm>
            <a:off x="628560" y="4414680"/>
            <a:ext cx="3742560" cy="494640"/>
          </a:xfrm>
          <a:custGeom>
            <a:avLst/>
            <a:gdLst>
              <a:gd name="textAreaLeft" fmla="*/ 0 w 3742560"/>
              <a:gd name="textAreaRight" fmla="*/ 3743280 w 3742560"/>
              <a:gd name="textAreaTop" fmla="*/ 0 h 494640"/>
              <a:gd name="textAreaBottom" fmla="*/ 495360 h 494640"/>
            </a:gdLst>
            <a:ahLst/>
            <a:cxnLst/>
            <a:rect l="textAreaLeft" t="textAreaTop" r="textAreaRight" b="textAreaBottom"/>
            <a:pathLst>
              <a:path w="3743325" h="495300">
                <a:moveTo>
                  <a:pt x="76202" y="0"/>
                </a:moveTo>
                <a:lnTo>
                  <a:pt x="3667123" y="0"/>
                </a:lnTo>
                <a:cubicBezTo>
                  <a:pt x="3709208" y="0"/>
                  <a:pt x="3743325" y="34117"/>
                  <a:pt x="3743325" y="76202"/>
                </a:cubicBezTo>
                <a:lnTo>
                  <a:pt x="3743325" y="419098"/>
                </a:lnTo>
                <a:cubicBezTo>
                  <a:pt x="3743325" y="461183"/>
                  <a:pt x="3709208" y="495300"/>
                  <a:pt x="3667123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3E3A36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1"/>
          <p:cNvSpPr/>
          <p:nvPr/>
        </p:nvSpPr>
        <p:spPr>
          <a:xfrm>
            <a:off x="704880" y="4548240"/>
            <a:ext cx="418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Altos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2"/>
          <p:cNvSpPr/>
          <p:nvPr/>
        </p:nvSpPr>
        <p:spPr>
          <a:xfrm>
            <a:off x="3948840" y="4529160"/>
            <a:ext cx="3610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4/4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3"/>
          <p:cNvSpPr/>
          <p:nvPr/>
        </p:nvSpPr>
        <p:spPr>
          <a:xfrm>
            <a:off x="628560" y="4986360"/>
            <a:ext cx="3742560" cy="494640"/>
          </a:xfrm>
          <a:custGeom>
            <a:avLst/>
            <a:gdLst>
              <a:gd name="textAreaLeft" fmla="*/ 0 w 3742560"/>
              <a:gd name="textAreaRight" fmla="*/ 3743280 w 3742560"/>
              <a:gd name="textAreaTop" fmla="*/ 0 h 494640"/>
              <a:gd name="textAreaBottom" fmla="*/ 495360 h 494640"/>
            </a:gdLst>
            <a:ahLst/>
            <a:cxnLst/>
            <a:rect l="textAreaLeft" t="textAreaTop" r="textAreaRight" b="textAreaBottom"/>
            <a:pathLst>
              <a:path w="3743325" h="495300">
                <a:moveTo>
                  <a:pt x="76202" y="0"/>
                </a:moveTo>
                <a:lnTo>
                  <a:pt x="3667123" y="0"/>
                </a:lnTo>
                <a:cubicBezTo>
                  <a:pt x="3709208" y="0"/>
                  <a:pt x="3743325" y="34117"/>
                  <a:pt x="3743325" y="76202"/>
                </a:cubicBezTo>
                <a:lnTo>
                  <a:pt x="3743325" y="419098"/>
                </a:lnTo>
                <a:cubicBezTo>
                  <a:pt x="3743325" y="461183"/>
                  <a:pt x="3709208" y="495300"/>
                  <a:pt x="3667123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3E3A36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4"/>
          <p:cNvSpPr/>
          <p:nvPr/>
        </p:nvSpPr>
        <p:spPr>
          <a:xfrm>
            <a:off x="704880" y="5119560"/>
            <a:ext cx="570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Medios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5"/>
          <p:cNvSpPr/>
          <p:nvPr/>
        </p:nvSpPr>
        <p:spPr>
          <a:xfrm>
            <a:off x="3948840" y="5100480"/>
            <a:ext cx="3610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500" b="1" u="none" strike="noStrike">
                <a:solidFill>
                  <a:srgbClr val="D8A25A"/>
                </a:solidFill>
                <a:effectLst/>
                <a:uFillTx/>
                <a:latin typeface="Quattrocento Sans"/>
                <a:ea typeface="Quattrocento Sans"/>
              </a:rPr>
              <a:t>2/4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6"/>
          <p:cNvSpPr/>
          <p:nvPr/>
        </p:nvSpPr>
        <p:spPr>
          <a:xfrm>
            <a:off x="4871160" y="1371600"/>
            <a:ext cx="3380760" cy="1542240"/>
          </a:xfrm>
          <a:custGeom>
            <a:avLst/>
            <a:gdLst>
              <a:gd name="textAreaLeft" fmla="*/ 0 w 3380760"/>
              <a:gd name="textAreaRight" fmla="*/ 3381480 w 3380760"/>
              <a:gd name="textAreaTop" fmla="*/ 0 h 1542240"/>
              <a:gd name="textAreaBottom" fmla="*/ 1542960 h 1542240"/>
            </a:gdLst>
            <a:ahLst/>
            <a:cxnLst/>
            <a:rect l="textAreaLeft" t="textAreaTop" r="textAreaRight" b="textAreaBottom"/>
            <a:pathLst>
              <a:path w="3381375" h="1543050">
                <a:moveTo>
                  <a:pt x="38100" y="0"/>
                </a:moveTo>
                <a:lnTo>
                  <a:pt x="3267081" y="0"/>
                </a:lnTo>
                <a:cubicBezTo>
                  <a:pt x="3330162" y="0"/>
                  <a:pt x="3381375" y="51213"/>
                  <a:pt x="3381375" y="114294"/>
                </a:cubicBezTo>
                <a:lnTo>
                  <a:pt x="3381375" y="1428756"/>
                </a:lnTo>
                <a:cubicBezTo>
                  <a:pt x="3381375" y="1491837"/>
                  <a:pt x="3330162" y="1543050"/>
                  <a:pt x="3267081" y="1543050"/>
                </a:cubicBez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7"/>
          <p:cNvSpPr/>
          <p:nvPr/>
        </p:nvSpPr>
        <p:spPr>
          <a:xfrm>
            <a:off x="4871160" y="1371600"/>
            <a:ext cx="37440" cy="1542240"/>
          </a:xfrm>
          <a:custGeom>
            <a:avLst/>
            <a:gdLst>
              <a:gd name="textAreaLeft" fmla="*/ 0 w 37440"/>
              <a:gd name="textAreaRight" fmla="*/ 38160 w 37440"/>
              <a:gd name="textAreaTop" fmla="*/ 0 h 1542240"/>
              <a:gd name="textAreaBottom" fmla="*/ 1542960 h 1542240"/>
            </a:gdLst>
            <a:ahLst/>
            <a:cxnLst/>
            <a:rect l="textAreaLeft" t="textAreaTop" r="textAreaRight" b="textAreaBottom"/>
            <a:pathLst>
              <a:path w="38100" h="1543050">
                <a:moveTo>
                  <a:pt x="3810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8"/>
          <p:cNvSpPr/>
          <p:nvPr/>
        </p:nvSpPr>
        <p:spPr>
          <a:xfrm>
            <a:off x="5099760" y="1542960"/>
            <a:ext cx="170640" cy="227880"/>
          </a:xfrm>
          <a:custGeom>
            <a:avLst/>
            <a:gdLst>
              <a:gd name="textAreaLeft" fmla="*/ 0 w 170640"/>
              <a:gd name="textAreaRight" fmla="*/ 171360 w 17064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171450" h="228600">
                <a:moveTo>
                  <a:pt x="57150" y="42863"/>
                </a:moveTo>
                <a:lnTo>
                  <a:pt x="57150" y="71438"/>
                </a:lnTo>
                <a:lnTo>
                  <a:pt x="114300" y="71438"/>
                </a:lnTo>
                <a:lnTo>
                  <a:pt x="114300" y="42863"/>
                </a:lnTo>
                <a:cubicBezTo>
                  <a:pt x="114300" y="27102"/>
                  <a:pt x="101486" y="14288"/>
                  <a:pt x="85725" y="14288"/>
                </a:cubicBezTo>
                <a:cubicBezTo>
                  <a:pt x="69964" y="14288"/>
                  <a:pt x="57150" y="27102"/>
                  <a:pt x="57150" y="42863"/>
                </a:cubicBezTo>
                <a:close/>
                <a:moveTo>
                  <a:pt x="28575" y="71438"/>
                </a:moveTo>
                <a:lnTo>
                  <a:pt x="28575" y="42863"/>
                </a:lnTo>
                <a:cubicBezTo>
                  <a:pt x="28575" y="11296"/>
                  <a:pt x="54159" y="-14287"/>
                  <a:pt x="85725" y="-14287"/>
                </a:cubicBezTo>
                <a:cubicBezTo>
                  <a:pt x="117291" y="-14287"/>
                  <a:pt x="142875" y="11296"/>
                  <a:pt x="142875" y="42863"/>
                </a:cubicBezTo>
                <a:lnTo>
                  <a:pt x="142875" y="71438"/>
                </a:lnTo>
                <a:cubicBezTo>
                  <a:pt x="158636" y="71438"/>
                  <a:pt x="171450" y="84252"/>
                  <a:pt x="171450" y="10001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100013"/>
                </a:lnTo>
                <a:cubicBezTo>
                  <a:pt x="0" y="84252"/>
                  <a:pt x="12814" y="71438"/>
                  <a:pt x="28575" y="71438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9"/>
          <p:cNvSpPr/>
          <p:nvPr/>
        </p:nvSpPr>
        <p:spPr>
          <a:xfrm>
            <a:off x="5442480" y="1523880"/>
            <a:ext cx="22280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350" b="1" u="none" strike="noStrike">
                <a:solidFill>
                  <a:srgbClr val="E8B87D"/>
                </a:solidFill>
                <a:effectLst/>
                <a:uFillTx/>
                <a:latin typeface="MiSans"/>
                <a:ea typeface="MiSans"/>
              </a:rPr>
              <a:t>HTTPS + Certificate Pinning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0"/>
          <p:cNvSpPr/>
          <p:nvPr/>
        </p:nvSpPr>
        <p:spPr>
          <a:xfrm>
            <a:off x="5042520" y="1866960"/>
            <a:ext cx="3133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Conexiones seguras con validación de certificados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21"/>
          <p:cNvSpPr/>
          <p:nvPr/>
        </p:nvSpPr>
        <p:spPr>
          <a:xfrm>
            <a:off x="8426880" y="1371600"/>
            <a:ext cx="3380760" cy="1542240"/>
          </a:xfrm>
          <a:custGeom>
            <a:avLst/>
            <a:gdLst>
              <a:gd name="textAreaLeft" fmla="*/ 0 w 3380760"/>
              <a:gd name="textAreaRight" fmla="*/ 3381480 w 3380760"/>
              <a:gd name="textAreaTop" fmla="*/ 0 h 1542240"/>
              <a:gd name="textAreaBottom" fmla="*/ 1542960 h 1542240"/>
            </a:gdLst>
            <a:ahLst/>
            <a:cxnLst/>
            <a:rect l="textAreaLeft" t="textAreaTop" r="textAreaRight" b="textAreaBottom"/>
            <a:pathLst>
              <a:path w="3381375" h="1543050">
                <a:moveTo>
                  <a:pt x="38100" y="0"/>
                </a:moveTo>
                <a:lnTo>
                  <a:pt x="3267081" y="0"/>
                </a:lnTo>
                <a:cubicBezTo>
                  <a:pt x="3330162" y="0"/>
                  <a:pt x="3381375" y="51213"/>
                  <a:pt x="3381375" y="114294"/>
                </a:cubicBezTo>
                <a:lnTo>
                  <a:pt x="3381375" y="1428756"/>
                </a:lnTo>
                <a:cubicBezTo>
                  <a:pt x="3381375" y="1491837"/>
                  <a:pt x="3330162" y="1543050"/>
                  <a:pt x="3267081" y="1543050"/>
                </a:cubicBez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2"/>
          <p:cNvSpPr/>
          <p:nvPr/>
        </p:nvSpPr>
        <p:spPr>
          <a:xfrm>
            <a:off x="8426880" y="1371600"/>
            <a:ext cx="37440" cy="1542240"/>
          </a:xfrm>
          <a:custGeom>
            <a:avLst/>
            <a:gdLst>
              <a:gd name="textAreaLeft" fmla="*/ 0 w 37440"/>
              <a:gd name="textAreaRight" fmla="*/ 38160 w 37440"/>
              <a:gd name="textAreaTop" fmla="*/ 0 h 1542240"/>
              <a:gd name="textAreaBottom" fmla="*/ 1542960 h 1542240"/>
            </a:gdLst>
            <a:ahLst/>
            <a:cxnLst/>
            <a:rect l="textAreaLeft" t="textAreaTop" r="textAreaRight" b="textAreaBottom"/>
            <a:pathLst>
              <a:path w="38100" h="1543050">
                <a:moveTo>
                  <a:pt x="3810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3"/>
          <p:cNvSpPr/>
          <p:nvPr/>
        </p:nvSpPr>
        <p:spPr>
          <a:xfrm>
            <a:off x="8655480" y="1542960"/>
            <a:ext cx="170640" cy="227880"/>
          </a:xfrm>
          <a:custGeom>
            <a:avLst/>
            <a:gdLst>
              <a:gd name="textAreaLeft" fmla="*/ 0 w 170640"/>
              <a:gd name="textAreaRight" fmla="*/ 171360 w 17064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68848" y="131981"/>
                </a:moveTo>
                <a:cubicBezTo>
                  <a:pt x="72688" y="127471"/>
                  <a:pt x="72197" y="120729"/>
                  <a:pt x="67687" y="116890"/>
                </a:cubicBezTo>
                <a:cubicBezTo>
                  <a:pt x="63178" y="113050"/>
                  <a:pt x="56436" y="113541"/>
                  <a:pt x="52596" y="118050"/>
                </a:cubicBezTo>
                <a:lnTo>
                  <a:pt x="31165" y="143054"/>
                </a:lnTo>
                <a:cubicBezTo>
                  <a:pt x="27727" y="147072"/>
                  <a:pt x="27727" y="152966"/>
                  <a:pt x="31165" y="156984"/>
                </a:cubicBezTo>
                <a:lnTo>
                  <a:pt x="52596" y="181987"/>
                </a:lnTo>
                <a:cubicBezTo>
                  <a:pt x="56436" y="186497"/>
                  <a:pt x="63222" y="186988"/>
                  <a:pt x="67687" y="183148"/>
                </a:cubicBezTo>
                <a:cubicBezTo>
                  <a:pt x="72152" y="179308"/>
                  <a:pt x="72688" y="172522"/>
                  <a:pt x="68848" y="168057"/>
                </a:cubicBezTo>
                <a:lnTo>
                  <a:pt x="53400" y="150019"/>
                </a:lnTo>
                <a:lnTo>
                  <a:pt x="68848" y="131981"/>
                </a:lnTo>
                <a:close/>
                <a:moveTo>
                  <a:pt x="118854" y="118050"/>
                </a:moveTo>
                <a:cubicBezTo>
                  <a:pt x="115014" y="113541"/>
                  <a:pt x="108228" y="113050"/>
                  <a:pt x="103763" y="116890"/>
                </a:cubicBezTo>
                <a:cubicBezTo>
                  <a:pt x="99298" y="120729"/>
                  <a:pt x="98762" y="127516"/>
                  <a:pt x="102602" y="131981"/>
                </a:cubicBezTo>
                <a:lnTo>
                  <a:pt x="118050" y="150019"/>
                </a:lnTo>
                <a:lnTo>
                  <a:pt x="102602" y="168057"/>
                </a:lnTo>
                <a:cubicBezTo>
                  <a:pt x="98762" y="172566"/>
                  <a:pt x="99253" y="179308"/>
                  <a:pt x="103763" y="183148"/>
                </a:cubicBezTo>
                <a:cubicBezTo>
                  <a:pt x="108272" y="186988"/>
                  <a:pt x="115014" y="186497"/>
                  <a:pt x="118854" y="181987"/>
                </a:cubicBezTo>
                <a:lnTo>
                  <a:pt x="140285" y="156984"/>
                </a:lnTo>
                <a:cubicBezTo>
                  <a:pt x="143723" y="152966"/>
                  <a:pt x="143723" y="147072"/>
                  <a:pt x="140285" y="143054"/>
                </a:cubicBezTo>
                <a:lnTo>
                  <a:pt x="118854" y="118050"/>
                </a:ln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4"/>
          <p:cNvSpPr/>
          <p:nvPr/>
        </p:nvSpPr>
        <p:spPr>
          <a:xfrm>
            <a:off x="8998200" y="1523880"/>
            <a:ext cx="168516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350" b="1" u="none" strike="noStrike">
                <a:solidFill>
                  <a:srgbClr val="E8B87D"/>
                </a:solidFill>
                <a:effectLst/>
                <a:uFillTx/>
                <a:latin typeface="MiSans"/>
                <a:ea typeface="MiSans"/>
              </a:rPr>
              <a:t>Saneamiento de ISBN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5"/>
          <p:cNvSpPr/>
          <p:nvPr/>
        </p:nvSpPr>
        <p:spPr>
          <a:xfrm>
            <a:off x="8598240" y="1866960"/>
            <a:ext cx="3133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Validación de nombres de archivo y canonicalPath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6"/>
          <p:cNvSpPr/>
          <p:nvPr/>
        </p:nvSpPr>
        <p:spPr>
          <a:xfrm>
            <a:off x="4871160" y="3067200"/>
            <a:ext cx="3380760" cy="1313640"/>
          </a:xfrm>
          <a:custGeom>
            <a:avLst/>
            <a:gdLst>
              <a:gd name="textAreaLeft" fmla="*/ 0 w 3380760"/>
              <a:gd name="textAreaRight" fmla="*/ 3381480 w 3380760"/>
              <a:gd name="textAreaTop" fmla="*/ 0 h 1313640"/>
              <a:gd name="textAreaBottom" fmla="*/ 1314360 h 1313640"/>
            </a:gdLst>
            <a:ahLst/>
            <a:cxnLst/>
            <a:rect l="textAreaLeft" t="textAreaTop" r="textAreaRight" b="textAreaBottom"/>
            <a:pathLst>
              <a:path w="3381375" h="1314450">
                <a:moveTo>
                  <a:pt x="38100" y="0"/>
                </a:moveTo>
                <a:lnTo>
                  <a:pt x="3267070" y="0"/>
                </a:lnTo>
                <a:cubicBezTo>
                  <a:pt x="3330199" y="0"/>
                  <a:pt x="3381375" y="51176"/>
                  <a:pt x="3381375" y="114305"/>
                </a:cubicBezTo>
                <a:lnTo>
                  <a:pt x="3381375" y="1200145"/>
                </a:lnTo>
                <a:cubicBezTo>
                  <a:pt x="3381375" y="1263274"/>
                  <a:pt x="3330199" y="1314450"/>
                  <a:pt x="3267070" y="1314450"/>
                </a:cubicBez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7"/>
          <p:cNvSpPr/>
          <p:nvPr/>
        </p:nvSpPr>
        <p:spPr>
          <a:xfrm>
            <a:off x="4871160" y="3067200"/>
            <a:ext cx="37440" cy="1313640"/>
          </a:xfrm>
          <a:custGeom>
            <a:avLst/>
            <a:gdLst>
              <a:gd name="textAreaLeft" fmla="*/ 0 w 37440"/>
              <a:gd name="textAreaRight" fmla="*/ 38160 w 37440"/>
              <a:gd name="textAreaTop" fmla="*/ 0 h 1313640"/>
              <a:gd name="textAreaBottom" fmla="*/ 1314360 h 1313640"/>
            </a:gdLst>
            <a:ahLst/>
            <a:cxnLst/>
            <a:rect l="textAreaLeft" t="textAreaTop" r="textAreaRight" b="textAreaBottom"/>
            <a:pathLst>
              <a:path w="38100" h="1314450">
                <a:moveTo>
                  <a:pt x="3810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8"/>
          <p:cNvSpPr/>
          <p:nvPr/>
        </p:nvSpPr>
        <p:spPr>
          <a:xfrm>
            <a:off x="5070960" y="3238560"/>
            <a:ext cx="227880" cy="227880"/>
          </a:xfrm>
          <a:custGeom>
            <a:avLst/>
            <a:gdLst>
              <a:gd name="textAreaLeft" fmla="*/ 0 w 227880"/>
              <a:gd name="textAreaRight" fmla="*/ 228600 w 22788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28600" h="228600">
                <a:moveTo>
                  <a:pt x="113139" y="1295"/>
                </a:moveTo>
                <a:cubicBezTo>
                  <a:pt x="111264" y="446"/>
                  <a:pt x="109255" y="0"/>
                  <a:pt x="107156" y="0"/>
                </a:cubicBezTo>
                <a:cubicBezTo>
                  <a:pt x="105058" y="0"/>
                  <a:pt x="103049" y="446"/>
                  <a:pt x="101173" y="1295"/>
                </a:cubicBezTo>
                <a:lnTo>
                  <a:pt x="17100" y="36969"/>
                </a:lnTo>
                <a:cubicBezTo>
                  <a:pt x="7278" y="41121"/>
                  <a:pt x="-45" y="50810"/>
                  <a:pt x="0" y="62508"/>
                </a:cubicBezTo>
                <a:cubicBezTo>
                  <a:pt x="223" y="106799"/>
                  <a:pt x="18440" y="187836"/>
                  <a:pt x="95369" y="224671"/>
                </a:cubicBezTo>
                <a:cubicBezTo>
                  <a:pt x="102825" y="228243"/>
                  <a:pt x="111487" y="228243"/>
                  <a:pt x="118943" y="224671"/>
                </a:cubicBezTo>
                <a:cubicBezTo>
                  <a:pt x="195917" y="187836"/>
                  <a:pt x="214134" y="106799"/>
                  <a:pt x="214313" y="62508"/>
                </a:cubicBezTo>
                <a:cubicBezTo>
                  <a:pt x="214357" y="50810"/>
                  <a:pt x="207035" y="41121"/>
                  <a:pt x="197212" y="36969"/>
                </a:cubicBezTo>
                <a:lnTo>
                  <a:pt x="113139" y="1295"/>
                </a:lnTo>
                <a:close/>
                <a:moveTo>
                  <a:pt x="107156" y="57150"/>
                </a:moveTo>
                <a:cubicBezTo>
                  <a:pt x="113094" y="57150"/>
                  <a:pt x="117872" y="61927"/>
                  <a:pt x="117872" y="67866"/>
                </a:cubicBezTo>
                <a:cubicBezTo>
                  <a:pt x="117872" y="78090"/>
                  <a:pt x="130239" y="83225"/>
                  <a:pt x="137473" y="75992"/>
                </a:cubicBezTo>
                <a:cubicBezTo>
                  <a:pt x="141669" y="71795"/>
                  <a:pt x="148456" y="71795"/>
                  <a:pt x="152608" y="75992"/>
                </a:cubicBezTo>
                <a:cubicBezTo>
                  <a:pt x="156761" y="80189"/>
                  <a:pt x="156805" y="86975"/>
                  <a:pt x="152608" y="91127"/>
                </a:cubicBezTo>
                <a:cubicBezTo>
                  <a:pt x="145375" y="98361"/>
                  <a:pt x="150510" y="110728"/>
                  <a:pt x="160734" y="110728"/>
                </a:cubicBezTo>
                <a:cubicBezTo>
                  <a:pt x="166673" y="110728"/>
                  <a:pt x="171450" y="115506"/>
                  <a:pt x="171450" y="121444"/>
                </a:cubicBezTo>
                <a:cubicBezTo>
                  <a:pt x="171450" y="127382"/>
                  <a:pt x="166673" y="132159"/>
                  <a:pt x="160734" y="132159"/>
                </a:cubicBezTo>
                <a:cubicBezTo>
                  <a:pt x="150510" y="132159"/>
                  <a:pt x="145375" y="144527"/>
                  <a:pt x="152608" y="151760"/>
                </a:cubicBezTo>
                <a:cubicBezTo>
                  <a:pt x="156805" y="155957"/>
                  <a:pt x="156805" y="162744"/>
                  <a:pt x="152608" y="166896"/>
                </a:cubicBezTo>
                <a:cubicBezTo>
                  <a:pt x="148411" y="171048"/>
                  <a:pt x="141625" y="171093"/>
                  <a:pt x="137473" y="166896"/>
                </a:cubicBezTo>
                <a:cubicBezTo>
                  <a:pt x="130239" y="159663"/>
                  <a:pt x="117872" y="164797"/>
                  <a:pt x="117872" y="175022"/>
                </a:cubicBezTo>
                <a:cubicBezTo>
                  <a:pt x="117872" y="180960"/>
                  <a:pt x="113094" y="185737"/>
                  <a:pt x="107156" y="185737"/>
                </a:cubicBezTo>
                <a:cubicBezTo>
                  <a:pt x="101218" y="185737"/>
                  <a:pt x="96441" y="180960"/>
                  <a:pt x="96441" y="175022"/>
                </a:cubicBezTo>
                <a:cubicBezTo>
                  <a:pt x="96441" y="164797"/>
                  <a:pt x="84073" y="159663"/>
                  <a:pt x="76840" y="166896"/>
                </a:cubicBezTo>
                <a:cubicBezTo>
                  <a:pt x="72643" y="171093"/>
                  <a:pt x="65856" y="171093"/>
                  <a:pt x="61704" y="166896"/>
                </a:cubicBezTo>
                <a:cubicBezTo>
                  <a:pt x="57552" y="162699"/>
                  <a:pt x="57507" y="155912"/>
                  <a:pt x="61704" y="151760"/>
                </a:cubicBezTo>
                <a:cubicBezTo>
                  <a:pt x="68937" y="144527"/>
                  <a:pt x="63803" y="132159"/>
                  <a:pt x="53578" y="132159"/>
                </a:cubicBezTo>
                <a:cubicBezTo>
                  <a:pt x="47640" y="132159"/>
                  <a:pt x="42862" y="127382"/>
                  <a:pt x="42862" y="121444"/>
                </a:cubicBezTo>
                <a:cubicBezTo>
                  <a:pt x="42862" y="115506"/>
                  <a:pt x="47640" y="110728"/>
                  <a:pt x="53578" y="110728"/>
                </a:cubicBezTo>
                <a:cubicBezTo>
                  <a:pt x="63803" y="110728"/>
                  <a:pt x="68937" y="98361"/>
                  <a:pt x="61704" y="91127"/>
                </a:cubicBezTo>
                <a:cubicBezTo>
                  <a:pt x="57507" y="86931"/>
                  <a:pt x="57507" y="80144"/>
                  <a:pt x="61704" y="75992"/>
                </a:cubicBezTo>
                <a:cubicBezTo>
                  <a:pt x="65901" y="71839"/>
                  <a:pt x="72688" y="71795"/>
                  <a:pt x="76840" y="75992"/>
                </a:cubicBezTo>
                <a:cubicBezTo>
                  <a:pt x="84073" y="83225"/>
                  <a:pt x="96441" y="78090"/>
                  <a:pt x="96441" y="67866"/>
                </a:cubicBezTo>
                <a:cubicBezTo>
                  <a:pt x="96441" y="61927"/>
                  <a:pt x="101218" y="57150"/>
                  <a:pt x="107156" y="57150"/>
                </a:cubicBezTo>
                <a:close/>
                <a:moveTo>
                  <a:pt x="92869" y="117872"/>
                </a:moveTo>
                <a:cubicBezTo>
                  <a:pt x="98783" y="117872"/>
                  <a:pt x="103584" y="113070"/>
                  <a:pt x="103584" y="107156"/>
                </a:cubicBezTo>
                <a:cubicBezTo>
                  <a:pt x="103584" y="101242"/>
                  <a:pt x="98783" y="96441"/>
                  <a:pt x="92869" y="96441"/>
                </a:cubicBezTo>
                <a:cubicBezTo>
                  <a:pt x="86955" y="96441"/>
                  <a:pt x="82153" y="101242"/>
                  <a:pt x="82153" y="107156"/>
                </a:cubicBezTo>
                <a:cubicBezTo>
                  <a:pt x="82153" y="113070"/>
                  <a:pt x="86955" y="117872"/>
                  <a:pt x="92869" y="117872"/>
                </a:cubicBezTo>
                <a:close/>
                <a:moveTo>
                  <a:pt x="132159" y="135731"/>
                </a:moveTo>
                <a:cubicBezTo>
                  <a:pt x="132159" y="129817"/>
                  <a:pt x="127358" y="125016"/>
                  <a:pt x="121444" y="125016"/>
                </a:cubicBezTo>
                <a:cubicBezTo>
                  <a:pt x="115530" y="125016"/>
                  <a:pt x="110728" y="129817"/>
                  <a:pt x="110728" y="135731"/>
                </a:cubicBezTo>
                <a:cubicBezTo>
                  <a:pt x="110728" y="141645"/>
                  <a:pt x="115530" y="146447"/>
                  <a:pt x="121444" y="146447"/>
                </a:cubicBezTo>
                <a:cubicBezTo>
                  <a:pt x="127358" y="146447"/>
                  <a:pt x="132159" y="141645"/>
                  <a:pt x="132159" y="135731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9"/>
          <p:cNvSpPr/>
          <p:nvPr/>
        </p:nvSpPr>
        <p:spPr>
          <a:xfrm>
            <a:off x="5442480" y="3219480"/>
            <a:ext cx="191376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350" b="1" u="none" strike="noStrike">
                <a:solidFill>
                  <a:srgbClr val="E8B87D"/>
                </a:solidFill>
                <a:effectLst/>
                <a:uFillTx/>
                <a:latin typeface="MiSans"/>
                <a:ea typeface="MiSans"/>
              </a:rPr>
              <a:t>Network Security Config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30"/>
          <p:cNvSpPr/>
          <p:nvPr/>
        </p:nvSpPr>
        <p:spPr>
          <a:xfrm>
            <a:off x="5042520" y="3562200"/>
            <a:ext cx="3133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Configuración de seguridad de red robusta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31"/>
          <p:cNvSpPr/>
          <p:nvPr/>
        </p:nvSpPr>
        <p:spPr>
          <a:xfrm>
            <a:off x="8426880" y="3067200"/>
            <a:ext cx="3380760" cy="1313640"/>
          </a:xfrm>
          <a:custGeom>
            <a:avLst/>
            <a:gdLst>
              <a:gd name="textAreaLeft" fmla="*/ 0 w 3380760"/>
              <a:gd name="textAreaRight" fmla="*/ 3381480 w 3380760"/>
              <a:gd name="textAreaTop" fmla="*/ 0 h 1313640"/>
              <a:gd name="textAreaBottom" fmla="*/ 1314360 h 1313640"/>
            </a:gdLst>
            <a:ahLst/>
            <a:cxnLst/>
            <a:rect l="textAreaLeft" t="textAreaTop" r="textAreaRight" b="textAreaBottom"/>
            <a:pathLst>
              <a:path w="3381375" h="1314450">
                <a:moveTo>
                  <a:pt x="38100" y="0"/>
                </a:moveTo>
                <a:lnTo>
                  <a:pt x="3267070" y="0"/>
                </a:lnTo>
                <a:cubicBezTo>
                  <a:pt x="3330199" y="0"/>
                  <a:pt x="3381375" y="51176"/>
                  <a:pt x="3381375" y="114305"/>
                </a:cubicBezTo>
                <a:lnTo>
                  <a:pt x="3381375" y="1200145"/>
                </a:lnTo>
                <a:cubicBezTo>
                  <a:pt x="3381375" y="1263274"/>
                  <a:pt x="3330199" y="1314450"/>
                  <a:pt x="3267070" y="1314450"/>
                </a:cubicBez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32"/>
          <p:cNvSpPr/>
          <p:nvPr/>
        </p:nvSpPr>
        <p:spPr>
          <a:xfrm>
            <a:off x="8426880" y="3067200"/>
            <a:ext cx="37440" cy="1313640"/>
          </a:xfrm>
          <a:custGeom>
            <a:avLst/>
            <a:gdLst>
              <a:gd name="textAreaLeft" fmla="*/ 0 w 37440"/>
              <a:gd name="textAreaRight" fmla="*/ 38160 w 37440"/>
              <a:gd name="textAreaTop" fmla="*/ 0 h 1313640"/>
              <a:gd name="textAreaBottom" fmla="*/ 1314360 h 1313640"/>
            </a:gdLst>
            <a:ahLst/>
            <a:cxnLst/>
            <a:rect l="textAreaLeft" t="textAreaTop" r="textAreaRight" b="textAreaBottom"/>
            <a:pathLst>
              <a:path w="38100" h="1314450">
                <a:moveTo>
                  <a:pt x="3810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33"/>
          <p:cNvSpPr/>
          <p:nvPr/>
        </p:nvSpPr>
        <p:spPr>
          <a:xfrm>
            <a:off x="8612640" y="3238560"/>
            <a:ext cx="256320" cy="227880"/>
          </a:xfrm>
          <a:custGeom>
            <a:avLst/>
            <a:gdLst>
              <a:gd name="textAreaLeft" fmla="*/ 0 w 256320"/>
              <a:gd name="textAreaRight" fmla="*/ 257040 w 25632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57175" h="228600">
                <a:moveTo>
                  <a:pt x="18306" y="-11117"/>
                </a:moveTo>
                <a:cubicBezTo>
                  <a:pt x="14109" y="-15314"/>
                  <a:pt x="7322" y="-15314"/>
                  <a:pt x="3170" y="-11117"/>
                </a:cubicBezTo>
                <a:cubicBezTo>
                  <a:pt x="-982" y="-6921"/>
                  <a:pt x="-1027" y="-134"/>
                  <a:pt x="3125" y="4063"/>
                </a:cubicBezTo>
                <a:lnTo>
                  <a:pt x="238869" y="239807"/>
                </a:lnTo>
                <a:cubicBezTo>
                  <a:pt x="243066" y="244004"/>
                  <a:pt x="249853" y="244004"/>
                  <a:pt x="254005" y="239807"/>
                </a:cubicBezTo>
                <a:cubicBezTo>
                  <a:pt x="258157" y="235610"/>
                  <a:pt x="258202" y="228823"/>
                  <a:pt x="254005" y="224671"/>
                </a:cubicBezTo>
                <a:lnTo>
                  <a:pt x="210964" y="181630"/>
                </a:lnTo>
                <a:cubicBezTo>
                  <a:pt x="212169" y="180558"/>
                  <a:pt x="213375" y="179487"/>
                  <a:pt x="214536" y="178415"/>
                </a:cubicBezTo>
                <a:cubicBezTo>
                  <a:pt x="235431" y="158993"/>
                  <a:pt x="249406" y="135821"/>
                  <a:pt x="256059" y="119881"/>
                </a:cubicBezTo>
                <a:cubicBezTo>
                  <a:pt x="257532" y="116354"/>
                  <a:pt x="257532" y="112425"/>
                  <a:pt x="256059" y="108898"/>
                </a:cubicBezTo>
                <a:cubicBezTo>
                  <a:pt x="249406" y="92958"/>
                  <a:pt x="235431" y="69741"/>
                  <a:pt x="214536" y="50363"/>
                </a:cubicBezTo>
                <a:cubicBezTo>
                  <a:pt x="193506" y="30852"/>
                  <a:pt x="164619" y="14377"/>
                  <a:pt x="128543" y="14377"/>
                </a:cubicBezTo>
                <a:cubicBezTo>
                  <a:pt x="103183" y="14377"/>
                  <a:pt x="81394" y="22503"/>
                  <a:pt x="63356" y="34111"/>
                </a:cubicBezTo>
                <a:lnTo>
                  <a:pt x="18306" y="-11117"/>
                </a:lnTo>
                <a:close/>
                <a:moveTo>
                  <a:pt x="91306" y="61927"/>
                </a:moveTo>
                <a:cubicBezTo>
                  <a:pt x="101798" y="54426"/>
                  <a:pt x="114702" y="50006"/>
                  <a:pt x="128588" y="50006"/>
                </a:cubicBezTo>
                <a:cubicBezTo>
                  <a:pt x="164083" y="50006"/>
                  <a:pt x="192881" y="78804"/>
                  <a:pt x="192881" y="114300"/>
                </a:cubicBezTo>
                <a:cubicBezTo>
                  <a:pt x="192881" y="128186"/>
                  <a:pt x="188461" y="141044"/>
                  <a:pt x="180960" y="151581"/>
                </a:cubicBezTo>
                <a:lnTo>
                  <a:pt x="165467" y="136088"/>
                </a:lnTo>
                <a:cubicBezTo>
                  <a:pt x="171137" y="126534"/>
                  <a:pt x="173057" y="114791"/>
                  <a:pt x="169977" y="103183"/>
                </a:cubicBezTo>
                <a:cubicBezTo>
                  <a:pt x="163860" y="80323"/>
                  <a:pt x="140330" y="66749"/>
                  <a:pt x="117470" y="72866"/>
                </a:cubicBezTo>
                <a:cubicBezTo>
                  <a:pt x="113630" y="73893"/>
                  <a:pt x="110014" y="75411"/>
                  <a:pt x="106754" y="77331"/>
                </a:cubicBezTo>
                <a:lnTo>
                  <a:pt x="91261" y="61838"/>
                </a:lnTo>
                <a:close/>
                <a:moveTo>
                  <a:pt x="145241" y="176406"/>
                </a:moveTo>
                <a:cubicBezTo>
                  <a:pt x="139928" y="177835"/>
                  <a:pt x="134347" y="178594"/>
                  <a:pt x="128588" y="178594"/>
                </a:cubicBezTo>
                <a:cubicBezTo>
                  <a:pt x="93092" y="178594"/>
                  <a:pt x="64294" y="149796"/>
                  <a:pt x="64294" y="114300"/>
                </a:cubicBezTo>
                <a:cubicBezTo>
                  <a:pt x="64294" y="108540"/>
                  <a:pt x="65053" y="102959"/>
                  <a:pt x="66482" y="97646"/>
                </a:cubicBezTo>
                <a:lnTo>
                  <a:pt x="30986" y="62151"/>
                </a:lnTo>
                <a:cubicBezTo>
                  <a:pt x="16431" y="78581"/>
                  <a:pt x="6429" y="95994"/>
                  <a:pt x="1116" y="108808"/>
                </a:cubicBezTo>
                <a:cubicBezTo>
                  <a:pt x="-357" y="112335"/>
                  <a:pt x="-357" y="116265"/>
                  <a:pt x="1116" y="119792"/>
                </a:cubicBezTo>
                <a:cubicBezTo>
                  <a:pt x="7769" y="135731"/>
                  <a:pt x="21744" y="158948"/>
                  <a:pt x="42639" y="178326"/>
                </a:cubicBezTo>
                <a:cubicBezTo>
                  <a:pt x="63669" y="197837"/>
                  <a:pt x="92556" y="214313"/>
                  <a:pt x="128632" y="214313"/>
                </a:cubicBezTo>
                <a:cubicBezTo>
                  <a:pt x="145286" y="214313"/>
                  <a:pt x="160422" y="210785"/>
                  <a:pt x="173950" y="205115"/>
                </a:cubicBezTo>
                <a:lnTo>
                  <a:pt x="145286" y="176451"/>
                </a:ln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4"/>
          <p:cNvSpPr/>
          <p:nvPr/>
        </p:nvSpPr>
        <p:spPr>
          <a:xfrm>
            <a:off x="8998200" y="3219480"/>
            <a:ext cx="14756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350" b="1" u="none" strike="noStrike">
                <a:solidFill>
                  <a:srgbClr val="E8B87D"/>
                </a:solidFill>
                <a:effectLst/>
                <a:uFillTx/>
                <a:latin typeface="MiSans"/>
                <a:ea typeface="MiSans"/>
              </a:rPr>
              <a:t>Protección de Logs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5"/>
          <p:cNvSpPr/>
          <p:nvPr/>
        </p:nvSpPr>
        <p:spPr>
          <a:xfrm>
            <a:off x="8598240" y="3562200"/>
            <a:ext cx="3133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Logs sensibles solo en modo debug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6"/>
          <p:cNvSpPr/>
          <p:nvPr/>
        </p:nvSpPr>
        <p:spPr>
          <a:xfrm>
            <a:off x="4871160" y="4533840"/>
            <a:ext cx="3380760" cy="1313640"/>
          </a:xfrm>
          <a:custGeom>
            <a:avLst/>
            <a:gdLst>
              <a:gd name="textAreaLeft" fmla="*/ 0 w 3380760"/>
              <a:gd name="textAreaRight" fmla="*/ 3381480 w 3380760"/>
              <a:gd name="textAreaTop" fmla="*/ 0 h 1313640"/>
              <a:gd name="textAreaBottom" fmla="*/ 1314360 h 1313640"/>
            </a:gdLst>
            <a:ahLst/>
            <a:cxnLst/>
            <a:rect l="textAreaLeft" t="textAreaTop" r="textAreaRight" b="textAreaBottom"/>
            <a:pathLst>
              <a:path w="3381375" h="1314450">
                <a:moveTo>
                  <a:pt x="38100" y="0"/>
                </a:moveTo>
                <a:lnTo>
                  <a:pt x="3267070" y="0"/>
                </a:lnTo>
                <a:cubicBezTo>
                  <a:pt x="3330199" y="0"/>
                  <a:pt x="3381375" y="51176"/>
                  <a:pt x="3381375" y="114305"/>
                </a:cubicBezTo>
                <a:lnTo>
                  <a:pt x="3381375" y="1200145"/>
                </a:lnTo>
                <a:cubicBezTo>
                  <a:pt x="3381375" y="1263274"/>
                  <a:pt x="3330199" y="1314450"/>
                  <a:pt x="3267070" y="1314450"/>
                </a:cubicBez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37"/>
          <p:cNvSpPr/>
          <p:nvPr/>
        </p:nvSpPr>
        <p:spPr>
          <a:xfrm>
            <a:off x="4871160" y="4533840"/>
            <a:ext cx="37440" cy="1313640"/>
          </a:xfrm>
          <a:custGeom>
            <a:avLst/>
            <a:gdLst>
              <a:gd name="textAreaLeft" fmla="*/ 0 w 37440"/>
              <a:gd name="textAreaRight" fmla="*/ 38160 w 37440"/>
              <a:gd name="textAreaTop" fmla="*/ 0 h 1313640"/>
              <a:gd name="textAreaBottom" fmla="*/ 1314360 h 1313640"/>
            </a:gdLst>
            <a:ahLst/>
            <a:cxnLst/>
            <a:rect l="textAreaLeft" t="textAreaTop" r="textAreaRight" b="textAreaBottom"/>
            <a:pathLst>
              <a:path w="38100" h="1314450">
                <a:moveTo>
                  <a:pt x="3810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38"/>
          <p:cNvSpPr/>
          <p:nvPr/>
        </p:nvSpPr>
        <p:spPr>
          <a:xfrm>
            <a:off x="5085360" y="4705200"/>
            <a:ext cx="199440" cy="227880"/>
          </a:xfrm>
          <a:custGeom>
            <a:avLst/>
            <a:gdLst>
              <a:gd name="textAreaLeft" fmla="*/ 0 w 199440"/>
              <a:gd name="textAreaRight" fmla="*/ 200160 w 19944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00025" h="228600">
                <a:moveTo>
                  <a:pt x="71438" y="28575"/>
                </a:moveTo>
                <a:cubicBezTo>
                  <a:pt x="71438" y="20672"/>
                  <a:pt x="65053" y="14288"/>
                  <a:pt x="57150" y="14288"/>
                </a:cubicBezTo>
                <a:cubicBezTo>
                  <a:pt x="49247" y="14288"/>
                  <a:pt x="42863" y="20672"/>
                  <a:pt x="42863" y="28575"/>
                </a:cubicBezTo>
                <a:lnTo>
                  <a:pt x="42863" y="57150"/>
                </a:lnTo>
                <a:lnTo>
                  <a:pt x="14288" y="57150"/>
                </a:lnTo>
                <a:cubicBezTo>
                  <a:pt x="6385" y="57150"/>
                  <a:pt x="0" y="63535"/>
                  <a:pt x="0" y="71438"/>
                </a:cubicBezTo>
                <a:cubicBezTo>
                  <a:pt x="0" y="79340"/>
                  <a:pt x="6385" y="85725"/>
                  <a:pt x="14288" y="85725"/>
                </a:cubicBezTo>
                <a:lnTo>
                  <a:pt x="57150" y="85725"/>
                </a:lnTo>
                <a:cubicBezTo>
                  <a:pt x="65053" y="85725"/>
                  <a:pt x="71438" y="79340"/>
                  <a:pt x="71438" y="71438"/>
                </a:cubicBezTo>
                <a:lnTo>
                  <a:pt x="71438" y="28575"/>
                </a:lnTo>
                <a:close/>
                <a:moveTo>
                  <a:pt x="14288" y="142875"/>
                </a:moveTo>
                <a:cubicBezTo>
                  <a:pt x="6385" y="142875"/>
                  <a:pt x="0" y="149260"/>
                  <a:pt x="0" y="157163"/>
                </a:cubicBezTo>
                <a:cubicBezTo>
                  <a:pt x="0" y="165065"/>
                  <a:pt x="6385" y="171450"/>
                  <a:pt x="14288" y="171450"/>
                </a:cubicBezTo>
                <a:lnTo>
                  <a:pt x="42863" y="171450"/>
                </a:lnTo>
                <a:lnTo>
                  <a:pt x="42863" y="200025"/>
                </a:lnTo>
                <a:cubicBezTo>
                  <a:pt x="42863" y="207928"/>
                  <a:pt x="49247" y="214313"/>
                  <a:pt x="57150" y="214313"/>
                </a:cubicBezTo>
                <a:cubicBezTo>
                  <a:pt x="65053" y="214313"/>
                  <a:pt x="71438" y="207928"/>
                  <a:pt x="71438" y="200025"/>
                </a:cubicBezTo>
                <a:lnTo>
                  <a:pt x="71438" y="157163"/>
                </a:lnTo>
                <a:cubicBezTo>
                  <a:pt x="71438" y="149260"/>
                  <a:pt x="65053" y="142875"/>
                  <a:pt x="57150" y="142875"/>
                </a:cubicBezTo>
                <a:lnTo>
                  <a:pt x="14288" y="142875"/>
                </a:lnTo>
                <a:close/>
                <a:moveTo>
                  <a:pt x="157163" y="28575"/>
                </a:moveTo>
                <a:cubicBezTo>
                  <a:pt x="157163" y="20672"/>
                  <a:pt x="150778" y="14288"/>
                  <a:pt x="142875" y="14288"/>
                </a:cubicBezTo>
                <a:cubicBezTo>
                  <a:pt x="134972" y="14288"/>
                  <a:pt x="128588" y="20672"/>
                  <a:pt x="128588" y="28575"/>
                </a:cubicBezTo>
                <a:lnTo>
                  <a:pt x="128588" y="71438"/>
                </a:lnTo>
                <a:cubicBezTo>
                  <a:pt x="128588" y="79340"/>
                  <a:pt x="134972" y="85725"/>
                  <a:pt x="142875" y="85725"/>
                </a:cubicBezTo>
                <a:lnTo>
                  <a:pt x="185738" y="85725"/>
                </a:lnTo>
                <a:cubicBezTo>
                  <a:pt x="193640" y="85725"/>
                  <a:pt x="200025" y="79340"/>
                  <a:pt x="200025" y="71438"/>
                </a:cubicBezTo>
                <a:cubicBezTo>
                  <a:pt x="200025" y="63535"/>
                  <a:pt x="193640" y="57150"/>
                  <a:pt x="185738" y="57150"/>
                </a:cubicBezTo>
                <a:lnTo>
                  <a:pt x="157163" y="57150"/>
                </a:lnTo>
                <a:lnTo>
                  <a:pt x="157163" y="28575"/>
                </a:lnTo>
                <a:close/>
                <a:moveTo>
                  <a:pt x="142875" y="142875"/>
                </a:moveTo>
                <a:cubicBezTo>
                  <a:pt x="134972" y="142875"/>
                  <a:pt x="128588" y="149260"/>
                  <a:pt x="128588" y="157163"/>
                </a:cubicBezTo>
                <a:lnTo>
                  <a:pt x="128588" y="200025"/>
                </a:lnTo>
                <a:cubicBezTo>
                  <a:pt x="128588" y="207928"/>
                  <a:pt x="134972" y="214313"/>
                  <a:pt x="142875" y="214313"/>
                </a:cubicBezTo>
                <a:cubicBezTo>
                  <a:pt x="150778" y="214313"/>
                  <a:pt x="157163" y="207928"/>
                  <a:pt x="157163" y="200025"/>
                </a:cubicBezTo>
                <a:lnTo>
                  <a:pt x="157163" y="171450"/>
                </a:lnTo>
                <a:lnTo>
                  <a:pt x="185738" y="171450"/>
                </a:lnTo>
                <a:cubicBezTo>
                  <a:pt x="193640" y="171450"/>
                  <a:pt x="200025" y="165065"/>
                  <a:pt x="200025" y="157163"/>
                </a:cubicBezTo>
                <a:cubicBezTo>
                  <a:pt x="200025" y="149260"/>
                  <a:pt x="193640" y="142875"/>
                  <a:pt x="185738" y="142875"/>
                </a:cubicBezTo>
                <a:lnTo>
                  <a:pt x="142875" y="142875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9"/>
          <p:cNvSpPr/>
          <p:nvPr/>
        </p:nvSpPr>
        <p:spPr>
          <a:xfrm>
            <a:off x="5442480" y="4686480"/>
            <a:ext cx="10090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350" b="1" u="none" strike="noStrike">
                <a:solidFill>
                  <a:srgbClr val="E8B87D"/>
                </a:solidFill>
                <a:effectLst/>
                <a:uFillTx/>
                <a:latin typeface="MiSans"/>
                <a:ea typeface="MiSans"/>
              </a:rPr>
              <a:t>Minificación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40"/>
          <p:cNvSpPr/>
          <p:nvPr/>
        </p:nvSpPr>
        <p:spPr>
          <a:xfrm>
            <a:off x="5042520" y="5029200"/>
            <a:ext cx="3133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Código ofuscado en builds de release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41"/>
          <p:cNvSpPr/>
          <p:nvPr/>
        </p:nvSpPr>
        <p:spPr>
          <a:xfrm>
            <a:off x="8426880" y="4533840"/>
            <a:ext cx="3380760" cy="1313640"/>
          </a:xfrm>
          <a:custGeom>
            <a:avLst/>
            <a:gdLst>
              <a:gd name="textAreaLeft" fmla="*/ 0 w 3380760"/>
              <a:gd name="textAreaRight" fmla="*/ 3381480 w 3380760"/>
              <a:gd name="textAreaTop" fmla="*/ 0 h 1313640"/>
              <a:gd name="textAreaBottom" fmla="*/ 1314360 h 1313640"/>
            </a:gdLst>
            <a:ahLst/>
            <a:cxnLst/>
            <a:rect l="textAreaLeft" t="textAreaTop" r="textAreaRight" b="textAreaBottom"/>
            <a:pathLst>
              <a:path w="3381375" h="1314450">
                <a:moveTo>
                  <a:pt x="38100" y="0"/>
                </a:moveTo>
                <a:lnTo>
                  <a:pt x="3267070" y="0"/>
                </a:lnTo>
                <a:cubicBezTo>
                  <a:pt x="3330199" y="0"/>
                  <a:pt x="3381375" y="51176"/>
                  <a:pt x="3381375" y="114305"/>
                </a:cubicBezTo>
                <a:lnTo>
                  <a:pt x="3381375" y="1200145"/>
                </a:lnTo>
                <a:cubicBezTo>
                  <a:pt x="3381375" y="1263274"/>
                  <a:pt x="3330199" y="1314450"/>
                  <a:pt x="3267070" y="1314450"/>
                </a:cubicBez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42"/>
          <p:cNvSpPr/>
          <p:nvPr/>
        </p:nvSpPr>
        <p:spPr>
          <a:xfrm>
            <a:off x="8426880" y="4533840"/>
            <a:ext cx="37440" cy="1313640"/>
          </a:xfrm>
          <a:custGeom>
            <a:avLst/>
            <a:gdLst>
              <a:gd name="textAreaLeft" fmla="*/ 0 w 37440"/>
              <a:gd name="textAreaRight" fmla="*/ 38160 w 37440"/>
              <a:gd name="textAreaTop" fmla="*/ 0 h 1313640"/>
              <a:gd name="textAreaBottom" fmla="*/ 1314360 h 1313640"/>
            </a:gdLst>
            <a:ahLst/>
            <a:cxnLst/>
            <a:rect l="textAreaLeft" t="textAreaTop" r="textAreaRight" b="textAreaBottom"/>
            <a:pathLst>
              <a:path w="38100" h="1314450">
                <a:moveTo>
                  <a:pt x="3810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38100" y="1314450"/>
                </a:lnTo>
                <a:cubicBezTo>
                  <a:pt x="17072" y="1314450"/>
                  <a:pt x="0" y="1297378"/>
                  <a:pt x="0" y="1276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43"/>
          <p:cNvSpPr/>
          <p:nvPr/>
        </p:nvSpPr>
        <p:spPr>
          <a:xfrm>
            <a:off x="8626680" y="4705200"/>
            <a:ext cx="227880" cy="227880"/>
          </a:xfrm>
          <a:custGeom>
            <a:avLst/>
            <a:gdLst>
              <a:gd name="textAreaLeft" fmla="*/ 0 w 227880"/>
              <a:gd name="textAreaRight" fmla="*/ 228600 w 22788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28600" h="228600">
                <a:moveTo>
                  <a:pt x="163949" y="184175"/>
                </a:moveTo>
                <a:lnTo>
                  <a:pt x="44425" y="64651"/>
                </a:lnTo>
                <a:cubicBezTo>
                  <a:pt x="34424" y="78671"/>
                  <a:pt x="28575" y="95816"/>
                  <a:pt x="28575" y="114300"/>
                </a:cubicBezTo>
                <a:cubicBezTo>
                  <a:pt x="28575" y="161627"/>
                  <a:pt x="66973" y="200025"/>
                  <a:pt x="114300" y="200025"/>
                </a:cubicBezTo>
                <a:cubicBezTo>
                  <a:pt x="132829" y="200025"/>
                  <a:pt x="149974" y="194176"/>
                  <a:pt x="163949" y="184175"/>
                </a:cubicBezTo>
                <a:close/>
                <a:moveTo>
                  <a:pt x="184175" y="163949"/>
                </a:moveTo>
                <a:cubicBezTo>
                  <a:pt x="194176" y="149929"/>
                  <a:pt x="200025" y="132784"/>
                  <a:pt x="200025" y="114300"/>
                </a:cubicBezTo>
                <a:cubicBezTo>
                  <a:pt x="200025" y="66973"/>
                  <a:pt x="161627" y="28575"/>
                  <a:pt x="114300" y="28575"/>
                </a:cubicBezTo>
                <a:cubicBezTo>
                  <a:pt x="95771" y="28575"/>
                  <a:pt x="78626" y="34424"/>
                  <a:pt x="64651" y="44425"/>
                </a:cubicBezTo>
                <a:lnTo>
                  <a:pt x="184175" y="163949"/>
                </a:ln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44"/>
          <p:cNvSpPr/>
          <p:nvPr/>
        </p:nvSpPr>
        <p:spPr>
          <a:xfrm>
            <a:off x="8998200" y="4686480"/>
            <a:ext cx="11041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350" b="1" u="none" strike="noStrike">
                <a:solidFill>
                  <a:srgbClr val="E8B87D"/>
                </a:solidFill>
                <a:effectLst/>
                <a:uFillTx/>
                <a:latin typeface="MiSans"/>
                <a:ea typeface="MiSans"/>
              </a:rPr>
              <a:t>Backup Rules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45"/>
          <p:cNvSpPr/>
          <p:nvPr/>
        </p:nvSpPr>
        <p:spPr>
          <a:xfrm>
            <a:off x="8598240" y="5029200"/>
            <a:ext cx="3133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BD y portadas excluidas de backups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46"/>
          <p:cNvSpPr/>
          <p:nvPr/>
        </p:nvSpPr>
        <p:spPr>
          <a:xfrm>
            <a:off x="385920" y="6005520"/>
            <a:ext cx="11419920" cy="465840"/>
          </a:xfrm>
          <a:custGeom>
            <a:avLst/>
            <a:gdLst>
              <a:gd name="textAreaLeft" fmla="*/ 0 w 11419920"/>
              <a:gd name="textAreaRight" fmla="*/ 11420640 w 11419920"/>
              <a:gd name="textAreaTop" fmla="*/ 0 h 465840"/>
              <a:gd name="textAreaBottom" fmla="*/ 466560 h 465840"/>
            </a:gdLst>
            <a:ahLst/>
            <a:cxnLst/>
            <a:rect l="textAreaLeft" t="textAreaTop" r="textAreaRight" b="textAreaBottom"/>
            <a:pathLst>
              <a:path w="11420475" h="466725">
                <a:moveTo>
                  <a:pt x="76202" y="0"/>
                </a:moveTo>
                <a:lnTo>
                  <a:pt x="11344273" y="0"/>
                </a:lnTo>
                <a:cubicBezTo>
                  <a:pt x="11386358" y="0"/>
                  <a:pt x="11420475" y="34117"/>
                  <a:pt x="11420475" y="76202"/>
                </a:cubicBezTo>
                <a:lnTo>
                  <a:pt x="11420475" y="390523"/>
                </a:lnTo>
                <a:cubicBezTo>
                  <a:pt x="11420475" y="432608"/>
                  <a:pt x="11386358" y="466725"/>
                  <a:pt x="1134427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>
              <a:alpha val="10000"/>
            </a:srgbClr>
          </a:solidFill>
          <a:ln w="12700">
            <a:solidFill>
              <a:srgbClr val="D8A25A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47"/>
          <p:cNvSpPr/>
          <p:nvPr/>
        </p:nvSpPr>
        <p:spPr>
          <a:xfrm>
            <a:off x="3678480" y="6162840"/>
            <a:ext cx="132480" cy="151560"/>
          </a:xfrm>
          <a:custGeom>
            <a:avLst/>
            <a:gdLst>
              <a:gd name="textAreaLeft" fmla="*/ 0 w 132480"/>
              <a:gd name="textAreaRight" fmla="*/ 133200 w 13248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33350" h="152400">
                <a:moveTo>
                  <a:pt x="73194" y="-7709"/>
                </a:moveTo>
                <a:cubicBezTo>
                  <a:pt x="69205" y="-10150"/>
                  <a:pt x="64175" y="-10150"/>
                  <a:pt x="60186" y="-7709"/>
                </a:cubicBezTo>
                <a:cubicBezTo>
                  <a:pt x="52923" y="-3274"/>
                  <a:pt x="48429" y="-2084"/>
                  <a:pt x="39916" y="-2262"/>
                </a:cubicBezTo>
                <a:cubicBezTo>
                  <a:pt x="35243" y="-2381"/>
                  <a:pt x="30897" y="149"/>
                  <a:pt x="28635" y="4256"/>
                </a:cubicBezTo>
                <a:cubicBezTo>
                  <a:pt x="24557" y="11728"/>
                  <a:pt x="21253" y="15032"/>
                  <a:pt x="13781" y="19110"/>
                </a:cubicBezTo>
                <a:cubicBezTo>
                  <a:pt x="9674" y="21342"/>
                  <a:pt x="7174" y="25718"/>
                  <a:pt x="7263" y="30391"/>
                </a:cubicBezTo>
                <a:cubicBezTo>
                  <a:pt x="7471" y="38904"/>
                  <a:pt x="6251" y="43398"/>
                  <a:pt x="1816" y="50661"/>
                </a:cubicBezTo>
                <a:cubicBezTo>
                  <a:pt x="-625" y="54650"/>
                  <a:pt x="-625" y="59680"/>
                  <a:pt x="1816" y="63669"/>
                </a:cubicBezTo>
                <a:cubicBezTo>
                  <a:pt x="6251" y="70931"/>
                  <a:pt x="7441" y="75426"/>
                  <a:pt x="7263" y="83939"/>
                </a:cubicBezTo>
                <a:cubicBezTo>
                  <a:pt x="7144" y="88612"/>
                  <a:pt x="9674" y="92958"/>
                  <a:pt x="13781" y="95220"/>
                </a:cubicBezTo>
                <a:cubicBezTo>
                  <a:pt x="20360" y="98822"/>
                  <a:pt x="23693" y="101798"/>
                  <a:pt x="27206" y="107573"/>
                </a:cubicBezTo>
                <a:lnTo>
                  <a:pt x="12710" y="136475"/>
                </a:lnTo>
                <a:cubicBezTo>
                  <a:pt x="10954" y="140018"/>
                  <a:pt x="12383" y="144304"/>
                  <a:pt x="15895" y="146060"/>
                </a:cubicBezTo>
                <a:lnTo>
                  <a:pt x="41493" y="158859"/>
                </a:lnTo>
                <a:cubicBezTo>
                  <a:pt x="44916" y="160556"/>
                  <a:pt x="49084" y="159276"/>
                  <a:pt x="50929" y="155942"/>
                </a:cubicBezTo>
                <a:lnTo>
                  <a:pt x="66645" y="127635"/>
                </a:lnTo>
                <a:lnTo>
                  <a:pt x="82361" y="155942"/>
                </a:lnTo>
                <a:cubicBezTo>
                  <a:pt x="84207" y="159276"/>
                  <a:pt x="88374" y="160586"/>
                  <a:pt x="91797" y="158859"/>
                </a:cubicBezTo>
                <a:lnTo>
                  <a:pt x="117396" y="146060"/>
                </a:lnTo>
                <a:cubicBezTo>
                  <a:pt x="120938" y="144304"/>
                  <a:pt x="122366" y="140018"/>
                  <a:pt x="120581" y="136475"/>
                </a:cubicBezTo>
                <a:lnTo>
                  <a:pt x="106114" y="107543"/>
                </a:lnTo>
                <a:cubicBezTo>
                  <a:pt x="109597" y="101769"/>
                  <a:pt x="112961" y="98792"/>
                  <a:pt x="119539" y="95190"/>
                </a:cubicBezTo>
                <a:cubicBezTo>
                  <a:pt x="123646" y="92958"/>
                  <a:pt x="126147" y="88583"/>
                  <a:pt x="126057" y="83909"/>
                </a:cubicBezTo>
                <a:cubicBezTo>
                  <a:pt x="125849" y="75396"/>
                  <a:pt x="127069" y="70902"/>
                  <a:pt x="131505" y="63639"/>
                </a:cubicBezTo>
                <a:cubicBezTo>
                  <a:pt x="133945" y="59650"/>
                  <a:pt x="133945" y="54620"/>
                  <a:pt x="131505" y="50631"/>
                </a:cubicBezTo>
                <a:cubicBezTo>
                  <a:pt x="127069" y="43369"/>
                  <a:pt x="125879" y="38874"/>
                  <a:pt x="126057" y="30361"/>
                </a:cubicBezTo>
                <a:cubicBezTo>
                  <a:pt x="126176" y="25688"/>
                  <a:pt x="123646" y="21342"/>
                  <a:pt x="119539" y="19080"/>
                </a:cubicBezTo>
                <a:cubicBezTo>
                  <a:pt x="112068" y="15002"/>
                  <a:pt x="108764" y="11698"/>
                  <a:pt x="104686" y="4227"/>
                </a:cubicBezTo>
                <a:cubicBezTo>
                  <a:pt x="102453" y="119"/>
                  <a:pt x="98078" y="-2381"/>
                  <a:pt x="93405" y="-2292"/>
                </a:cubicBezTo>
                <a:cubicBezTo>
                  <a:pt x="84892" y="-2084"/>
                  <a:pt x="80397" y="-3304"/>
                  <a:pt x="73134" y="-7739"/>
                </a:cubicBezTo>
                <a:close/>
                <a:moveTo>
                  <a:pt x="66675" y="28575"/>
                </a:moveTo>
                <a:cubicBezTo>
                  <a:pt x="82446" y="28575"/>
                  <a:pt x="95250" y="41379"/>
                  <a:pt x="95250" y="57150"/>
                </a:cubicBezTo>
                <a:cubicBezTo>
                  <a:pt x="95250" y="72921"/>
                  <a:pt x="82446" y="85725"/>
                  <a:pt x="66675" y="85725"/>
                </a:cubicBezTo>
                <a:cubicBezTo>
                  <a:pt x="50904" y="85725"/>
                  <a:pt x="38100" y="72921"/>
                  <a:pt x="38100" y="57150"/>
                </a:cubicBezTo>
                <a:cubicBezTo>
                  <a:pt x="38100" y="41379"/>
                  <a:pt x="50904" y="28575"/>
                  <a:pt x="66675" y="28575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48"/>
          <p:cNvSpPr/>
          <p:nvPr/>
        </p:nvSpPr>
        <p:spPr>
          <a:xfrm>
            <a:off x="714240" y="6124680"/>
            <a:ext cx="11010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Auditoría completa: </a:t>
            </a:r>
            <a:r>
              <a:rPr lang="en-US" sz="1200" b="1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12 hallazgos</a:t>
            </a: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 documentados con plan de sprints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D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Image 0" descr="https://kimi-img.moonshot.cn/pub/slides/okc/w6fij2ylek6p4/scanbook_assets/cover_image.png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57280"/>
              <a:gd name="textAreaBottom" fmla="*/ 6858000 h 685728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2D2A26">
                  <a:alpha val="95000"/>
                </a:srgbClr>
              </a:gs>
              <a:gs pos="50000">
                <a:srgbClr val="2D2A26">
                  <a:alpha val="85000"/>
                </a:srgbClr>
              </a:gs>
              <a:gs pos="100000">
                <a:srgbClr val="2D2A26">
                  <a:alpha val="70000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"/>
          <p:cNvSpPr/>
          <p:nvPr/>
        </p:nvSpPr>
        <p:spPr>
          <a:xfrm>
            <a:off x="5657760" y="721440"/>
            <a:ext cx="875520" cy="761400"/>
          </a:xfrm>
          <a:custGeom>
            <a:avLst/>
            <a:gdLst>
              <a:gd name="textAreaLeft" fmla="*/ 0 w 875520"/>
              <a:gd name="textAreaRight" fmla="*/ 876240 w 875520"/>
              <a:gd name="textAreaTop" fmla="*/ 0 h 761400"/>
              <a:gd name="textAreaBottom" fmla="*/ 762120 h 761400"/>
            </a:gdLst>
            <a:ahLst/>
            <a:cxnLst/>
            <a:rect l="textAreaLeft" t="textAreaTop" r="textAreaRight" b="textAreaBottom"/>
            <a:pathLst>
              <a:path w="876300" h="762000">
                <a:moveTo>
                  <a:pt x="381000" y="0"/>
                </a:moveTo>
                <a:lnTo>
                  <a:pt x="495300" y="0"/>
                </a:lnTo>
                <a:cubicBezTo>
                  <a:pt x="705580" y="0"/>
                  <a:pt x="876300" y="170720"/>
                  <a:pt x="876300" y="381000"/>
                </a:cubicBezTo>
                <a:lnTo>
                  <a:pt x="876300" y="381000"/>
                </a:lnTo>
                <a:cubicBezTo>
                  <a:pt x="876300" y="591280"/>
                  <a:pt x="705580" y="762000"/>
                  <a:pt x="4953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D8A25A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"/>
          <p:cNvSpPr/>
          <p:nvPr/>
        </p:nvSpPr>
        <p:spPr>
          <a:xfrm>
            <a:off x="5867280" y="874080"/>
            <a:ext cx="456480" cy="456480"/>
          </a:xfrm>
          <a:custGeom>
            <a:avLst/>
            <a:gdLst>
              <a:gd name="textAreaLeft" fmla="*/ 0 w 456480"/>
              <a:gd name="textAreaRight" fmla="*/ 457200 w 456480"/>
              <a:gd name="textAreaTop" fmla="*/ 0 h 456480"/>
              <a:gd name="textAreaBottom" fmla="*/ 457200 h 456480"/>
            </a:gdLst>
            <a:ahLst/>
            <a:cxnLst/>
            <a:rect l="textAreaLeft" t="textAreaTop" r="textAreaRight" b="textAreaBottom"/>
            <a:pathLst>
              <a:path w="457200" h="457200">
                <a:moveTo>
                  <a:pt x="228600" y="135731"/>
                </a:moveTo>
                <a:cubicBezTo>
                  <a:pt x="271970" y="135731"/>
                  <a:pt x="307181" y="100520"/>
                  <a:pt x="307181" y="57150"/>
                </a:cubicBezTo>
                <a:cubicBezTo>
                  <a:pt x="307181" y="13780"/>
                  <a:pt x="271970" y="-21431"/>
                  <a:pt x="228600" y="-21431"/>
                </a:cubicBezTo>
                <a:cubicBezTo>
                  <a:pt x="185230" y="-21431"/>
                  <a:pt x="150019" y="13780"/>
                  <a:pt x="150019" y="57150"/>
                </a:cubicBezTo>
                <a:cubicBezTo>
                  <a:pt x="150019" y="100520"/>
                  <a:pt x="185230" y="135731"/>
                  <a:pt x="228600" y="135731"/>
                </a:cubicBezTo>
                <a:close/>
                <a:moveTo>
                  <a:pt x="228600" y="402461"/>
                </a:moveTo>
                <a:lnTo>
                  <a:pt x="228600" y="269141"/>
                </a:lnTo>
                <a:cubicBezTo>
                  <a:pt x="243155" y="263069"/>
                  <a:pt x="257979" y="256907"/>
                  <a:pt x="272981" y="250656"/>
                </a:cubicBezTo>
                <a:cubicBezTo>
                  <a:pt x="307806" y="236190"/>
                  <a:pt x="345132" y="228689"/>
                  <a:pt x="382905" y="228689"/>
                </a:cubicBezTo>
                <a:lnTo>
                  <a:pt x="400050" y="228689"/>
                </a:lnTo>
                <a:lnTo>
                  <a:pt x="400050" y="371564"/>
                </a:lnTo>
                <a:lnTo>
                  <a:pt x="382905" y="371564"/>
                </a:lnTo>
                <a:cubicBezTo>
                  <a:pt x="330131" y="371564"/>
                  <a:pt x="277803" y="382012"/>
                  <a:pt x="229046" y="402372"/>
                </a:cubicBezTo>
                <a:lnTo>
                  <a:pt x="228600" y="402550"/>
                </a:lnTo>
                <a:close/>
                <a:moveTo>
                  <a:pt x="228600" y="207169"/>
                </a:moveTo>
                <a:lnTo>
                  <a:pt x="206186" y="197793"/>
                </a:lnTo>
                <a:cubicBezTo>
                  <a:pt x="164396" y="180380"/>
                  <a:pt x="119569" y="171450"/>
                  <a:pt x="74295" y="171450"/>
                </a:cubicBezTo>
                <a:lnTo>
                  <a:pt x="42863" y="171450"/>
                </a:lnTo>
                <a:cubicBezTo>
                  <a:pt x="19199" y="171450"/>
                  <a:pt x="0" y="190649"/>
                  <a:pt x="0" y="214313"/>
                </a:cubicBezTo>
                <a:lnTo>
                  <a:pt x="0" y="385763"/>
                </a:lnTo>
                <a:cubicBezTo>
                  <a:pt x="0" y="409426"/>
                  <a:pt x="19199" y="428625"/>
                  <a:pt x="42863" y="428625"/>
                </a:cubicBezTo>
                <a:lnTo>
                  <a:pt x="74295" y="428625"/>
                </a:lnTo>
                <a:cubicBezTo>
                  <a:pt x="119569" y="428625"/>
                  <a:pt x="164396" y="437555"/>
                  <a:pt x="206186" y="454968"/>
                </a:cubicBezTo>
                <a:lnTo>
                  <a:pt x="217616" y="459700"/>
                </a:lnTo>
                <a:cubicBezTo>
                  <a:pt x="224671" y="462647"/>
                  <a:pt x="232529" y="462647"/>
                  <a:pt x="239584" y="459700"/>
                </a:cubicBezTo>
                <a:lnTo>
                  <a:pt x="251014" y="454968"/>
                </a:lnTo>
                <a:cubicBezTo>
                  <a:pt x="292804" y="437555"/>
                  <a:pt x="337631" y="428625"/>
                  <a:pt x="382905" y="428625"/>
                </a:cubicBezTo>
                <a:lnTo>
                  <a:pt x="414338" y="428625"/>
                </a:lnTo>
                <a:cubicBezTo>
                  <a:pt x="438001" y="428625"/>
                  <a:pt x="457200" y="409426"/>
                  <a:pt x="457200" y="385762"/>
                </a:cubicBezTo>
                <a:lnTo>
                  <a:pt x="457200" y="214312"/>
                </a:lnTo>
                <a:cubicBezTo>
                  <a:pt x="457200" y="190649"/>
                  <a:pt x="438001" y="171450"/>
                  <a:pt x="414338" y="171450"/>
                </a:cubicBezTo>
                <a:lnTo>
                  <a:pt x="382905" y="171450"/>
                </a:lnTo>
                <a:cubicBezTo>
                  <a:pt x="337631" y="171450"/>
                  <a:pt x="292804" y="180380"/>
                  <a:pt x="251014" y="197793"/>
                </a:cubicBezTo>
                <a:lnTo>
                  <a:pt x="228600" y="207169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3"/>
          <p:cNvSpPr/>
          <p:nvPr/>
        </p:nvSpPr>
        <p:spPr>
          <a:xfrm>
            <a:off x="4370040" y="1635840"/>
            <a:ext cx="344736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80000"/>
              </a:lnSpc>
            </a:pPr>
            <a:r>
              <a:rPr lang="en-US" sz="4500" b="1" u="none" strike="noStrike">
                <a:solidFill>
                  <a:srgbClr val="D8A25A"/>
                </a:solidFill>
                <a:effectLst/>
                <a:uFillTx/>
                <a:latin typeface="Oranienbaum"/>
                <a:ea typeface="Oranienbaum"/>
              </a:rPr>
              <a:t>ScanBook</a:t>
            </a:r>
            <a:endParaRPr lang="es-ES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4"/>
          <p:cNvSpPr/>
          <p:nvPr/>
        </p:nvSpPr>
        <p:spPr>
          <a:xfrm>
            <a:off x="5334120" y="2359800"/>
            <a:ext cx="1523160" cy="37440"/>
          </a:xfrm>
          <a:custGeom>
            <a:avLst/>
            <a:gdLst>
              <a:gd name="textAreaLeft" fmla="*/ 0 w 1523160"/>
              <a:gd name="textAreaRight" fmla="*/ 1523880 w 152316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5"/>
          <p:cNvSpPr/>
          <p:nvPr/>
        </p:nvSpPr>
        <p:spPr>
          <a:xfrm>
            <a:off x="4441320" y="2626560"/>
            <a:ext cx="330444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2250" b="0" u="none" strike="noStrike">
                <a:solidFill>
                  <a:srgbClr val="F5F0E8"/>
                </a:solidFill>
                <a:effectLst/>
                <a:uFillTx/>
                <a:latin typeface="Sorts Mill Goudy"/>
                <a:ea typeface="Sorts Mill Goudy"/>
              </a:rPr>
              <a:t>Tu Biblioteca, Simplificada</a:t>
            </a:r>
            <a:endParaRPr lang="es-E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6"/>
          <p:cNvSpPr/>
          <p:nvPr/>
        </p:nvSpPr>
        <p:spPr>
          <a:xfrm>
            <a:off x="3697560" y="3440880"/>
            <a:ext cx="4799880" cy="61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40000"/>
              </a:lnSpc>
            </a:pPr>
            <a:r>
              <a:rPr lang="en-US" sz="15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Transforma la forma de gestionar tu colección de libros.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Escanea, organiza y disfruta.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7"/>
          <p:cNvSpPr/>
          <p:nvPr/>
        </p:nvSpPr>
        <p:spPr>
          <a:xfrm>
            <a:off x="4344120" y="4293360"/>
            <a:ext cx="1009080" cy="923040"/>
          </a:xfrm>
          <a:custGeom>
            <a:avLst/>
            <a:gdLst>
              <a:gd name="textAreaLeft" fmla="*/ 0 w 1009080"/>
              <a:gd name="textAreaRight" fmla="*/ 1009800 w 1009080"/>
              <a:gd name="textAreaTop" fmla="*/ 0 h 923040"/>
              <a:gd name="textAreaBottom" fmla="*/ 923760 h 923040"/>
            </a:gdLst>
            <a:ahLst/>
            <a:cxnLst/>
            <a:rect l="textAreaLeft" t="textAreaTop" r="textAreaRight" b="textAreaBottom"/>
            <a:pathLst>
              <a:path w="1009650" h="923925">
                <a:moveTo>
                  <a:pt x="76196" y="0"/>
                </a:moveTo>
                <a:lnTo>
                  <a:pt x="933454" y="0"/>
                </a:lnTo>
                <a:cubicBezTo>
                  <a:pt x="975536" y="0"/>
                  <a:pt x="1009650" y="34114"/>
                  <a:pt x="1009650" y="76196"/>
                </a:cubicBezTo>
                <a:lnTo>
                  <a:pt x="1009650" y="847729"/>
                </a:lnTo>
                <a:cubicBezTo>
                  <a:pt x="1009650" y="889811"/>
                  <a:pt x="975536" y="923925"/>
                  <a:pt x="933454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3E3A36">
              <a:alpha val="60000"/>
            </a:srgbClr>
          </a:solidFill>
          <a:ln w="12700">
            <a:solidFill>
              <a:srgbClr val="D8A25A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8"/>
          <p:cNvSpPr/>
          <p:nvPr/>
        </p:nvSpPr>
        <p:spPr>
          <a:xfrm>
            <a:off x="4429800" y="4450680"/>
            <a:ext cx="8373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2250" b="1" u="none" strike="noStrike">
                <a:solidFill>
                  <a:srgbClr val="D8A25A"/>
                </a:solidFill>
                <a:effectLst/>
                <a:uFillTx/>
                <a:latin typeface="Oranienbaum"/>
                <a:ea typeface="Oranienbaum"/>
              </a:rPr>
              <a:t>29</a:t>
            </a:r>
            <a:endParaRPr lang="es-E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9"/>
          <p:cNvSpPr/>
          <p:nvPr/>
        </p:nvSpPr>
        <p:spPr>
          <a:xfrm>
            <a:off x="4463280" y="4831560"/>
            <a:ext cx="770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Features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0"/>
          <p:cNvSpPr/>
          <p:nvPr/>
        </p:nvSpPr>
        <p:spPr>
          <a:xfrm>
            <a:off x="5591520" y="4293360"/>
            <a:ext cx="1009080" cy="923040"/>
          </a:xfrm>
          <a:custGeom>
            <a:avLst/>
            <a:gdLst>
              <a:gd name="textAreaLeft" fmla="*/ 0 w 1009080"/>
              <a:gd name="textAreaRight" fmla="*/ 1009800 w 1009080"/>
              <a:gd name="textAreaTop" fmla="*/ 0 h 923040"/>
              <a:gd name="textAreaBottom" fmla="*/ 923760 h 923040"/>
            </a:gdLst>
            <a:ahLst/>
            <a:cxnLst/>
            <a:rect l="textAreaLeft" t="textAreaTop" r="textAreaRight" b="textAreaBottom"/>
            <a:pathLst>
              <a:path w="1009650" h="923925">
                <a:moveTo>
                  <a:pt x="76196" y="0"/>
                </a:moveTo>
                <a:lnTo>
                  <a:pt x="933454" y="0"/>
                </a:lnTo>
                <a:cubicBezTo>
                  <a:pt x="975536" y="0"/>
                  <a:pt x="1009650" y="34114"/>
                  <a:pt x="1009650" y="76196"/>
                </a:cubicBezTo>
                <a:lnTo>
                  <a:pt x="1009650" y="847729"/>
                </a:lnTo>
                <a:cubicBezTo>
                  <a:pt x="1009650" y="889811"/>
                  <a:pt x="975536" y="923925"/>
                  <a:pt x="933454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3E3A36">
              <a:alpha val="60000"/>
            </a:srgbClr>
          </a:solidFill>
          <a:ln w="12700">
            <a:solidFill>
              <a:srgbClr val="D8A25A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1"/>
          <p:cNvSpPr/>
          <p:nvPr/>
        </p:nvSpPr>
        <p:spPr>
          <a:xfrm>
            <a:off x="5677200" y="4450680"/>
            <a:ext cx="8373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2250" b="1" u="none" strike="noStrike">
                <a:solidFill>
                  <a:srgbClr val="D8A25A"/>
                </a:solidFill>
                <a:effectLst/>
                <a:uFillTx/>
                <a:latin typeface="Oranienbaum"/>
                <a:ea typeface="Oranienbaum"/>
              </a:rPr>
              <a:t>92</a:t>
            </a:r>
            <a:endParaRPr lang="es-E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2"/>
          <p:cNvSpPr/>
          <p:nvPr/>
        </p:nvSpPr>
        <p:spPr>
          <a:xfrm>
            <a:off x="5710320" y="4831560"/>
            <a:ext cx="770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Tests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3"/>
          <p:cNvSpPr/>
          <p:nvPr/>
        </p:nvSpPr>
        <p:spPr>
          <a:xfrm>
            <a:off x="6838560" y="4293360"/>
            <a:ext cx="1009080" cy="923040"/>
          </a:xfrm>
          <a:custGeom>
            <a:avLst/>
            <a:gdLst>
              <a:gd name="textAreaLeft" fmla="*/ 0 w 1009080"/>
              <a:gd name="textAreaRight" fmla="*/ 1009800 w 1009080"/>
              <a:gd name="textAreaTop" fmla="*/ 0 h 923040"/>
              <a:gd name="textAreaBottom" fmla="*/ 923760 h 923040"/>
            </a:gdLst>
            <a:ahLst/>
            <a:cxnLst/>
            <a:rect l="textAreaLeft" t="textAreaTop" r="textAreaRight" b="textAreaBottom"/>
            <a:pathLst>
              <a:path w="1009650" h="923925">
                <a:moveTo>
                  <a:pt x="76196" y="0"/>
                </a:moveTo>
                <a:lnTo>
                  <a:pt x="933454" y="0"/>
                </a:lnTo>
                <a:cubicBezTo>
                  <a:pt x="975536" y="0"/>
                  <a:pt x="1009650" y="34114"/>
                  <a:pt x="1009650" y="76196"/>
                </a:cubicBezTo>
                <a:lnTo>
                  <a:pt x="1009650" y="847729"/>
                </a:lnTo>
                <a:cubicBezTo>
                  <a:pt x="1009650" y="889811"/>
                  <a:pt x="975536" y="923925"/>
                  <a:pt x="933454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3E3A36">
              <a:alpha val="60000"/>
            </a:srgbClr>
          </a:solidFill>
          <a:ln w="12700">
            <a:solidFill>
              <a:srgbClr val="D8A25A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4"/>
          <p:cNvSpPr/>
          <p:nvPr/>
        </p:nvSpPr>
        <p:spPr>
          <a:xfrm>
            <a:off x="6924240" y="4450680"/>
            <a:ext cx="8373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2250" b="1" u="none" strike="noStrike">
                <a:solidFill>
                  <a:srgbClr val="D8A25A"/>
                </a:solidFill>
                <a:effectLst/>
                <a:uFillTx/>
                <a:latin typeface="Oranienbaum"/>
                <a:ea typeface="Oranienbaum"/>
              </a:rPr>
              <a:t>10/12</a:t>
            </a:r>
            <a:endParaRPr lang="es-E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5"/>
          <p:cNvSpPr/>
          <p:nvPr/>
        </p:nvSpPr>
        <p:spPr>
          <a:xfrm>
            <a:off x="6957720" y="4831560"/>
            <a:ext cx="770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Seguridad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Application>LibreOffice/26.2.1.2$Linux_X86_64 LibreOffice_project/8399f6259d8c87f40e7255cdb3c9b958f5e08948</Application>
  <AppVersion>15.0000</AppVersion>
  <Words>0</Words>
  <Paragraphs>0</Paragraphs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2026-03-12T15:43:37Z</dcterms:created>
  <dc:creator>Kimi</dc:creator>
  <dc:description/>
  <dc:language>es-ES</dc:language>
  <cp:lastModifiedBy/>
  <dcterms:modified xsi:type="dcterms:W3CDTF">2026-03-13T11:29:00Z</dcterms:modified>
  <cp:revision>7</cp:revision>
  <dc:subject>ScanBook - Presentación</dc:subject>
  <dc:title>ScanBook - Presentación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{"Label":"ScanBook - Presentación","ContentProducer":"001191110108MACG2KBH8F10000","ProduceID":"19ce2add-a442-8e8a-8000-00002793465d","ReservedCode1":"","ContentPropagator":"001191110108MACG2KBH8F20000","PropagateID":"19ce2add-a442-8e8a-8000-00002793465d","ReservedCode2":""}</vt:lpwstr>
  </property>
  <property fmtid="{D5CDD505-2E9C-101B-9397-08002B2CF9AE}" pid="3" name="Notes">
    <vt:i4>15</vt:i4>
  </property>
  <property fmtid="{D5CDD505-2E9C-101B-9397-08002B2CF9AE}" pid="4" name="PresentationFormat">
    <vt:lpwstr>On-screen Show (16:9)</vt:lpwstr>
  </property>
  <property fmtid="{D5CDD505-2E9C-101B-9397-08002B2CF9AE}" pid="5" name="Slides">
    <vt:i4>15</vt:i4>
  </property>
</Properties>
</file>